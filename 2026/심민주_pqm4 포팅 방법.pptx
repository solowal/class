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sldIdLst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4" r:id="rId11"/>
    <p:sldId id="25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0"/>
    <p:restoredTop sz="94726"/>
  </p:normalViewPr>
  <p:slideViewPr>
    <p:cSldViewPr snapToGrid="0" snapToObjects="1">
      <p:cViewPr>
        <p:scale>
          <a:sx n="122" d="100"/>
          <a:sy n="122" d="100"/>
        </p:scale>
        <p:origin x="9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519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16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15641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437B6-A43D-EA47-9F3F-E60C6642F8D2}" type="datetimeFigureOut">
              <a:rPr kumimoji="1" lang="ko-Kore-KR" altLang="en-US" smtClean="0"/>
              <a:t>3/8/26</a:t>
            </a:fld>
            <a:endParaRPr kumimoji="1" lang="ko-Kore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1A878-7EBC-2E42-A824-62C83D9372A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489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575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1i_ugPz1n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F9506-9EB3-1147-8806-F4FEE97D8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en-US" dirty="0"/>
              <a:t>pqm4 </a:t>
            </a:r>
            <a:r>
              <a:rPr kumimoji="1" lang="ko-KR" altLang="en-US" dirty="0"/>
              <a:t>포팅 방법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976B76-57E6-744E-80BD-56E31CBB47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" altLang="ko-KR" dirty="0">
                <a:hlinkClick r:id="rId2"/>
              </a:rPr>
              <a:t>https://youtu.be/b1i_ugPz1nE</a:t>
            </a:r>
            <a:r>
              <a:rPr kumimoji="1" lang="ko-KR" altLang="en-US"/>
              <a:t> 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9042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219CC-32AD-044F-84AE-0B176F85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pqm4</a:t>
            </a:r>
            <a:r>
              <a:rPr kumimoji="1" lang="ko-KR" altLang="en-US" dirty="0"/>
              <a:t> 포팅 방법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96B210-3B0B-F368-11FF-F8F006D859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909"/>
          <a:stretch>
            <a:fillRect/>
          </a:stretch>
        </p:blipFill>
        <p:spPr>
          <a:xfrm>
            <a:off x="152400" y="1981587"/>
            <a:ext cx="6520543" cy="15881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311FF3-5756-53F6-B2C7-FE6ADD7BE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28" y="3897146"/>
            <a:ext cx="5090885" cy="18090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112F19-DAF2-48EA-D5D1-DF81B3EDB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073" y="1776615"/>
            <a:ext cx="4562465" cy="4433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AE6E08-0E7D-8B89-8333-966D8027F14F}"/>
              </a:ext>
            </a:extLst>
          </p:cNvPr>
          <p:cNvSpPr txBox="1"/>
          <p:nvPr/>
        </p:nvSpPr>
        <p:spPr>
          <a:xfrm>
            <a:off x="6481762" y="6465587"/>
            <a:ext cx="6128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github.com</a:t>
            </a:r>
            <a:r>
              <a:rPr lang="ko-KR" altLang="en-US" dirty="0"/>
              <a:t>/</a:t>
            </a:r>
            <a:r>
              <a:rPr lang="ko-KR" altLang="en-US" dirty="0" err="1"/>
              <a:t>samsungsds-opensource</a:t>
            </a:r>
            <a:r>
              <a:rPr lang="ko-KR" altLang="en-US" dirty="0"/>
              <a:t>/</a:t>
            </a:r>
            <a:r>
              <a:rPr lang="ko-KR" altLang="en-US" dirty="0" err="1"/>
              <a:t>AIMer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B8D9B13-CA45-0677-59E9-A5E28C1CFC0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412671" y="3569720"/>
            <a:ext cx="1" cy="327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7C851B8-EF95-0172-E095-AA461BDD645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958113" y="3993458"/>
            <a:ext cx="1344960" cy="80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2333B2FF-BB30-2D58-2AA3-399D8FC264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r>
              <a:rPr kumimoji="1" lang="ko-KR" altLang="en-US" dirty="0"/>
              <a:t>원하는 암호 알고리즘의 레퍼런스 코드 다운</a:t>
            </a:r>
          </a:p>
        </p:txBody>
      </p:sp>
    </p:spTree>
    <p:extLst>
      <p:ext uri="{BB962C8B-B14F-4D97-AF65-F5344CB8AC3E}">
        <p14:creationId xmlns:p14="http://schemas.microsoft.com/office/powerpoint/2010/main" val="361021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F03B0-CDF1-4224-9DB5-E5E346A0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pqm4</a:t>
            </a:r>
            <a:r>
              <a:rPr kumimoji="1" lang="ko-KR" altLang="en-US" dirty="0"/>
              <a:t> 포팅 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FBFA72-3447-3721-420A-8A4CA5F20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66" y="1247651"/>
            <a:ext cx="10657114" cy="52837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D5997B4-43C0-D7A2-55CB-7AB71450D635}"/>
              </a:ext>
            </a:extLst>
          </p:cNvPr>
          <p:cNvSpPr/>
          <p:nvPr/>
        </p:nvSpPr>
        <p:spPr>
          <a:xfrm>
            <a:off x="751114" y="1763486"/>
            <a:ext cx="2623457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8AD4D4-A5AB-4754-FEB0-A283BFC96D38}"/>
              </a:ext>
            </a:extLst>
          </p:cNvPr>
          <p:cNvSpPr/>
          <p:nvPr/>
        </p:nvSpPr>
        <p:spPr>
          <a:xfrm>
            <a:off x="7935686" y="5236028"/>
            <a:ext cx="3844394" cy="10885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98677B-6266-287B-34E5-0CA6029BCAC1}"/>
              </a:ext>
            </a:extLst>
          </p:cNvPr>
          <p:cNvSpPr/>
          <p:nvPr/>
        </p:nvSpPr>
        <p:spPr>
          <a:xfrm>
            <a:off x="751113" y="2193626"/>
            <a:ext cx="2623457" cy="11418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005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88B09-D41A-614D-8DCD-27698A16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pqm4</a:t>
            </a:r>
            <a:r>
              <a:rPr kumimoji="1" lang="ko-KR" altLang="en-US" dirty="0"/>
              <a:t> 포팅 방법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A373BA-F26C-5864-4E64-5918CBBE2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19CFF1-4896-8D49-7C64-18267FFC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03" y="999092"/>
            <a:ext cx="3661723" cy="5705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D41BD2F-E8C2-DF28-DBAA-F178A6B13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259" y="969910"/>
            <a:ext cx="4346122" cy="28819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01F5402-2083-93E9-1C4E-42188204A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259" y="4209368"/>
            <a:ext cx="4582886" cy="2440885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DB3599B-42B0-DCCF-4963-5EF032A80F43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508526" y="2410870"/>
            <a:ext cx="1955733" cy="1440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D5E804A-C337-D94B-7CA7-6FB031D3F1D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37320" y="3851830"/>
            <a:ext cx="0" cy="357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61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F71CE-DD62-2B18-F8FB-A709F239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488018-5EB6-CC31-A384-D670C13F12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926714-3C9D-8CBA-CAE2-61678B865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3" y="62022"/>
            <a:ext cx="6431468" cy="38090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AF5465-7D5A-ED6B-3A8F-6B49B6342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332" y="227551"/>
            <a:ext cx="4382748" cy="51916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65D74FE-70CF-F7BB-2EFA-7034C75B0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999" y="3871104"/>
            <a:ext cx="3868458" cy="309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3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DA34-A946-F770-74B3-45AF0D25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C09C0-95D8-6590-D3CE-0A60FEFE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pqm4</a:t>
            </a:r>
            <a:r>
              <a:rPr kumimoji="1" lang="ko-KR" altLang="en-US" dirty="0"/>
              <a:t> 포팅 방법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60B4E1A-B94E-5CE8-12A1-C8C3ECE6F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915" y="5068759"/>
            <a:ext cx="5425159" cy="8970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E77BE9-7D86-B271-DDAC-2DE9E7B0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958"/>
          <a:stretch>
            <a:fillRect/>
          </a:stretch>
        </p:blipFill>
        <p:spPr>
          <a:xfrm>
            <a:off x="182672" y="1423997"/>
            <a:ext cx="5759775" cy="22972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90B8BFF-027D-CA72-000F-914B163A2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915" y="1139029"/>
            <a:ext cx="4898763" cy="35376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818194-B28E-3248-0BB4-14AE9EB82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672" y="4160273"/>
            <a:ext cx="6001759" cy="180556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7283FA-5B90-79FF-F943-C141B2323BB9}"/>
              </a:ext>
            </a:extLst>
          </p:cNvPr>
          <p:cNvSpPr/>
          <p:nvPr/>
        </p:nvSpPr>
        <p:spPr>
          <a:xfrm>
            <a:off x="0" y="4067291"/>
            <a:ext cx="4127862" cy="44708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123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0BC1-831B-D368-2B40-5F1260C0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C8D9E2-0E27-DCF4-8C1D-AFC3EFBBF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6AC721-BF04-AFD9-DA57-7C25A8006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4321"/>
            <a:ext cx="6261185" cy="49855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36EB17-8DC6-1173-F40A-049DE6986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6056"/>
            <a:ext cx="6261185" cy="4251565"/>
          </a:xfrm>
          <a:prstGeom prst="rect">
            <a:avLst/>
          </a:prstGeom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D518D31-9639-A9AA-DCAA-E49F38908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103" y="771896"/>
            <a:ext cx="3941674" cy="452588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69C6134-0C9D-99EE-6696-36DD3B8059E5}"/>
              </a:ext>
            </a:extLst>
          </p:cNvPr>
          <p:cNvSpPr/>
          <p:nvPr/>
        </p:nvSpPr>
        <p:spPr>
          <a:xfrm>
            <a:off x="0" y="3954958"/>
            <a:ext cx="4127863" cy="24379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05986E-4D8B-1549-3E5E-EF91B99B39FE}"/>
              </a:ext>
            </a:extLst>
          </p:cNvPr>
          <p:cNvSpPr/>
          <p:nvPr/>
        </p:nvSpPr>
        <p:spPr>
          <a:xfrm>
            <a:off x="7329914" y="4286551"/>
            <a:ext cx="4127863" cy="1011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EB59C9-C519-2871-09D0-3E08BA8B920E}"/>
              </a:ext>
            </a:extLst>
          </p:cNvPr>
          <p:cNvSpPr/>
          <p:nvPr/>
        </p:nvSpPr>
        <p:spPr>
          <a:xfrm>
            <a:off x="7329913" y="771894"/>
            <a:ext cx="4127863" cy="44708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941E07-33E1-A7D0-4B80-896D5CFBBB0A}"/>
              </a:ext>
            </a:extLst>
          </p:cNvPr>
          <p:cNvSpPr/>
          <p:nvPr/>
        </p:nvSpPr>
        <p:spPr>
          <a:xfrm>
            <a:off x="1" y="125911"/>
            <a:ext cx="4127862" cy="44708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159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08979-1493-B2B1-999D-C1E54CB9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A6E228-3F22-ECCB-5EA9-E50EB17369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0B64EC-763B-DEF3-638A-CE7D1E86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2" y="306034"/>
            <a:ext cx="5232778" cy="34195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2ED73FB-4EA5-2BC8-B734-05F0173CC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868" y="128254"/>
            <a:ext cx="4976403" cy="65219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2431330-D9C3-A070-6A21-9A54D8E74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74" y="4218980"/>
            <a:ext cx="5873026" cy="243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6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CF5E1-91E6-1AFC-F1F8-58373D64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메모리 최적화 프로젝트 구성 방법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61AA90-1AE4-9BC2-C825-A4C72ED6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094"/>
          <a:stretch>
            <a:fillRect/>
          </a:stretch>
        </p:blipFill>
        <p:spPr>
          <a:xfrm>
            <a:off x="411920" y="1065556"/>
            <a:ext cx="4631420" cy="140833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F8197F1-67BC-1EC3-007A-CDCEF7460FF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27630" y="2473886"/>
            <a:ext cx="0" cy="418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E21D12F-7730-1790-8DF1-C8C6B836F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75" y="2892805"/>
            <a:ext cx="3905556" cy="16132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F029AE-DE8F-C49F-E7F1-0424E5EA6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98" y="4858943"/>
            <a:ext cx="4123309" cy="1477636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00F4F74-2BD8-6AA3-8323-F5092D46D9E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618753" y="4506012"/>
            <a:ext cx="0" cy="35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0ACCE837-92ED-DECD-D725-49787F167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468" y="1138166"/>
            <a:ext cx="4180319" cy="154517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00F5AE0-E19E-F781-CACB-89B317572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847" y="3049553"/>
            <a:ext cx="4363563" cy="3287026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3337A3B-B6EB-5AF8-D0F6-B48E9D0E372B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8583628" y="2683345"/>
            <a:ext cx="1" cy="366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373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13457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3E351AFA-C5CD-FF45-AA6F-7CB5D626CE94}"/>
    </a:ext>
  </a:extLst>
</a:theme>
</file>

<file path=ppt/theme/theme2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9E614CC1-025E-7F4F-ADE5-A242777675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제목 테마</Template>
  <TotalTime>404</TotalTime>
  <Words>44</Words>
  <Application>Microsoft Macintosh PowerPoint</Application>
  <PresentationFormat>와이드스크린</PresentationFormat>
  <Paragraphs>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제목 테마</vt:lpstr>
      <vt:lpstr>CryptoCraft 테마</vt:lpstr>
      <vt:lpstr>pqm4 포팅 방법</vt:lpstr>
      <vt:lpstr>pqm4 포팅 방법</vt:lpstr>
      <vt:lpstr>pqm4 포팅 방법</vt:lpstr>
      <vt:lpstr>pqm4 포팅 방법</vt:lpstr>
      <vt:lpstr>PowerPoint 프레젠테이션</vt:lpstr>
      <vt:lpstr>pqm4 포팅 방법</vt:lpstr>
      <vt:lpstr>PowerPoint 프레젠테이션</vt:lpstr>
      <vt:lpstr>PowerPoint 프레젠테이션</vt:lpstr>
      <vt:lpstr>메모리 최적화 프로젝트 구성 방법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심민주</dc:creator>
  <cp:keywords/>
  <dc:description/>
  <cp:lastModifiedBy>심민주</cp:lastModifiedBy>
  <cp:revision>3</cp:revision>
  <dcterms:created xsi:type="dcterms:W3CDTF">2026-03-08T04:09:13Z</dcterms:created>
  <dcterms:modified xsi:type="dcterms:W3CDTF">2026-03-08T10:53:33Z</dcterms:modified>
  <cp:category/>
</cp:coreProperties>
</file>