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Action1.xml" ContentType="application/vnd.ms-office.inkAction+xml"/>
  <Override PartName="/ppt/ink/inkAction2.xml" ContentType="application/vnd.ms-office.inkAction+xml"/>
  <Override PartName="/ppt/ink/inkAction3.xml" ContentType="application/vnd.ms-office.inkAction+xml"/>
  <Override PartName="/ppt/ink/inkAction4.xml" ContentType="application/vnd.ms-office.inkAction+xml"/>
  <Override PartName="/ppt/ink/inkAction5.xml" ContentType="application/vnd.ms-office.inkAction+xml"/>
  <Override PartName="/ppt/ink/inkAction6.xml" ContentType="application/vnd.ms-office.inkAction+xml"/>
  <Override PartName="/ppt/ink/inkAction7.xml" ContentType="application/vnd.ms-office.inkAction+xml"/>
  <Override PartName="/ppt/ink/inkAction8.xml" ContentType="application/vnd.ms-office.inkAction+xml"/>
  <Override PartName="/ppt/ink/inkAction9.xml" ContentType="application/vnd.ms-office.inkAction+xml"/>
  <Override PartName="/ppt/ink/inkAction10.xml" ContentType="application/vnd.ms-office.inkAction+xml"/>
  <Override PartName="/ppt/ink/inkAction11.xml" ContentType="application/vnd.ms-office.inkAction+xml"/>
  <Override PartName="/ppt/ink/inkAction12.xml" ContentType="application/vnd.ms-office.inkAct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</p:sldMasterIdLst>
  <p:notesMasterIdLst>
    <p:notesMasterId r:id="rId17"/>
  </p:notesMasterIdLst>
  <p:handoutMasterIdLst>
    <p:handoutMasterId r:id="rId18"/>
  </p:handoutMasterIdLst>
  <p:sldIdLst>
    <p:sldId id="269" r:id="rId3"/>
    <p:sldId id="280" r:id="rId4"/>
    <p:sldId id="281" r:id="rId5"/>
    <p:sldId id="282" r:id="rId6"/>
    <p:sldId id="285" r:id="rId7"/>
    <p:sldId id="286" r:id="rId8"/>
    <p:sldId id="289" r:id="rId9"/>
    <p:sldId id="290" r:id="rId10"/>
    <p:sldId id="291" r:id="rId11"/>
    <p:sldId id="292" r:id="rId12"/>
    <p:sldId id="283" r:id="rId13"/>
    <p:sldId id="293" r:id="rId14"/>
    <p:sldId id="295" r:id="rId15"/>
    <p:sldId id="29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07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56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0" timeString="2026-05-17T03:28:41.5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17721">
    <iact:property name="dataType"/>
    <iact:actionData xml:id="d0">
      <inkml:trace xmlns:inkml="http://www.w3.org/2003/InkML" xml:id="stk0" contextRef="#ctx0" brushRef="#br0">10115 5378 0,'45'11'20,"2"-7"1,10-2 0,2 0 0,7 0 0,2 0-1,3-2 1,1 0 0,4 0 0,-7-2 0,3 0 0,0-1-1,-2 1 1,13 1 0,-2 1 0,0-1 0,1-2 0,1 0-1,1 1 1,-15 1 0,2 1 0,0 0 0,-2 1-1,13-1 1,-2 0 0,-2 0 0,-4 0 0,-1 0 0,-8 0-1,-5 0 1,-9 0 0,11 0 0,-44 4 0,-4-3 0,0 3-1,-1-4 1,-3 0 0,16 0 0,29-13 0,13 4-1,-1-5 1,-16 8 0,-25 6 0,-8 0 0,23 0 0,-19 0-1,16 0 1,-19 0 0,-9 0 0,0 0 0,-6 0 0</inkml:trace>
    </iact:actionData>
  </iact:action>
  <iact:action type="add" startTime="34592">
    <iact:property name="dataType"/>
    <iact:actionData xml:id="d1">
      <inkml:trace xmlns:inkml="http://www.w3.org/2003/InkML" xml:id="stk1" contextRef="#ctx0" brushRef="#br0">6216 7500 0,'50'-5'18,"-1"-1"0,-4 0 1,7 1-1,20 5 0,-27 0 1,3 0-1,11 0 0,4 0 1,10 0-1,2 0 0,-5 0 1,-1 0-1,-3 0 0,-4 0 1,24 0-1,-10 0 0,3 8 1,-18 0-1,2 1 0,-12-1 1,0 1-1,7 3 0,-3-1 1,7-3-1,-9-2 0,17-12 1,-29 4-1,34-10 0,-20 11 1,-8-10-1,11 10 0,-40-4 1,2 5-1,-16 0 1</inkml:trace>
    </iact:actionData>
  </iact:action>
  <iact:action type="add" startTime="58402">
    <iact:property name="dataType"/>
    <iact:actionData xml:id="d2">
      <inkml:trace xmlns:inkml="http://www.w3.org/2003/InkML" xml:id="stk2" contextRef="#ctx0" brushRef="#br0">4549 10579 0,'63'0'12,"13"0"1,6 0 0,-34 0-1,2 0 1,-4 3 0,-1 1-1,38-2 1,-4 4 0,-16-6 0,16 0-1,-5 0 1,-13 0 0,8 0-1,14 0 1,4 0 0,-26 0 0,0 0-1,1 0 1,9 0 0,1 0-1,-3 0 1,15 0 0,-5 0-1,-13 0 1,-4 0 0,-12 0 0,-4 0-1,22 0 1,5 0 0,11 0-1,-25-3 1,3-1 0,-5 3 0,1 0-1,14-3 1,0 0 0,-19 4-1,-1 0 1,9 0 0,-3 0 0,24 0-1,-18-3 1,8-1 0,-11 3-1,4 1 1,-1-1 0,22-3-1,0 0 1,-23 4 0,1 0 0,-8 0-1,28-5 1,-29 4 0,-12-4-1,4 11 1,15-5 0,9 5 0,-7-5-1,6-2 1,8 1 0,4 0-1,-22 0 1,2 0 0,-4 0-1,12 0 1,-7 0 0,9 0 0,-37 0-1,10 0 1,28 0 0,5 0-1,2 0 1,-22 0 0,10 0 0,-12 0-1,14 0 1,-4 0 0,-13 0-1,7 4 1,8-1 0,4-2 0,1 0-1,9 2 1,3 1 0,3-3-1,-4-2 1,-34-2 0,-3 0-1,3 2 1,2 0 0,9-5 0,0 0-1,-6 4 1,1 2 0,18-4-1,-1 1 1,-20 3 0,-2 0 0,3 0-1,1 0 1,0 0 0,-1 0-1,-6 0 1,-1 0 0,42 0-1,-33 0 1,-1 0 0,-9 0 0,0 0-1,15 0 1,0 0 0,-12 0-1,-5 0 1,8 0 0,-18 0 0,-17 0-1,3 0 1,6 0 0,0 4-1,-6-3 1,-11 4 0,-5-5 0</inkml:trace>
    </iact:actionData>
  </iact:action>
  <iact:action type="add" startTime="74520">
    <iact:property name="dataType"/>
    <iact:actionData xml:id="d3">
      <inkml:trace xmlns:inkml="http://www.w3.org/2003/InkML" xml:id="stk3" contextRef="#ctx0" brushRef="#br0">12999 12958 0,'75'-6'19,"-29"2"1,3-1 0,5-1 0,6-2-1,25-1 1,4 0 0,-15 4 0,-1 1 0,7-1-1,-5 1 1,-26 3 0,-5 2 0,14 4-1,-19-4 1,-9 8 0,9-8 0,18 9 0,0-9-1,3 0 1,-15 5 0,1 0 0,22-5-1,-2-1 1,16 6 0,-9-6 0,-18 0 0,-28 4-1,8-3 1,11 10 0,19-3 0,16 0-1,-29-2 1,-6-6 0,-36 0 0,-2 0 0</inkml:trace>
    </iact:actionData>
  </iact:action>
  <iact:action type="add" startTime="84762">
    <iact:property name="dataType"/>
    <iact:actionData xml:id="d4">
      <inkml:trace xmlns:inkml="http://www.w3.org/2003/InkML" xml:id="stk4" contextRef="#ctx0" brushRef="#br0">18782 13985 0,'60'0'22,"0"0"1,25 0 0,3 0 0,-10-1 0,1 2-1,-12 1 1,3 1 0,-2 0 0,20 2 0,-4 0 0,-16 0-1,-3 1 1,0 1 0,-1 0 0,-8-2 0,0-1-1,13 1 1,1-1 0,1 1 0,-1-2 0,-1-3 0,-1 0-1,-11 0 1,-3 0 0,-5 0 0,-4 0 0,19 0-1,-16-4 1,-32 3 0,3-8 0,6 7 0,9-12 0,11 1-1,-11-3 1,-11 1 0,-10 10 0,-12 0 0,3 5 0</inkml:trace>
    </iact:actionData>
  </iact:action>
  <iact:action type="add" startTime="91038">
    <iact:property name="dataType"/>
    <iact:actionData xml:id="d5">
      <inkml:trace xmlns:inkml="http://www.w3.org/2003/InkML" xml:id="stk5" contextRef="#ctx0" brushRef="#br0">3429 14947 0,'75'0'18,"-7"3"1,8 1-1,9-4 1,7 1 0,-29 3-1,5 1 1,2 0 0,-2-2-1,14-1 1,-1-2 0,-3 1-1,-10 2 1,-3 1-1,-3-1 1,13-2 0,-9-2-1,4 1 1,-1 6 0,-24-2-1,1 1 1,4 2 0,3 0-1,16 1 1,3-2 0,-4-1-1,1-1 1,5 2-1,-2 0 1,-8-6 0,-4 1-1,-11 5 1,-4-1 0,11-4-1,-23 4 1,-24-5 0,0 0-1,0-4 1,0-1 0</inkml:trace>
    </iact:actionData>
  </iact:action>
  <iact:action type="add" startTime="95731">
    <iact:property name="dataType"/>
    <iact:actionData xml:id="d6">
      <inkml:trace xmlns:inkml="http://www.w3.org/2003/InkML" xml:id="stk6" contextRef="#ctx0" brushRef="#br0">8175 15973 0,'24'-5'17,"2"1"0,2 4 0,41 8 1,-16-4-1,6 1 0,23 0 1,3 0-1,-7 0 0,-2-3 1,1-4-1,-4-2 0,-16 0 1,-4-1-1,-2 1 0,-1 0 0,-5 0 1,1 1-1,2 3 0,2 0 1,0-2-1,0-3 0,2-2 1,-1 0-1,-3 2 0,-3 0 1,10-8-1,-26 13 0,-25 0 1</inkml:trace>
    </iact:actionData>
  </iact:action>
  <iact:action type="add" startTime="103997">
    <iact:property name="dataType"/>
    <iact:actionData xml:id="d7">
      <inkml:trace xmlns:inkml="http://www.w3.org/2003/InkML" xml:id="stk7" contextRef="#ctx0" brushRef="#br0">11405 17107 0,'33'0'8,"35"8"1,20-6 0,-29 1-1,12 3 1,6-1 0,-2 0 0,0-4-1,-1 0 1,3-1 0,4 0 0,0 2-1,4 1 1,3-1 0,0 1 0,-1-1-1,0-2 1,1 0 0,0 0 0,-2 0-1,-3 0 1,6 0 0,-2 0 0,-2 0-1,2 0 1,1 0 0,0 0 0,1 0-1,-1 0 1,0 0 0,-1 0 0,0 0-1,-5 0 1,-13-2 0,-3-1 0,-1 0-1,3 1 1,9 1 0,4 2-1,-1-1 1,-5-2 0,2-4 0,-5-1-1,-1 2 1,-7 3 0,-1 2 0,5 0-1,4-2 1,5 0 0,1 0 0,-4-1-1,-1 0 1,-4-1 0,10 2 0,-9 2-1,10 2 1,4 0 0,1 0 0,-4 0-1,-8-1 1,17-3 0,-8-1 0,6 1-1,-9 3 1,7 2 0,2 0 0,-5 0-1,-9-2 1,-5 0 0,-8-1 0,1-1-1,4 1 1,1 0 0,-6 0-1,2 0 1,-5 0 0,-7 3 0,-1 0-1,0-2 1,0 0 0,-4 2 0,-1 0-1,36-3 1,-19 0 0,-9 0 0,-8 0-1,3 0 1,0 0 0,0 0 0,12 0-1,-5 0 1,-30 0 0,21 0 0,-33-4-1,1-6 1,10 0 0,2 1 0,6 1-1,13 7 1,-10-3 0,0 4 0,-10 0-1,12 0 1,-20 0 0,13 0 0</inkml:trace>
    </iact:actionData>
  </iact:action>
</iact:actions>
</file>

<file path=ppt/ink/inkAction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0" timeString="2026-05-17T03:28:41.5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13891">
    <iact:property name="dataType"/>
    <iact:actionData xml:id="d0">
      <inkml:trace xmlns:inkml="http://www.w3.org/2003/InkML" xml:id="stk0" contextRef="#ctx0" brushRef="#br0">11589 5372 0,'63'0'15,"1"0"1,0 0 0,15 0 0,3 0-1,-5 0 1,6-1 0,-6 2 0,2 2-1,-4 1 1,5 0 0,-3 0 0,-14 0-1,-3 1 1,-3 2 0,-1-2 0,0-3-1,0-2 1,-3 3 0,4 0 0,21-3-1,6 0 1,-1 0 0,3 0 0,-18 0-1,1 0 1,-4 0 0,2 0 0,-6 0-1,23 0 1,-63 0 0,-17 0 0</inkml:trace>
    </iact:actionData>
  </iact:action>
  <iact:action type="add" startTime="20201">
    <iact:property name="dataType"/>
    <iact:actionData xml:id="d1">
      <inkml:trace xmlns:inkml="http://www.w3.org/2003/InkML" xml:id="stk1" contextRef="#ctx0" brushRef="#br0">31884 5284 0,'87'-5'13,"-1"-1"0,-21 0 0,3-1 0,2-1 0,-3 1 0,3-1 0,0-1 1,-4 1-1,6-1 0,-4-1 0,-6 1 0,-2-1 0,-11 2 0,-13 3 0,-40 5 1</inkml:trace>
    </iact:actionData>
  </iact:action>
  <iact:action type="add" startTime="21844">
    <iact:property name="dataType"/>
    <iact:actionData xml:id="d2">
      <inkml:trace xmlns:inkml="http://www.w3.org/2003/InkML" xml:id="stk2" contextRef="#ctx0" brushRef="#br0">3576 6226 0,'62'-6'11,"-17"6"0,6-1 1,7-2-1,8-2 1,6 0-1,2 2 1,6 0-1,4 0 1,4 0-1,-12 1 0,3 0 1,3 1-1,2-1 1,-1 1-1,0 0 1,-1 1-1,1 0 1,0 0-1,0 1 0,-2 0 1,-3 0-1,7 0 1,-1 1-1,-3 0 1,-3 0-1,-6 2 1,12 1-1,-7 2 0,-14 1 1,14 5-1,-56-11 1,15-10-1,20-12 1,-13 9-1,1 1 1,13-5-1,-9 8 1</inkml:trace>
    </iact:actionData>
  </iact:action>
  <iact:action type="add" startTime="28591">
    <iact:property name="dataType"/>
    <iact:actionData xml:id="d3">
      <inkml:trace xmlns:inkml="http://www.w3.org/2003/InkML" xml:id="stk3" contextRef="#ctx0" brushRef="#br0">15751 7421 0,'47'0'9,"-3"5"1,30 3-1,11 12 1,-14-7 0,5-1-1,0-2 1,3-2 0,-14-2-1,2-1 1,-1-1 0,23-3-1,-1-2 1,-22 1 0,1 0-1,-2 0 1,23 0 0,1 0-1,-20 2 1,2 1-1,0 1 1,3-1 0,1 1-1,-3-1 1,-9 1 0,-2 0-1,3-1 1,12 0 0,4 0-1,-1 0 1,-4-3 0,-1 0-1,-1 0 1,0 0 0,0 0-1,-3 0 1,-6 0 0,-1 0-1,-9 0 1,32 0-1,-55 0 1,-10-5 0,35 4-1,-5-1 1,7 0 0,6 5-1,2 1 1,0-3 0,-4 0-1,24 6 1,-10-7 0,-21-1-1,4 2 1,7 3 0,4 0-1,-6-3 1,4-1 0,-4 1-1,10 7 1,-1-1-1,-9-6 1,2-1 0,0 0-1,-5 2 1,-1 0 0,2 0-1,6 1 1,2 0 0,-1 0-1,1-2 1,-2-1 0,-3 1-1,10 3 1,-6 0 0,-7-3-1,-2-2 1,-8 1 0,6 0-1,4 3 1,9 0-1,5 1 1,-1 1 0,-1 1-1,1 0 1,1 1 0,5-1-1,3 1 1,6-1 0,1 0-1,0 0 1,-6 0 0,4 0-1,-3 1 1,-4-1 0,-5-1-1,0 0 1,-6-1 0,-6-3-1,0-1 1,-12-4-1,-18-2 1,-13-8 0,8 3-1,1-4 1,6 5 0,13-4-1,9-2 1,11 2 0,7 1-1,-11 0 1,4 0 0,-2 1-1,18-2 1,-3 2 0,-7 6-1,-7 2 1,7-3 0,-12 7-1,15-5 1,-21 4-1,5 0 1,20-2 0,6 0-1,-17 3 1,3 1 0,-6-2-1,7-1 1,-6-2 0,-7 2-1,-11-1 1,-18-4 0,-21-1-1,-4 7 1,5-3 0,-4 4-1,3 0 1,-4 0 0</inkml:trace>
    </iact:actionData>
  </iact:action>
  <iact:action type="add" startTime="31379">
    <iact:property name="dataType"/>
    <iact:actionData xml:id="d4">
      <inkml:trace xmlns:inkml="http://www.w3.org/2003/InkML" xml:id="stk4" contextRef="#ctx0" brushRef="#br0">28062 7425 0,'76'-7'10,"-19"7"0,7-1 1,3-4-1,8-2 1,8 2-1,-10 3 1,6 1-1,5 2 0,-1-1 1,-1-1-1,-6-1 1,-1 0-1,-1 0 1,3-1-1,5 2 0,-6 0 1,4 1-1,4 1 1,0-1-1,0 1 1,-3-1-1,-5-1 0,9-1 1,-4 0-1,-3-1 1,-1 1-1,-2 0 1,11 0-1,-2 0 0,-4 1 1,-7-2-1,26-3 1,-24 0-1,-43 1 1</inkml:trace>
    </iact:actionData>
  </iact:action>
  <iact:action type="add" startTime="54053">
    <iact:property name="dataType"/>
    <iact:actionData xml:id="d5">
      <inkml:trace xmlns:inkml="http://www.w3.org/2003/InkML" xml:id="stk5" contextRef="#ctx0" brushRef="#br0">26763 9416 0,'63'-6'11,"-1"1"0,10 1 0,3 0 1,5 4-1,5 0 0,-12 1 1,4-1-1,-4-1 0,13-2 1,-1-1-1,-17 0 0,3 1 1,3 0-1,-6 1 0,3-1 1,0 1-1,-1 0 0,11-1 1,-2 0-1,5 1 0,-16 1 1,5 1-1,2 0 0,0 1 1,-3-1-1,10 0 0,-1 0 1,-1 0-1,2 0 0,-10 0 1,2 0-1,1 0 0,-3 0 1,-3 0-1,20-2 0,-6 0 1,-1 0-1,-1 0 0,-3 0 1,-9-1-1,-16-1 0,-6 0 1,4-2-1,-1 0 0,33-2 1,-38-1-1,-3-2 0,14-3 1,12-4-1,-19 5 0,-2 6 1,-8 1-1,-13 6 0,18 0 1,6 6-1,0 0 0,-7 5 1,-19-6-1,-14-1 0,7-4 1,-1-4-1,49-9 0,15 6 1,-7-9-1,-17 15 0,-51-3 1</inkml:trace>
    </iact:actionData>
  </iact:action>
  <iact:action type="add" startTime="56560">
    <iact:property name="dataType"/>
    <iact:actionData xml:id="d6">
      <inkml:trace xmlns:inkml="http://www.w3.org/2003/InkML" xml:id="stk6" contextRef="#ctx0" brushRef="#br0">3517 10387 0,'48'-15'8,"-7"1"1,-13 8 0,1 2 0,14 4 0,24 7 0,-9-6 0,7 0 0,-3 6 0,5 3 0,0-1 0,-6-5-1,0-1 1,4 1 0,3 2 0,4 2 0,2 1 0,-3-1 0,14 3 0,-3 1 0,3-1 0,-10-4 0,2 0 0,0-1-1,-3 1 1,8 5 0,-4 0 0,1-2 0,2-4 0,1-3 0,-6 0 0,8 1 0,-2-1 0,-8-2 0,4-1-1,0-1 1,-5-2 0,1 0 0,4 0 0,4 2 0,6 0 0,1 1 0,-4-1 0,-13-1 0,-3 0 0,0-1 0,4 1-1,2 1 1,5 1 0,1 0 0,-1 1 0,-6-1 0,-3 0 0,-4 0 0,-2 0 0,0 0 0,20 0 0,-1 0 0,-4 0-1,-14 0 1,-3 0 0,-4 0 0,3 0 0,2 0 0,10 2 0,7 2 0,-2-2 0,-13-1 0,-2 0 0,3 0-1,-2 0 1,3 2 0,2-1 0,-2 0 0,19-1 0,-1-2 0,-1 1 0,-6 0 0,-2 0 0,-1 0 0,-5 0 0,-2-1-1,-3 2 1,23 3 0,-9 0 0,4-2 0,-9 5 0,-15-12 0,-5-1 0,7-6 0,-8 6 0,27-13 0,-21 10-1,17-1 1,4 0 0,-32 2 0,0 1 0,32-1 0,-2 1 0,4-1 0,-35 1 0,0 1 0,36 5 0,-33-2 0,2 0-1,3 2 1,0 2 0,-7-1 0,-1 0 0,-1-3 0,-1 1 0,41 0 0,-21-2 0,7 4 0,-40 0 0,-11 0 0</inkml:trace>
    </iact:actionData>
  </iact:action>
</iact:actions>
</file>

<file path=ppt/ink/inkAction3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0" timeString="2026-05-17T03:28:41.5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3471">
    <iact:property name="dataType"/>
    <iact:actionData xml:id="d0">
      <inkml:trace xmlns:inkml="http://www.w3.org/2003/InkML" xml:id="stk0" contextRef="#ctx0" brushRef="#br0">21033 2358 0,'83'-7'3,"0"0"0,-2 3 1,7 2-1,-14 4 0,7 1 1,9 1-1,10 1 0,-28-2 1,7 1-1,5 0 0,5 0 1,3 1-1,2-1 0,2 1 1,-1-1-1,-1 0 0,-3 0 1,-8-1-1,-1 0 0,0 0 1,-1 0-1,1 0 0,1 0 1,0-1-1,2 1 0,1 0 1,3-1-1,2 1 0,-13-1 1,2 1-1,2-1 0,2 1 1,1-1-1,1 1 0,1 0 1,1-1-1,0 0 0,0 1 1,0-1-1,-1 0 0,-1 0 1,0-1-1,-2 1 0,-1-1 1,4 0-1,-1 0 0,0-1 1,0 1-1,-1-1 0,0 0 1,-1 0-1,0 0 0,-1 0 1,0-1-1,0 1 0,-1-1 1,0 1-1,-1-1 0,8 0 1,0 0-1,-1 1 0,0-2 1,-1 1-1,0 0 0,-1 0 1,-1-1-1,0 1 0,-1-1 1,-2 0-1,0 0 0,4 0 1,-1 0-1,-1 0 0,-1 0 1,-1-1-1,-1 1 0,0-1 1,-1 0-1,0 0 0,-1-1 1,12-1-1,0 0 0,0-1 1,-2 0-1,-1 0 0,-1 0 1,-1 0-1,-3 1 0,0 0 1,-3 1-1,-1 0 0,-2 0 1,0 0-1,0 0 0,1 0 1,10 0-1,-1-1 0,0 1 1,0-1-1,0 2 0,1 0 1,-1 2-1,2 0 0,-1 2 1,0-1-1,-1 1 0,-1-1 1,-8 0-1,0 0 0,-1 0 1,-1 0-1,0 0 0,-2 0 1,6 0-1,0 1 0,-2-1 1,-1 0-1,-3-1 0,8 0 1,-2-1-1,-4 1 0,-6-1 1,22 2-1,-16-1 0,-10-5 1</inkml:trace>
    </iact:actionData>
  </iact:action>
  <iact:action type="add" startTime="4026">
    <iact:property name="dataType"/>
    <iact:actionData xml:id="d1">
      <inkml:trace xmlns:inkml="http://www.w3.org/2003/InkML" xml:id="stk1" contextRef="#ctx0" brushRef="#br0">31630 2288 0,'0'0'82</inkml:trace>
    </iact:actionData>
  </iact:action>
  <iact:action type="add" startTime="28724">
    <iact:property name="dataType"/>
    <iact:actionData xml:id="d2">
      <inkml:trace xmlns:inkml="http://www.w3.org/2003/InkML" xml:id="stk2" contextRef="#ctx0" brushRef="#br0">6922 7348 0,'65'-11'9,"-17"8"0,7 4 0,1 4 0,7 3 0,2-1 1,15 1-1,5-1 0,8 1 0,-23 0 0,6 0 1,3 0-1,3 1 0,0-1 0,-3-1 0,-1-1 0,-1 0 1,0-1-1,1 0 0,2 0 0,4-1 0,-4 0 1,4 0-1,1 0 0,3 0 0,0 0 0,0-1 0,-1 1 1,-3-1-1,5 1 0,0 1 0,-2-1 0,0 0 1,-1 0-1,-1-1 0,-1-1 0,6 0 0,-2-2 0,0 0 1,-2 0-1,-3 1 0,-3 0 0,17 2 0,-3 1 1,-7-1-1,-11 0 0,6-3 0,-21 0 0,-26 0 1</inkml:trace>
    </iact:actionData>
  </iact:action>
  <iact:action type="add" startTime="43720">
    <iact:property name="dataType"/>
    <iact:actionData xml:id="d3">
      <inkml:trace xmlns:inkml="http://www.w3.org/2003/InkML" xml:id="stk3" contextRef="#ctx0" brushRef="#br0">8937 11694 0,'73'0'8,"1"0"0,-7 0 0,8 0 1,5 0-1,2 0 0,-1 0 0,3 0 1,3 0-1,3 0 0,2 0 0,-14 1 1,3 1-1,2-1 0,1 1 0,1-1 1,2 1-1,1-1 0,-12 0 0,3-1 1,1 0-1,0 0 0,1 0 0,1 0 1,-2 0-1,0 1 0,-2-1 0,4 1 1,-1 1-1,0-1 0,0 1 0,-2-1 1,0 1-1,-2-1 0,-1-1 0,12-1 1,-2 0-1,-1-1 0,-2 0 0,-2 0 1,-2 0-1,2 0 0,-1 0 0,-4 0 1,-3-1-1,-6 1 0,7-2 0,-7 0 1,-4 0-1,14-4 0,-6 1 0,-21 7 1,-6-1-1,10-4 0,-34 0 0,0 4 1,0-4-1,-11 5 0,-5 0 1</inkml:trace>
    </iact:actionData>
  </iact:action>
  <iact:action type="add" startTime="56660">
    <iact:property name="dataType"/>
    <iact:actionData xml:id="d4">
      <inkml:trace xmlns:inkml="http://www.w3.org/2003/InkML" xml:id="stk4" contextRef="#ctx0" brushRef="#br0">17911 12914 0,'75'-12'4,"0"0"0,1 0 1,-1 1-1,-9 3 1,5 1-1,3 0 1,3 1-1,3-1 1,4 1-1,1 1 1,3-1-1,-15 2 1,3 0-1,3 1 1,1-1-1,2 1 1,2 1-1,1-1 1,1 0-1,1 0 1,0 0-1,1 0 1,-1-1-1,0 0 1,-6 0-1,0 0 1,1-1-1,0 0 1,0 0-1,1 0 1,1 0-1,-1 0 1,2 0-1,0 0 1,1 0-1,0 1 1,2 0-1,0 0 1,1 1-1,-8 1 1,1 1-1,2-1 1,2 2-1,0-1 1,2 1-1,0 0 1,0 1-1,1-1 1,0 0-1,-1 1 1,-1-1-1,0 0 1,-1 0-1,-2 0 1,-1 0-1,-2-1 1,-2-1-1,-3 1 1,19-2-1,-4-1 1,-2 0-1,-2-1 1,-1 0-1,-2 0 1,0 0-1,-2 1 1,1-1-1,0 1 1,1 0-1,0 1 1,1 1-1,2 0 1,1 0-1,1 1 1,0 1-1,-1-1 1,-2 0-1,-2 1 1,-4-1-1,-4 0 1,-6 0-1,-5-1 1,38-2-1,-13-1 1,-8 0-1,-3 1 1,4-1-1,-5 2 1,-11 0-1,-15 3 1,-4 0-1,2-2 1,2-3-1,9-4 1,0-3-1,-2-1 1,3 0-1,24-2 1,3 1-1,-6 5 1,4 3-1,-10 3 1,4 1-1,-5 1 1,6 1-1,-4 0 1,3 0-1,-9 0 1,-18 0-1,-15 0 1</inkml:trace>
    </iact:actionData>
  </iact:action>
</iact:actions>
</file>

<file path=ppt/ink/inkAction4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0" timeString="2026-05-17T03:28:41.5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3445">
    <iact:property name="dataType"/>
    <iact:actionData xml:id="d0">
      <inkml:trace xmlns:inkml="http://www.w3.org/2003/InkML" xml:id="stk0" contextRef="#ctx0" brushRef="#br0">21249 2317 0,'23'-24'8,"0"10"1,-9 2-1,5 11 1,30-3-1,2 0 1,13 0 0,9 1-1,-3 1 1,7 2-1,7 1 1,6-1-1,6-2 1,-23-1 0,6 0-1,3-1 1,4-1-1,3 0 1,0 0 0,2 0-1,-1 0 1,-1 1-1,-3 1 1,-2 1-1,0 1 1,-1 1 0,0-1-1,0 1 1,0 1-1,2-2 1,0 1 0,1-1-1,2-1 1,-5-1-1,3 0 1,2-1-1,2 0 1,0-1 0,0 0-1,0 1 1,-1-1-1,-3 1 1,-2 0-1,-3 1 1,-4 1 0,19 0-1,-4 1 1,-5 1-1,-2 0 1,-1 0 0,-1 0-1,1-1 1,-2-1-1,-1 0 1,1-1-1,-2 0 1,-1 1 0,-2 0-1,-3 0 1,10 1-1,-3 0 1,-2 1 0,0 1-1,2 0 1,6 3-1,2 1 1,1 0-1,-1 1 1,-2-3 0,-4-1-1,0-1 1,-1-1-1,-1 1 1,-1 1 0,-5 2-1,-2 2 1,0 0-1,-1-1 1,1-2-1,17-3 1,0-3 0,-2 0-1,-4-1 1,2 1-1,-5 0 1,0-2-1,0 0 1,0-1 0,-6 0-1,8 2 1,-8-2-1,-19-3 1,-3 0 0,-2 4-1,0 1 1,-1-3-1,0 0 1,-1 0-1,0 1 1,0 4 0,4 2-1,3 1 1,5 0-1,1 1 1,4-2 0,1 1-1,7 0 1,-5 3-1,6 1 1,3 1-1,1-1 1,-4-1 0,8-3-1,-3 0 1,0-1-1,3 1 1,-10 1-1,3 1 1,0 0 0,-1 0-1,-3-1 1,5-1-1,-2-1 1,-3-1 0,-3 1-1,2 0 1,-3 0-1,-3 0 1,17 0-1,-9 0 1,5 0 0,-36-5-1,-25 4 1,6-4-1,10 5 1,6 0 0,9 0-1,-3 0 1,3 5-1,-13-4 1,13 9-1,-22-9 1,-6 8 0,-7-8-1,6 8 1,3-8-1,-5 3 1,-3-4 0</inkml:trace>
    </iact:actionData>
  </iact:action>
  <iact:action type="add" startTime="20527">
    <iact:property name="dataType"/>
    <iact:actionData xml:id="d1">
      <inkml:trace xmlns:inkml="http://www.w3.org/2003/InkML" xml:id="stk1" contextRef="#ctx0" brushRef="#br0">17516 5449 0,'63'11'15,"3"-5"1,-23-3-1,3 0 1,-1-3 0,1 0-1,3-1 1,2 2-1,16 2 1,0 1 0,-13-4-1,1 1 1,17 3-1,-1-1 1,-18-3 0,-3 0-1,1 0 1,-1 0-1,31 0 1,-25 0 0,-11 0-1,-13 0 1,23 0 0,-4 0-1,28 0 1,-7 0-1,8 0 1,-9 0 0,7 0-1,-7 0 1,1 0-1,-2 0 1,9 0 0,-34 0-1,3 0 1,12 0-1,3 0 1,9 0 0,3 0-1,13 0 1,0 0-1,-15 0 1,-1 0 0,8 0-1,-1 0 1,-22 0 0,-2 0-1,3 0 1,-2 0-1,-8 0 1,-3 0 0,42 0-1,-31-5 1,12 4-1,-21-9 1,13 9 0,-13-4-1,5 0 1,-7-1-1,8-1 1,-12-2 0,14 7-1,-27-7 1,12 8 0,-20-7-1,10 7 1,-4-3-1,5 4 1,-9 0 0,1 0-1,-8-4 1,3 3-1,-4-3 1,-1 0 0,-3 3-1,-1-3 1,0 4-1,0-4 1,0 3 0,1-4-1,-1 5 1,0 0-1,18 0 1,2 0 0,20 0-1,4 0 1,-11 0 0,9 0-1,-18 0 1,28 0-1,-2 0 1,15 5 0,-4-3-1,-8 3 1,-8-5-1,-1 0 1,7 0 0,13-7-1,9 5 1,-29-1-1,2 0 1,1 2 0,-1 2-1,-7-1 1,0 0 0,5 0-1,-1 0 1,28-6-1,-30 2 1,-1 0 0,37-3-1,-38 3 1,-1 2-1,17 2 1,-2 0 0,-2 0-1,2 0 1,-18 0-1,3 0 1,1 0 0,1 0-1,2 0 1,-1 0-1,-3 0 1,-2 0 0,27-5-1,-10 4 1,-2-4 0,5 5-1,-1 0 1,8 0-1,-17 0 1,-3 0 0,1 0-1,1 0 1,16 0-1,3 0 1,0-5 0,-2 4-1,-9-4 1,0 5-1,8 0 1,11 0 0,-3 0-1,-26 0 1,3 0-1,-2 0 1,4 0 0,21 0-1,4 0 1,-6 0 0,1 0-1,5 0 1,-3 0-1,-20 0 1,-3 0 0,5 0-1,-2 0 1,-11 0-1,-2 0 1,6 0 0,-2 0-1,32 0 1,-20 0-1,25 0 1,-39 0 0,3 0-1,6 0 1,1 0 0,0 0-1,-1 0 1,-10-1-1,-2 2 1,30 9 0,6-8-1,-14 3 1,7 0-1,-14-4 1,2-1 0,0-1-1,-1 1 1,0 0-1,-1 0 1,26 0 0,-11 0-1,-16 0 1,-22-4-1,-11-2 1,14 1 0,8-1-1,3 0 1,14 0 0,-11 2-1,-3 0 1,-5-1-1,22 5 1,-17 0 0,-1 0-1,6 0 1,-5 0-1,1 0 1,11 0 0,0 0-1,-5 0 1,-4 0-1,13 0 1,7 0 0,-19 0-1,2 0 1,3 0 0,3 0-1,-4 0 1,5 0-1,-5 0 1,9 0 0,-4 0-1,-8 0 1,-2 0-1,26 0 1,-32-5 0,-5-1-1,-17-1 1,-7 2-1,1 5 1,6 0 0,0 0-1,10 0 1,12 0-1,9 0 1,12 0 0,-20 0-1,6 0 1,-7 0 0,18 0-1,-2 0 1,-14 0-1,-12 0 1,-19 0 0,-1 0-1,-4 0 1,-1 0-1,3 0 1,20 0 0,-10 0-1,10 0 1,-13 0-1,20-5 1,15 3 0,0-9-1,-19 10 1,-25-4 0</inkml:trace>
    </iact:actionData>
  </iact:action>
  <iact:action type="add" startTime="26273">
    <iact:property name="dataType"/>
    <iact:actionData xml:id="d2">
      <inkml:trace xmlns:inkml="http://www.w3.org/2003/InkML" xml:id="stk2" contextRef="#ctx0" brushRef="#br0">3424 6484 0,'57'-14'15,"0"0"1,29 4 0,5 2 0,-31 5 0,1 0 0,2 2 0,19 0-1,4 1 1,-8 1 0,-6 2 0,-7 0 0,-6-3 0,-11 1 0,-26 5 0</inkml:trace>
    </iact:actionData>
  </iact:action>
  <iact:action type="add" startTime="43794">
    <iact:property name="dataType"/>
    <iact:actionData xml:id="d3">
      <inkml:trace xmlns:inkml="http://www.w3.org/2003/InkML" xml:id="stk3" contextRef="#ctx0" brushRef="#br0">10691 8196 0,'31'-25'30,"17"4"1,11 12 0,15 3 0,0 6 0,3 0-1,-3 0 1,6 0 0,4 0 0,-28 0 0,0 0-1,28 0 1,-5 0 0,-10 0 0,-22-4 0,-20 3-1,-22-8 1,3 8 0,11-9 0,17-8 0,6-4-1,6-2 1,-4 4 0,0 1 0,32-21 0,-31 26 0</inkml:trace>
    </iact:actionData>
  </iact:action>
  <iact:action type="add" startTime="45389">
    <iact:property name="dataType"/>
    <iact:actionData xml:id="d4">
      <inkml:trace xmlns:inkml="http://www.w3.org/2003/InkML" xml:id="stk4" contextRef="#ctx0" brushRef="#br0">12176 8130 0,'83'-19'24,"0"1"0,-1 1 0,-8 0 0,3-9 0,-20 11 0,-32 5 0,-16 10 0,-3-4 0,-2-1 1</inkml:trace>
    </iact:actionData>
  </iact:action>
  <iact:action type="add" startTime="58217">
    <iact:property name="dataType"/>
    <iact:actionData xml:id="d5">
      <inkml:trace xmlns:inkml="http://www.w3.org/2003/InkML" xml:id="stk5" contextRef="#ctx0" brushRef="#br0">13069 10347 0,'72'0'17,"-14"-4"0,7 0 1,-8 3-1,4 1 1,4-1-1,16 2 1,4-1-1,-1 1 1,-6 0-1,-1-1 1,-4 2-1,18 3 1,-9-1-1,6-4 1,-58 0-1,-15-8 1,9 6-1,15-6 1,-4 13-1,1-4 1,-17 4-1,-10-1 1,6-3-1,-4 3 1,24-4-1,-21 0 1,19 0-1,-23 0 1,9 0-1,-8 0 1,0 0-1,-7 0 1</inkml:trace>
    </iact:actionData>
  </iact:action>
  <iact:action type="add" startTime="66229">
    <iact:property name="dataType"/>
    <iact:actionData xml:id="d6">
      <inkml:trace xmlns:inkml="http://www.w3.org/2003/InkML" xml:id="stk6" contextRef="#ctx0" brushRef="#br0">5602 11447 0,'58'17'5,"0"0"1,19-2 0,12-1 0,1-1 0,-22-5 0,-1-1 0,5-1 0,9 2 0,-16-1-1,6 1 1,5 0 0,4 0 0,3 1 0,1 0 0,1 0 0,-2 0 0,-1-1 0,-1 0-1,0 0 1,0 0 0,0 0 0,1 0 0,0 0 0,1 0 0,2-1 0,0 1 0,-6-1-1,2 0 1,1 0 0,2 0 0,-1-1 0,1 1 0,0 0 0,-1-1 0,-1 1 0,-2 0-1,-2-1 1,15 2 0,-2 1 0,0 0 0,-2-1 0,-2 1 0,-1-2 0,-1 0 0,-2-2-1,11 0 1,-1-3 0,-1 0 0,-4 0 0,-4-1 0,-4 1 0,4 1 0,-6 0 0,-3 0-1,2-1 1,5-1 0,1-1 0,-2 0 0,-6-1 0,-5 1 0,-6 0 0,3 0 0,8 2-1,3 1 1,0-1 0,8-1 0,1-1 0,-7 1 0,-3 2 0,1 1 0,-9-4 0,8 0-1,0 0 1,-7 0 0,16-1 0,0 2 0,-11 2 0,7 2 0,3 1 0,-1 0 0,-7 0-1,-2 1 1,2 0 0,6 1 0,-6 0 0,5 1 0,3 0 0,2 1 0,-2-2 0,-1 0-1,-9-2 1,0 0 0,-2-1 0,1-1 0,0 0 0,2 0 0,4 0 0,2 0 0,1 0-1,-1-1 1,-1-1 0,-3-2 0,6-2 0,-2-1 0,-1-2 0,-3-1 0,-5 0 0,16-5-1,-7-2 1,-1 0 0,-3 1 0,-2-1 0,-6 0 0,-6-4 0,-4 2 0,7 2 0,1 2-1,-4 2 1,-1 2 0,8-2 0,-1-1 0,-9 0 0,-5 0 0,13 0 0,-31-1 0,-34 11 0</inkml:trace>
    </iact:actionData>
  </iact:action>
</iact:actions>
</file>

<file path=ppt/ink/inkAction5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0" timeString="2026-05-17T03:28:41.5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3944">
    <iact:property name="dataType"/>
    <iact:actionData xml:id="d0">
      <inkml:trace xmlns:inkml="http://www.w3.org/2003/InkML" xml:id="stk0" contextRef="#ctx0" brushRef="#br0">21129 2332 0,'76'-4'9,"0"1"0,-21-2 0,3 0 0,9 0 0,0 1 0,9 0 0,7 0 0,4 0 0,2-1 0,0 0 0,-13 0 0,1 0 0,2 0 0,2-1 0,0 0 0,2 0 0,1 0 0,1-1 0,-8 1 0,1-1 0,1 0 0,2 0 0,0 0 0,1-1 0,0 1 0,1-1 0,-1 0 0,0 0 0,5 0 0,1 0 0,1 0 0,0 0 0,1-1 0,-2 1 0,0-1 0,-3 0 0,-3 0 0,-3 1 0,8-3 0,-3 1 0,-3-1 0,-3 1 0,0-1 0,-1 0 0,0 1 0,8-2 0,2-1 0,-2 0 0,-2 1 0,-6 0 0,-7 2 0,15 0 0,-10 1 0,-7 0 0,5-3 0,-12 2 0,-11 10 0,-23 0 0,4 0 0,-2 5 0,33 8 0,-12-2 0,5 1 0,5 0 0,1-1 0,5-2 0,-4-1 0,21-1 0,-36-7 0,-32 0 0,4 0 0,-13 0 0,2 0 1</inkml:trace>
    </iact:actionData>
  </iact:action>
  <iact:action type="add" startTime="11185">
    <iact:property name="dataType"/>
    <iact:actionData xml:id="d1">
      <inkml:trace xmlns:inkml="http://www.w3.org/2003/InkML" xml:id="stk1" contextRef="#ctx0" brushRef="#br0">8439 4204 0,'48'-6'6,"1"0"1,22 3 0,9 6 0,-12 5 0,5 4 0,9 1 0,-14-4 0,6 0 0,4 1 0,4 0-1,2 1 1,0 0 0,-2 0 0,1 1 0,3 0 0,1 1 0,1-1 0,2 0 0,1 0 0,-9-2-1,2-1 1,2 1 0,1 0 0,1-1 0,0 0 0,-1-1 0,0 0 0,-1 0 0,-3-1 0,0-1 0,1 1-1,-1-1 1,0-1 0,-1 0 0,-2 0 0,-2-1 0,-2 0 0,18 1 0,-2-1 0,-3 0 0,-2-1-1,-4-1 1,-3-1 0,16-1 0,-3-2 0,-7 0 0,-14-2 0,-2-4 0,-17 0 0,-15 1 0,-28 2 0</inkml:trace>
    </iact:actionData>
  </iact:action>
  <iact:action type="add" startTime="11811">
    <iact:property name="dataType"/>
    <iact:actionData xml:id="d2">
      <inkml:trace xmlns:inkml="http://www.w3.org/2003/InkML" xml:id="stk2" contextRef="#ctx0" brushRef="#br0">12464 4232 0,'0'0'67</inkml:trace>
    </iact:actionData>
  </iact:action>
  <iact:action type="add" startTime="17533">
    <iact:property name="dataType"/>
    <iact:actionData xml:id="d3">
      <inkml:trace xmlns:inkml="http://www.w3.org/2003/InkML" xml:id="stk3" contextRef="#ctx0" brushRef="#br0">15514 5270 0,'68'-10'17,"-1"0"0,0 8 0,6 3 0,2 0 0,6 0 0,1 0 0,0 1 0,-6 3 0,-2 2 0,-1-3 1,-9-2-1,-1-3 0,-10 0 0,17-3 0,-7-1 0,-40 0 0,48-10 0,-6 6 0,22-9 0,-36 10 0,-36-1 1,-1 8-1,6-8 0,0 8 0,4-4 0,-6 5 0,28 0 0,-25 0 0,19 0 0,-35 0 0,-1 0 1</inkml:trace>
    </iact:actionData>
  </iact:action>
  <iact:action type="add" startTime="23273">
    <iact:property name="dataType"/>
    <iact:actionData xml:id="d4">
      <inkml:trace xmlns:inkml="http://www.w3.org/2003/InkML" xml:id="stk4" contextRef="#ctx0" brushRef="#br0">14837 6451 0,'57'-2'7,"0"-1"1,10 1 0,8 0-1,4 2 1,-6 2 0,3 1-1,4 1 1,1-1 0,-7 0 0,1-1-1,2 0 1,2 0 0,4 1-1,1-1 1,5 1 0,3-1-1,0 1 1,-3-1 0,-3 0 0,-1 0-1,-4 0 1,-1-1 0,1 1-1,2 0 1,-4-1 0,4 1-1,0 1 1,-1-1 0,-3-1 0,-5 1-1,5-1 1,-6-1 0,-2 1-1,0 0 1,0 0 0,0 1 0,-2 0-1,-6-2 1,24-2 0,-5-4-1,-18-3 1,1-3 0,-2 1-1,10 1 1,4 0 0,6-2 0,9-1-1,-3 3 1,-15 5 0,-3 3-1,6-1 1,2-2 0,5 0-1,0 0 1,-5 0 0,-1 1 0,-5 1-1,3-1 1,0-1 0,6-1-1,-2 0 1,-6 1 0,-8 1-1,-4 1 1,3 0 0,22-1 0,4 0-1,-8 2 1,-3 2 0,-7 0-1,-4 0 1,-5 0 0,-15 0 0,-6 0-1,10 0 1,7 0 0,-4 0-1,22 0 1,3 0 0,-28 0-1,5 0 1,4 0 0,5 0 0,4 0-1,-4 2 1,4 1 0,2 0-1,0 0 1,5 0 0,1 0-1,1 0 1,-1 1 0,1-1 0,0 0-1,-2 1 1,-6-1 0,-6 1-1,-5 0 1,-6-2 0,3-4-1,-12 0 1,-13 1 0,-20-4 0,2 5-1,9 0 1,-4 0 0,4 0-1,-10 0 1,-5 0 0,-5 0 0</inkml:trace>
    </iact:actionData>
  </iact:action>
  <iact:action type="add" startTime="30076">
    <iact:property name="dataType"/>
    <iact:actionData xml:id="d5">
      <inkml:trace xmlns:inkml="http://www.w3.org/2003/InkML" xml:id="stk5" contextRef="#ctx0" brushRef="#br0">10003 7321 0,'62'-13'11,"0"-1"1,-5 4 0,4 0 0,2 3 0,9 2 0,3 2 0,6 1 0,-2-1 0,5 0 0,3 1 0,0 0 0,-14 2 0,1 0 0,0 0 0,0 0 0,-2 0 0,11 0 0,-1 0 0,-2 0 0,-2 0 0,-6 0 0,0 0 0,-4 0 0,-5 0 0,21 0 0,-8 0 0,-18 0 0,-2 0 0,-8 2 0,2 2 0,7 5 0,6-1 0,-4-4 0,4-2 0,3 2 0,20 4 0,5 1 0,-3-2 0,-9-5 0,-2-3 0,-4 2 0,21 3 0,-15 0 0,-22-4 0,-53 0 0</inkml:trace>
    </iact:actionData>
  </iact:action>
  <iact:action type="add" startTime="37060">
    <iact:property name="dataType"/>
    <iact:actionData xml:id="d6">
      <inkml:trace xmlns:inkml="http://www.w3.org/2003/InkML" xml:id="stk6" contextRef="#ctx0" brushRef="#br0">8955 8349 0,'58'-11'2,"0"0"1,2 4 0,7 0 0,10 1 0,7 2 0,-17 1 0,6 0 0,5 1 0,4 0 0,4 1 0,2 0 0,1 0 0,0 1 0,0 0 0,-12 1 0,0-1 0,1 2 0,1-1 0,0 1 0,2 0 0,1 0 0,2 1 0,1-1 0,2 0-1,2 0 1,1 0 0,-12 0 0,3-1 0,1 1 0,3-1 0,1 1 0,2-1 0,0 0 0,2 1 0,0-1 0,0 1 0,1 0 0,-1-1 0,-1 1 0,0 0 0,-2 0 0,-1 0 0,-1 0 0,-3 1 0,11 0 0,-2 0 0,-1 0 0,-1 1-1,-1 0 1,-1 0 0,0 0 0,-1 0 0,1 0 0,-1 0 0,1 0 0,0-1 0,1 1 0,0-2 0,-3 1 0,1-1 0,1 0 0,1 0 0,0 0 0,0 0 0,0 0 0,0-1 0,-2 1 0,0-1 0,-2 0 0,-1 1 0,-3-1 0,-1 0-1,-4 1 1,20-1 0,-2 1 0,-3-1 0,-2 1 0,-3-1 0,-1 0 0,-3 0 0,-3 1 0,-1-1 0,12 0 0,-3 0 0,-4 0 0,-2 0 0,-5 0 0,-4 0 0,30 0 0,-9 0 0,-19 2 0,-4 8 0,-73 3 0,3-8 0,-3 2 0</inkml:trace>
    </iact:actionData>
  </iact:action>
  <iact:action type="add" startTime="37511">
    <iact:property name="dataType"/>
    <iact:actionData xml:id="d7">
      <inkml:trace xmlns:inkml="http://www.w3.org/2003/InkML" xml:id="stk7" contextRef="#ctx0" brushRef="#br0">16711 8490 0,'0'0'50</inkml:trace>
    </iact:actionData>
  </iact:action>
  <iact:action type="add" startTime="58950">
    <iact:property name="dataType"/>
    <iact:actionData xml:id="d8">
      <inkml:trace xmlns:inkml="http://www.w3.org/2003/InkML" xml:id="stk8" contextRef="#ctx0" brushRef="#br0">12457 12880 0,'70'-7'13,"2"-4"0,17-3 0,6 3 0,-27 8 0,4 2 0,2 1 0,-1-1 0,-1-1 0,10-5 0,-1-1 0,0-1 0,0 3 0,7 4 0,5 3 0,-9 0 0,-22-1 0,-8 0 0,-4 0 0,-46 0 0</inkml:trace>
    </iact:actionData>
  </iact:action>
  <iact:action type="add" startTime="59756">
    <iact:property name="dataType"/>
    <iact:actionData xml:id="d9">
      <inkml:trace xmlns:inkml="http://www.w3.org/2003/InkML" xml:id="stk9" contextRef="#ctx0" brushRef="#br0">14976 12764 0,'75'-31'7,"-21"11"1,8 0 0,7 5-1,7 4 1,1-1 0,-3-2-1,0 1 1,5 1 0,-2 3-1,5 0 1,-1 1 0,-6 1-1,-6 0 1,-5 0 0,-1 0-1,24-2 1,-8 1 0,-33 3-1,-1 1 1,9 1 0,7 2-1,4 0 1,8 1 0,-5 1-1,7-1 1,-2 0 0,21 0-1,-15 0 1,-47 0 0,-28 0 0</inkml:trace>
    </iact:actionData>
  </iact:action>
  <iact:action type="add" startTime="67948">
    <iact:property name="dataType"/>
    <iact:actionData xml:id="d10">
      <inkml:trace xmlns:inkml="http://www.w3.org/2003/InkML" xml:id="stk10" contextRef="#ctx0" brushRef="#br0">18151 14046 0,'42'-21'13,"1"10"0,6 2 0,11 1 0,7 2 0,-4 3 0,5 1 0,1-1 0,3-3 0,1 0 1,3 1-1,-5 3 0,2 2 0,4 0 0,5-1 0,-11 0 0,4 0 0,4-1 0,0 0 0,2 0 1,0 1-1,-7 0 0,1 1 0,1 0 0,1 0 0,0 0 0,1 0 0,0 1 0,4 0 0,1 1 1,2 0-1,-1 0 0,-1 0 0,-1 0 0,-2-1 0,1 0 0,0-1 0,-2 0 0,-2 1 0,-2-1 1,-2 1-1,16 2 0,-3 2 0,-4-2 0,-2-2 0,11-5 0,-3-2 0,-2-1 0,-1 4 0,-2 0 1,-3-3-1,-13-2 0,-2-1 0,-2 0 0,15 0 0,2 2 0,-10 2 0,5 2 0,-2 1 0,-10 2 1,-2 1-1,5 1 0,11 2 0,8 2 0,-1 0 0,-8 0 0,-11-1 0,-6-1 0,-1 2 0,30 5 1,-17-3-1,-38-8 0,-24 0 0,4 0 0,2 0 0,-1 0 0,9 0 0,-7 0 0,8 0 0,0 0 1,8 0-1,7 0 0,-6 0 0,-3 0 0,-11 0 0,11 0 0,1 0 0,2 0 0,-13 0 0,-12 0 1</inkml:trace>
    </iact:actionData>
  </iact:action>
</iact:actions>
</file>

<file path=ppt/ink/inkAction6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0" timeString="2026-05-17T03:28:41.5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15884">
    <iact:property name="dataType"/>
    <iact:actionData xml:id="d0">
      <inkml:trace xmlns:inkml="http://www.w3.org/2003/InkML" xml:id="stk0" contextRef="#ctx0" brushRef="#br0">9807 5347 0,'55'-15'10,"-12"5"0,5 1 0,4 8 0,25-2 0,16 1 0,-13 1 0,6 2 0,6-1 1,-19 0-1,4 0 0,3 0 0,1 0 0,-3 0 0,-5 0 0,1 0 0,-1 0 0,-2 0 1,-2 0-1,5 0 0,-2 0 0,-3 0 0,-8 0 0,12 0 0,-16 0 0,-20 0 1</inkml:trace>
    </iact:actionData>
  </iact:action>
  <iact:action type="add" startTime="16730">
    <iact:property name="dataType"/>
    <iact:actionData xml:id="d1">
      <inkml:trace xmlns:inkml="http://www.w3.org/2003/InkML" xml:id="stk1" contextRef="#ctx0" brushRef="#br0">13400 5384 0,'73'-9'14,"1"1"0,0-2 0,6 2 0,-18 4 0,5 3 0,3-1 0,-2 1 0,19-2 0,0 0 1,-1 1-1,-4 2 0,-1 0 0,-6 0 0,8 0 0,-15 0 0,-15 0 0,-50 0 0,-7 0 1</inkml:trace>
    </iact:actionData>
  </iact:action>
  <iact:action type="add" startTime="20063">
    <iact:property name="dataType"/>
    <iact:actionData xml:id="d2">
      <inkml:trace xmlns:inkml="http://www.w3.org/2003/InkML" xml:id="stk2" contextRef="#ctx0" brushRef="#br0">17650 5419 0,'73'-5'9,"-1"1"0,1-1 0,0 3 1,7 0-1,4 1 0,4 0 1,0-1-1,-12 1 0,2 0 1,3 1-1,0-1 0,2 0 0,-1 0 1,1 0-1,3-1 0,1 1 1,2-1-1,-1 0 0,-1 0 1,-1 0-1,-1 1 0,3-1 1,1 1-1,-1-1 0,-3 1 0,-4-1 1,-6-1-1,4-1 0,-6-1 1,-5-1-1,-6 2 0,17-1 1,-15 1-1,-14-1 0,-40 5 1</inkml:trace>
    </iact:actionData>
  </iact:action>
  <iact:action type="add" startTime="28300">
    <iact:property name="dataType"/>
    <iact:actionData xml:id="d3">
      <inkml:trace xmlns:inkml="http://www.w3.org/2003/InkML" xml:id="stk3" contextRef="#ctx0" brushRef="#br0">18056 6590 0,'71'-17'7,"-5"11"0,12 2 0,-15 1 1,6 2-1,3 0 0,0 0 1,0 0-1,0 0 0,3 2 1,6 0-1,-1 2 0,8 1 1,4 0-1,1 2 0,-2-1 1,-6-1-1,-4-1 0,-5 0 1,-1 0-1,2 0 0,7 2 1,-10 0-1,5 2 0,4 0 1,1 1-1,1 0 0,-2-1 1,-4 0-1,-5-2 0,11 0 1,-7-3-1,-2 1 0,1-1 1,3 3-1,-2 2 0,3 2 1,2 0-1,-1 1 0,-4-1 1,-5-3-1,7-1 0,-6-2 1,-3 0-1,-2 2 0,6 3 1,-4 2-1,-5-1 0,11-3 1,-14-3-1,-24-3 0,-25 0 1</inkml:trace>
    </iact:actionData>
  </iact:action>
  <iact:action type="add" startTime="55212">
    <iact:property name="dataType"/>
    <iact:actionData xml:id="d4">
      <inkml:trace xmlns:inkml="http://www.w3.org/2003/InkML" xml:id="stk4" contextRef="#ctx0" brushRef="#br0">17772 12039 0,'55'-32'11,"3"6"1,2 15 0,12 1 0,-4 1 0,-7-1-1,3 2 1,4 2 0,12 1 0,1 0 0,-9 2 0,7-2-1,-5 1 1,-10 3 0,1 2 0,-6-1 0,-11 0-1,-5 0 1,24 0 0,-9 0 0,27 0 0,-25 0 0,5 0-1,13 0 1,4 0 0,-19 0 0,0 0 0,0 0-1,23 0 1,-2 0 0,-4 3 0,-3 1 0,-15-1 0,-1 2-1,0 2 1,0 1 0,1-4 0,1-1 0,9 1-1,2-1 1,1 1 0,2 0 0,-14-3 0,2-1 0,-3 1-1,13 3 1,-2-1 0,5-2 0,-6-2 0,7 1 0,-2-6-1,-5-2 1,2 1 0,-31 0 0,2 1 0,3 5-1,3 1 1,29-11 0,3 0 0,-15 9 0,3 1 0,2-4-1,8-1 1,-5 1 0,11 5 0,-3 0 0,-21 0-1,2 0 1,-3 0 0,21 0 0,-6 0 0,-17 0 0,-4 0-1,27 0 1,-37 0 0,-21 0 0,-16-4 0,0 3-1,0-7 1,18 7 0,37-3 0,-5 4 0,6 0 0,7 0-1,-2 0 1,-13 0 0,-4 0 0,13 0 0,-62 0 0</inkml:trace>
    </iact:actionData>
  </iact:action>
  <iact:action type="add" startTime="71193">
    <iact:property name="dataType"/>
    <iact:actionData xml:id="d5">
      <inkml:trace xmlns:inkml="http://www.w3.org/2003/InkML" xml:id="stk5" contextRef="#ctx0" brushRef="#br0">10194 13964 0,'44'0'15,"1"0"0,24 0 0,6 0 0,8 5 1,7 0-1,-6-4 0,6-1 0,-5 1 0,-22 2 1,-4 1-1,-1-1 0,27-3 0,-9 0 0,-4 0 1,-46-4-1,10 3 0,-23-4 0,7 5 1</inkml:trace>
    </iact:actionData>
  </iact:action>
  <iact:action type="add" startTime="76449">
    <iact:property name="dataType"/>
    <iact:actionData xml:id="d6">
      <inkml:trace xmlns:inkml="http://www.w3.org/2003/InkML" xml:id="stk6" contextRef="#ctx0" brushRef="#br0">23779 14023 0,'80'6'12,"-36"-3"1,7 1 0,18 2-1,15 3 1,7 0 0,-5-2-1,-10-3 1,-2-2 0,3 0 0,5 1-1,-7 1 1,5 0 0,2 0-1,3 1 1,0-1 0,-1-1 0,2 0-1,1 0 1,0-1 0,0 0-1,-2 0 1,-1-1 0,3 0 0,-1-1-1,-2 0 1,0 1 0,0 1-1,0 1 1,1 2 0,0 1 0,-4-1-1,-5-2 1,16-2 0,-7-1-1,-9 1 1,-9 4 0,-7 0 0,-9-5-1,-2 0 1,39 7 0,-40-7-1,-1 1 1,-1 3 0,4-1 0,32-2-1,0-2 1,-36 1 0,-2 0-1,17 0 1,-5 0 0,-8 0 0,-31 0-1,3 0 1,0 0 0,28-11-1,-16 9 1,9-9 0,-27 11 0</inkml:trace>
    </iact:actionData>
  </iact:action>
  <iact:action type="add" startTime="79067">
    <iact:property name="dataType"/>
    <iact:actionData xml:id="d7">
      <inkml:trace xmlns:inkml="http://www.w3.org/2003/InkML" xml:id="stk7" contextRef="#ctx0" brushRef="#br0">3802 14901 0,'74'5'3,"1"-1"1,-7-2 0,7-2 0,7 0 0,4 1 0,-9 0 0,5 0 0,2 1-1,4-1 1,2 1 0,2 0 0,-18 0 0,1 0 0,2 0 0,2 0 0,1 0 0,1 1-1,1-1 1,1-1 0,0 1 0,-5-1 0,1-1 0,1 0 0,1 0 0,0-1 0,2 1-1,0 0 1,1 0 0,0 1 0,1 0 0,0 1 0,-5 1 0,0 0 0,2 0 0,0 2-1,1-1 1,1 1 0,-1 0 0,1-1 0,-1 1 0,0 0 0,0-1 0,-1-1 0,-1 1-1,3-2 1,-1 1 0,1-1 0,-1-1 0,0 1 0,-1-1 0,0 0 0,0 1 0,-1-1-1,0 1 1,-1 0 0,0 0 0,9 2 0,1-1 0,-1 1 0,0 1 0,-1-1 0,-1 0-1,-2 0 1,-1 0 0,-2 0 0,-3-1 0,11 0 0,-1-1 0,-3 0 0,-2 0 0,-3-1-1,-1 1 1,-3-1 0,9-1 0,-5 0 0,-1 0 0,-1 0 0,2 0 0,8 0 0,3 0-1,-1 0 1,-3 0 0,-4 0 0,-7 0 0,-4 0 0,-2 0 0,4 0 0,2 0 0,5 0-1,0 0 1,-8 0 0,-16 0 0,25 0 0,-20 0 0,-18 0 0,-42 0 0,-7 0 0</inkml:trace>
    </iact:actionData>
  </iact:action>
  <iact:action type="add" startTime="79580">
    <iact:property name="dataType"/>
    <iact:actionData xml:id="d8">
      <inkml:trace xmlns:inkml="http://www.w3.org/2003/InkML" xml:id="stk8" contextRef="#ctx0" brushRef="#br0">11587 15042 0,'0'0'51</inkml:trace>
    </iact:actionData>
  </iact:action>
  <iact:action type="add" startTime="83645">
    <iact:property name="dataType"/>
    <iact:actionData xml:id="d9">
      <inkml:trace xmlns:inkml="http://www.w3.org/2003/InkML" xml:id="stk9" contextRef="#ctx0" brushRef="#br0">7651 15991 0,'81'-3'3,"0"1"1,0-1 0,0 1-1,1-1 1,4 0 0,-3 1-1,3-1 1,14 1 0,-28 1 0,7 1-1,6 0 1,4 0 0,3 0-1,2 0 1,0 1 0,0-1-1,-3 0 1,-2 0 0,-7 0 0,0 0-1,0 0 1,-1 0 0,0 0-1,0 0 1,-1 0 0,0 0-1,0 0 1,-1 0 0,6 0 0,-1 0-1,1 0 1,-1 0 0,0 0-1,-1 0 1,-2 0 0,0 0-1,-3 0 1,12 0 0,2 0 0,0 0-1,-4 0 1,-5 0 0,-8 0-1,-11 0 1,33 1 0,-22-2-1,4-3 1,-74 3 0,-5-3 0</inkml:trace>
    </iact:actionData>
  </iact:action>
</iact:actions>
</file>

<file path=ppt/ink/inkAction7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0" timeString="2026-05-17T03:28:41.5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6083">
    <iact:property name="dataType"/>
    <iact:actionData xml:id="d0">
      <inkml:trace xmlns:inkml="http://www.w3.org/2003/InkML" xml:id="stk0" contextRef="#ctx0" brushRef="#br0">21487 2196 0,'80'6'5,"0"0"0,-1 1 1,1-1-1,-2-2 0,4 0 1,3-1-1,3 0 1,5 1-1,4-1 0,-23 0 1,2-1-1,4 1 0,2 0 1,2 0-1,2 0 1,0-1-1,2 1 0,0-1 1,-1 1-1,0-1 0,-1 0 1,0 0-1,2 0 1,-1 0-1,2-1 0,0 1 1,0-1-1,0 1 0,1-2 1,1 1-1,-1-1 1,0 0-1,-8-1 0,1 0 1,1-1-1,0 1 0,0-1 1,1-1-1,0 1 1,0-1-1,-1 0 0,-1 1 1,-1-1-1,-1 0 0,-1-1 1,-2 1-1,16 0 1,-2-1-1,-1 0 0,-1 0 1,-1 0-1,-2 0 0,0-1 1,-2 0-1,0-1 1,-1-1-1,-1 0 0,1-1 1,0-1-1,-2-1 0,-1 1 1,-2-1-1,-3 0 1,-4 0-1,-5 0 0,15-2 1,-5-1-1,-5 1 0,-5-1 1,-5 1-1,9-4 1,-8 0-1,-9 3 0,20-6 1,-69 18-1,-1-3 1</inkml:trace>
    </iact:actionData>
  </iact:action>
  <iact:action type="add" startTime="12869">
    <iact:property name="dataType"/>
    <iact:actionData xml:id="d1">
      <inkml:trace xmlns:inkml="http://www.w3.org/2003/InkML" xml:id="stk1" contextRef="#ctx0" brushRef="#br0">2933 3970 0,'25'16'9,"20"-4"1,2-12 0,23 5 0,14 0 0,-6-4 0,7-1 0,6 1 0,-23 1 0,4 0-1,3 0 1,2 0 0,3 0 0,-7-2 0,4 1 0,2-1 0,1-1 0,1 1 0,-1 0-1,-1 0 1,10 0 0,-1-1 0,-1 1 0,1 0 0,1 0 0,0 1 0,-7 0 0,2 0-1,0 1 1,1 1 0,-2-1 0,-3-1 0,-4 1 0,7-1 0,-4-1 0,-2 0 0,-3 1-1,1 0 1,10 2 0,0 0 0,-3 1 0,-7-2 0,-6-1 0,-6-2 0,1 1 0,13 0-1,3 0 1,-7 0 0,5 0 0,-6 0 0,3 0 0,-11 0 0,-19 0 0,-29 0 0,-20 0 0</inkml:trace>
    </iact:actionData>
  </iact:action>
  <iact:action type="add" startTime="14457">
    <iact:property name="dataType"/>
    <iact:actionData xml:id="d2">
      <inkml:trace xmlns:inkml="http://www.w3.org/2003/InkML" xml:id="stk2" contextRef="#ctx0" brushRef="#br0">3290 11172 0,'58'-21'5,"1"1"1,6 1 0,8 0 0,1 3 0,-4 4-1,1 2 1,9 0 0,-11 1 0,7-1 0,4 0-1,3 0 1,1 1 0,-3 1 0,-4 2 0,-1 1-1,0 2 1,2-1 0,4 1 0,5 0 0,-10 0-1,5-1 1,4 1 0,3 0 0,2 0 0,1 0-1,0 0 1,-1 1 0,-2 1 0,-4 0 0,1 1-1,-1 0 1,-2 1 0,0 1 0,-1 0 0,1 0-1,-1 0 1,2 0 0,0 0 0,-4-1 0,2 0-1,1 1 1,0-1 0,0 0 0,0 0 0,-3 1-1,-1-1 1,-3 1 0,-3-1 0,17 2 0,-3-1-1,-3 1 1,-4 0 0,-2-1 0,-2 1 0,15 0-1,-4 1 1,-4-2 0,-3-1 0,4-2 0,-5-3-1,-3 1 1,-14 0 0,-2 1 0,-3-2 0,23-6-1,-9-2 1,1-2 0,-31 2 0,-22 7 0</inkml:trace>
    </iact:actionData>
  </iact:action>
  <iact:action type="add" startTime="22547">
    <iact:property name="dataType"/>
    <iact:actionData xml:id="d3">
      <inkml:trace xmlns:inkml="http://www.w3.org/2003/InkML" xml:id="stk3" contextRef="#ctx0" brushRef="#br0">16798 4967 0,'68'-11'6,"-25"3"1,5 1 0,30 5 0,10 2-1,-7-2 1,5 0 0,2 0 0,-16 2-1,0 0 1,1 0 0,-1 0 0,-3 1-1,-1-1 1,-1 0 0,-3-1 0,7-1-1,-4 0 1,-6 0 0,-1 1 0,-6 0-1,-3-3 1,-3 1 0,16 3 0,3-6-1,-13 5 1,1-2 0,8 0 0,11 3-1,2 0 1,4 0 0,1 0 0,-1 4-1,6 1 1,-7-4 0,7-1 0,5 1-1,-18-1 1,4 0 0,3 1 0,0-1-1,-3 0 1,9-1 0,-1 1 0,0 0-1,5-1 1,-12 0 0,7-1 0,1 1-1,-2-1 1,-7 1 0,-12 0 0,14 1-1,-7 0 1,-12 0 0,5 0 0,22 0-1,-35 0 1,10 0 0,10 0 0,8 0-1,7 0 1,5 0 0,6 0 0,4 0-1,2 0 1,1 0 0,1 0 0,-1 0-1,-3 0 1,-2 0 0,-4 0 0,-5 0-1,-7 0 1,-8 0 0,-8 0 0,31 0-1,-16 0 1,-8 0 0,0 0 0,8 0-1,17 0 1,-35 0 0,8 0 0,7 0-1,7 0 1,5 0 0,4 0 0,4 0-1,1 0 1,2 0 0,0 0 0,-2 0-1,-1 0 1,-3 0 0,-4 0 0,-5 0-1,-7 0 1,-6 0 0,-9 0 0,-8 0-1,-11 0 1,28 0 0,-21-1 0,-3 2-1,16 2 1,2 1 0,6-1 0,7 1-1,-2 0 1,-13-1 0,-1 0 0,-1 0-1,2 1 1,0-1 0,-2 0 0,20-3-1,-7 0 1,-25 0 0,-4 0 0,0 0-1,0 0 1,12-1 0,1 2 0,-7 2-1,-1 1 1,-1-4 0,-5 1 0,-4 6-1,-35-3 1,-49-3 0,27 3 0,-22-4 0</inkml:trace>
    </iact:actionData>
  </iact:action>
  <iact:action type="add" startTime="28244">
    <iact:property name="dataType"/>
    <iact:actionData xml:id="d4">
      <inkml:trace xmlns:inkml="http://www.w3.org/2003/InkML" xml:id="stk4" contextRef="#ctx0" brushRef="#br0">12362 5973 0,'46'-3'21,"0"-1"0,5-2 1,0 1-1,-4 4 1,0 0-1,0-2 1,-2-1-1,18 4 0,-10 0 1,-9 0-1,-13-4 1,-9 3-1,-14-3 1</inkml:trace>
    </iact:actionData>
  </iact:action>
  <iact:action type="add" startTime="37096">
    <iact:property name="dataType"/>
    <iact:actionData xml:id="d5">
      <inkml:trace xmlns:inkml="http://www.w3.org/2003/InkML" xml:id="stk5" contextRef="#ctx0" brushRef="#br0">10136 6908 0,'82'0'10,"-1"0"1,0 0-1,0 0 1,2 0 0,-1 0-1,4 0 1,11 0 0,-25 0-1,8 0 1,5 0 0,4 0-1,2 0 1,0 0-1,-1 0 1,-2 0 0,-6 0-1,7 0 1,-3 0 0,-2 0-1,0 0 1,-1 0 0,0 0-1,2 0 1,4 0 0,4 0-1,0 0 1,-1 0-1,-3 0 1,-4 0 0,-8 0-1,13 0 1,-6 0 0,-8 0-1,-10 0 1,4 0 0,-16 0-1,-14 0 1,-36 0 0</inkml:trace>
    </iact:actionData>
  </iact:action>
  <iact:action type="add" startTime="41346">
    <iact:property name="dataType"/>
    <iact:actionData xml:id="d6">
      <inkml:trace xmlns:inkml="http://www.w3.org/2003/InkML" xml:id="stk6" contextRef="#ctx0" brushRef="#br0">17938 7054 0,'62'-5'6,"0"1"1,-1-1 0,17 0-1,3 1 1,9 2 0,-21 4-1,6 2 1,3 1 0,3 1 0,-1-1-1,-2-1 1,10 0 0,-2 0-1,1-1 1,2 1 0,5 0-1,-10 1 1,7 1 0,2 0 0,0 1-1,-1-1 1,-5 0 0,-7-2-1,15 1 1,-8-1 0,-4-1-1,1 0 1,0 1 0,2-1 0,-7 0-1,-14-1 1,-12-2 0,-12 0-1,-3 0 1,-28 0 0,-2 0 0</inkml:trace>
    </iact:actionData>
  </iact:action>
  <iact:action type="add" startTime="55314">
    <iact:property name="dataType"/>
    <iact:actionData xml:id="d7">
      <inkml:trace xmlns:inkml="http://www.w3.org/2003/InkML" xml:id="stk7" contextRef="#ctx0" brushRef="#br0">8048 9582 0,'78'0'6,"1"0"1,-1 0-1,-7 2 1,4 0-1,4 1 1,3 0-1,2-1 1,-9-1-1,2 0 1,2-1-1,3 0 1,0 0-1,0 0 1,0 1-1,6 0 1,1 1-1,1 0 1,0 0-1,0 0 1,-2 0-1,-2-1 1,4 0-1,0-1 1,-2 0-1,-2 0 1,-2-1-1,-4 1 1,0 0-1,0 0 1,-5 0-1,-4 0 1,-8 0-1,24 0 1,-13 0-1,-21 0 1,-12 0-1,-24 0 1</inkml:trace>
    </iact:actionData>
  </iact:action>
  <iact:action type="add" startTime="57620">
    <iact:property name="dataType"/>
    <iact:actionData xml:id="d8">
      <inkml:trace xmlns:inkml="http://www.w3.org/2003/InkML" xml:id="stk8" contextRef="#ctx0" brushRef="#br0">20022 9494 0,'77'-10'3,"0"1"1,0-1 0,-10 3 0,7 0 0,4 0 0,3 0 0,0 0 0,0 1 0,2-1 0,0 0 0,0 1 0,3-1 0,4 1 0,5 0 0,-23 1-1,3 1 1,2-1 0,3 1 0,1-1 0,2 1 0,1-1 0,0 1 0,1 0 0,0 1 0,-1 0 0,-1 0 0,2 1 0,0 0 0,1 0 0,0 1 0,1-1-1,0 1 1,0 0 0,0 0 0,-1 0 0,0 0 0,-1-1 0,-2 1 0,-1 0 0,0-1 0,0 1 0,0-1 0,0 1 0,0 0 0,-1-1 0,0 1-1,0 0 1,0 0 0,-1 1 0,6-1 0,1 1 0,0 0 0,1 0 0,-1 0 0,-1 0 0,-1 0 0,-2 0 0,-1 0 0,-3 1 0,-3-1 0,16 0 0,-2 0-1,-4 0 1,-2 0 0,-3 0 0,-2 0 0,-5 0 0,24-1 0,-6 1 0,-6 0 0,-8 1 0,-7 0 0,-7 0 0,-12 1 0,12-1 0,-49 3 0,-11-4 0</inkml:trace>
    </iact:actionData>
  </iact:action>
  <iact:action type="add" startTime="66211">
    <iact:property name="dataType"/>
    <iact:actionData xml:id="d9">
      <inkml:trace xmlns:inkml="http://www.w3.org/2003/InkML" xml:id="stk9" contextRef="#ctx0" brushRef="#br0">14681 11861 0,'56'-20'11,"11"11"0,11 4 0,5 2 1,8 1-1,-22 2 0,7 0 0,2 0 1,-3 0-1,14 1 0,-1-1 0,-1-1 1,0 0-1,0-2 0,-5 0 0,-14 1 1,-3-1-1,-4-1 0,9-3 0,-3-1 1,11 0-1,-3 0 0,-21 1 0,0 1 1,23 0-1,-1 2 0,-23 1 0,0 1 1,18-2-1,-1 1 0,-21 0 0,-1-2 1,8-1-1,-1-2 0,-9-2 0,-2 0 1,40-5-1,-34 4 0,-2 2 0,8 1 1,19 1-1,-34 2 0,10-2 1,13 1-1,-10-5 0,1 1 0,19 7 1,-16 0-1,15-1 0,1 0 0,-11 1 1,-9-1-1,0 1 0,16 2 0,9 1 1,-9-1-1,-15-3 0,-4 1 0,12 7 1,4 1-1,-6-4 0,4-1 0,2 1 1,10 4-1,3 3 0,-1-3 0,-3-3 1,-1-2-1,-2 0 0,-7 3 0,-2 1 1,-4-1-1,7-3 0,-5 0 0,-2 0 1,-1 0-1,-7-1 0,1 2 0,24 3 1,5 0-1,-21-3 0,2 0 1,-1 0-1,19 3 0,-1 0 0,10-3 1,-5-2-1,-37 1 0,-3 0 0,12-3 1,3-1-1,0 4 0,5-1 0,1-4 1,5-2-1,-1 2 0,-8 1 0,-2 2 1,4-3-1,21-3 0,4-2 0,-5 1 1,-22 5-1,-4 1 0,1-1 0,11-4 1,2 0-1,0 1 0,1 2 0,0 2 1,-3 0-1,17-2 0,-1 1 0,4-1 1,-5 1-1,-28 4 0,-4 0 0,-3 0 1,0 0-1,-4 0 0,-1 0 1,36-5-1,6 4 0,-4-4 0,-19 5 1,5 0-1,5 0 0,5 0 0,-12 0 1,3 1-1,-6-2 0,1-1 0,-5-1 1,4 3-1,-8-1 0,-15-4 0,15 5 1,18 0-1,-20 0 0,-10 0 0,-23 0 1,13 0-1,10 0 0,11 0 0,-9 0 1,5 5-1,-2 1 0,5 10 0,-11-8 1,6 2-1,-4-4 0,16-5 0,-18 5 1,-10-6-1,-6-6 0,-1 5 0,11-5 1,-8 10-1,-13-3 0,-8 3 1</inkml:trace>
    </iact:actionData>
  </iact:action>
  <iact:action type="add" startTime="72743">
    <iact:property name="dataType"/>
    <iact:actionData xml:id="d10">
      <inkml:trace xmlns:inkml="http://www.w3.org/2003/InkML" xml:id="stk10" contextRef="#ctx0" brushRef="#br0">2806 12470 0,'-55'-8'14,"0"0"0,-14 1 0,-8 0 0,6 1 1,1 1-1,1 0 0,3 1 0,-4-1 1,14 2-1,1 3 0,28 4 0,18 1 0,-7 28 1,3 14-1,-5 7 0,0 6 0,5-10 1,1 0-1,-7 11 0,1-3 0,-2 22 1,2-15-1,12-3 0,-10-7 0,8-1 0,-10 7 1,11 26-1,3-41 0,2 2 0,1 9 1,2-2-1,-1 15 0,0-2 0,0-4 1,0 12-1,7 11 0,2 2 0,-7-43 0,0 0 1,7 33-1,-2-9 0,-7-43 0,4-1 1,2-12-1,4-3 0,0 5 0,15-2 1,28-9-1,23 0 0,-30-4 0,1-2 0,3 2 1,-2-2-1,28-9 0,-6-2 0,-34-1 1,-13 4-1,-14 9 0,1 0 0,-1 0 1</inkml:trace>
    </iact:actionData>
  </iact:action>
  <iact:action type="add" startTime="94500">
    <iact:property name="dataType"/>
    <iact:actionData xml:id="d11">
      <inkml:trace xmlns:inkml="http://www.w3.org/2003/InkML" xml:id="stk11" contextRef="#ctx0" brushRef="#br0">18994 14667 0,'39'-21'13,"6"5"1,12 1 0,13 3 0,12 0 0,9 0 0,-21 4 0,6-1 0,4 0 0,3 0 0,3 1 0,0 0 0,-12 2 0,3 0 0,2 0 0,1 1 0,0 0 0,1 0 0,-1 0 0,-2 0 0,10-2 0,0 1 0,0-1 0,0 0 0,-2 1 0,-1 0 0,-2 1 0,2 1 0,0 1 0,-1 1 0,-4 0 0,-5-1 0,-8 0 0,9-1 0,-10 0 0,-7 0-1,7 2 1,-16-1 0,-29-2 0,1-1 0,1 2 0,11 10 0,9 6 0,-2-7 0,6-1 0,0 2 0,2-1 0,15-8 0,5-2 0,3 4 0,5 1 0,-9-3 0,4-1 0,0 3 0,-1 5 0,0 3 0,-2-2 0,15-3 0,-6 0 0,-18 7 0,-13-2 0,-22-7 0,3 5 0,-1-3 0,-1 3 0,-3-1 0,-11-3 0,11 7 0,-17-7 0,2 3 0</inkml:trace>
    </iact:actionData>
  </iact:action>
  <iact:action type="add" startTime="114059">
    <iact:property name="dataType"/>
    <iact:actionData xml:id="d12">
      <inkml:trace xmlns:inkml="http://www.w3.org/2003/InkML" xml:id="stk12" contextRef="#ctx0" brushRef="#br0">9265 17210 0,'64'0'10,"0"0"1,0 0-1,3 0 1,0 0-1,0 0 1,4 0-1,-1 0 1,5 0-1,-2 0 1,3 0-1,2 0 1,1 0-1,6 0 1,2 0-1,1 0 1,-1 0-1,0 0 1,0 0-1,0 0 1,2 0-1,-13 0 1,1 0 0,1 0-1,-1 0 1,0 0-1,-5 0 1,0 0-1,0 0 1,0 0-1,-1 0 1,1 0-1,-1-1 1,0 1-1,0 0 1,0 1-1,19 0 1,2 2-1,-3 0 1,-6 0-1,-6 0 1,-5 0-1,-2 1 1,1 2 0,-2 1-1,-5-2 1,-3 0-1,-1 0 1,20 2-1,-1-2 1,-22-4-1,-1 0 1,12 3-1,-3-1 1,5-3-1,-17 0 1,-34 0-1,-10 0 1,4 0-1,13 0 1,15 0-1,-4 5 1,-7 0-1,-20 1 1,-10-2 0</inkml:trace>
    </iact:actionData>
  </iact:action>
</iact:actions>
</file>

<file path=ppt/ink/inkAction8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0" timeString="2026-05-17T03:28:41.5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4824">
    <iact:property name="dataType"/>
    <iact:actionData xml:id="d0">
      <inkml:trace xmlns:inkml="http://www.w3.org/2003/InkML" xml:id="stk0" contextRef="#ctx0" brushRef="#br0">2951 4200 0,'48'12'7,"4"-1"0,5-2 0,-7-4 1,7 0-1,5 1 0,12 1 0,4 1 1,0-3-1,4-2 0,1-3 1,1 0-1,2 0 0,-9 3 0,1-1 1,1 2-1,3-2 0,3 0 1,-9-1-1,5 0 0,2-1 0,1-1 1,0 1-1,-3 0 0,-4-1 0,8 1 1,-6 0-1,0 0 0,2 0 1,7 0-1,-10 0 0,6 0 0,3 0 1,2 0-1,1 0 0,0 0 1,-4 0-1,-3 0 0,9 0 0,-4 0 1,-1 0-1,-1 0 0,1 0 0,3 0 1,-14 0-1,3 0 0,2 0 1,-1 0-1,0 0 0,-1 0 0,-3 0 1,-4 0-1,17 1 0,-4 0 1,-3 1-1,-3-1 0,-1 1 0,5 0 1,-1 0-1,-5 0 0,-5 2 0,-7 1 1,-5 1-1,1-1 0,4-2 1,2 0-1,0 1 0,1 0 0,1 1 1,3 1-1,-6-1 0,4-1 1,0 2-1,-2 0 0,14 3 0,-1 1 1,3 0-1,-5-1 0,2 0 0,3-1 1,0 1-1,-14-3 0,2 1 1,-1 0-1,1-1 0,-2 0 0,11-2 1,0 0-1,-2-1 0,0 0 1,-3-1-1,1 1 0,-4-2 0,-9 0 1,2-1-1,-11-1 0,12-8 0,-48 4 1,2-9-1,11 3 0,-6 1 1,10 1-1,5 8 0,21-10 0,-18 10 1,-2-5-1,-33 6 0,-5 0 1</inkml:trace>
    </iact:actionData>
  </iact:action>
  <iact:action type="add" startTime="6574">
    <iact:property name="dataType"/>
    <iact:actionData xml:id="d1">
      <inkml:trace xmlns:inkml="http://www.w3.org/2003/InkML" xml:id="stk1" contextRef="#ctx0" brushRef="#br0">2932 12166 0,'58'0'7,"27"0"1,-4 0-1,13 0 1,-33-2 0,4-1-1,4 0 1,6 1 0,2 1-1,7 0 1,5 2 0,3-1-1,1-1 1,1 0-1,-13-1 1,2-1 0,2-1-1,1 0 1,0 0 0,2 1-1,-1-1 1,0 2 0,-6 1-1,0 0 1,0 0 0,1 1-1,0 0 1,0 0-1,1 0 1,1 0 0,1-1-1,-2 0 1,2-1 0,2 1-1,0-1 1,1 0 0,-1 0-1,-1 0 1,-3 1 0,-3-1-1,-3 1 1,18 1-1,-5 0 1,-3 0 0,-2 0-1,-1 0 1,0 0 0,-3 0-1,1 0 1,-2 0 0,-2 0-1,-4 0 1,-6 0-1,18 0 1,-8 0 0,-9 0-1,-5 0 1,-8 0 0,31 0-1,-44 0 1,-20 0 0,12 6-1,-10-4 1,8 4 0,-28-10-1,7-1 1,-6-5-1,18 5 1,19-2 0,14 0-1,-1 5 1,6 2 0,5-1-1,2-1 1,6-1 0,3 0-1,2 1 1,-3 2 0,4 0-1,2 1 1,-2-1-1,-3-1 1,4-2 0,-2-2-1,-3 0 1,-2 2 0,12 2-1,-4 1 1,-12-3 0,-16-6-1,-18 2 1,-27 7 0</inkml:trace>
    </iact:actionData>
  </iact:action>
  <iact:action type="add" startTime="12824">
    <iact:property name="dataType"/>
    <iact:actionData xml:id="d2">
      <inkml:trace xmlns:inkml="http://www.w3.org/2003/InkML" xml:id="stk2" contextRef="#ctx0" brushRef="#br0">8474 5430 0,'63'0'7,"0"0"0,0 0 0,8 0 0,2 0 1,1 0-1,5 3 0,2 0 0,2 0 1,-17-2-1,1-1 0,1 0 0,5 1 1,2 0-1,4 1 0,2 0 0,0-1 0,-3 1 1,7 1-1,-2-1 0,0 0 0,4 0 1,-2-1-1,3-1 0,2 0 0,-2 0 1,-5 1-1,-4 1 0,-5 1 0,-1-1 0,2 0 1,7-3-1,3-2 0,-2 0 0,-4 1 1,4 1-1,-5 0 0,-2 1 0,-6-1 1,-2 0-1,3 2 0,11 5 0,2 3 0,-1 0 1,-4-1-1,-1 0 0,1 1 0,-14 1 1,0 2-1,2-1 0,1-2 0,10-3 1,3-2-1,-2-2 0,-4 2 0,0 2 0,-4 1 1,1-3-1,12-7 0,2-3 0,-12 0 1,-16 2-1,-8-1 0,28-12 0,-68 12 1</inkml:trace>
    </iact:actionData>
  </iact:action>
  <iact:action type="add" startTime="17258">
    <iact:property name="dataType"/>
    <iact:actionData xml:id="d3">
      <inkml:trace xmlns:inkml="http://www.w3.org/2003/InkML" xml:id="stk3" contextRef="#ctx0" brushRef="#br0">23510 5629 0,'-72'0'8,"2"-6"1,26 2 0,-1 0-1,-41-3 1,-1 0 0,32-7-1,14-25 1,8-19 0,13 19-1,-1-1 1,-19-40 0,7 1-1,12 0 1,8 35 0,0-1-1,4-36 1,20 17 0,8-1-1,-5 19 1,5 0 0,11-2-1,8-3 1,3 4 0,4 5 0,4 4-1,3 1 1,8-2 0,4 2-1,3 3 1,10 0 0,4 3-1,-2 5 1,-11 7 0,-1 3-1,-5 4 1,9 0 0,-6 7-1,-17 5 1,-4 12 0,-3 35-1,-4 11 1,-2-11 0,3 7-1,-4-3 1,5 10 0,4 5-1,0-1 1,-1-8 0,12 9 0,1-8-1,1 5 1,-4 0 0,1 6-1,0-3 1,-4-10 0,16 1-1,-8-11 1,1 14 0,-43-38-1,-15 8 1,-32 12 0,-13-10-1,-12-2 1,-24-3 0,-8-5-1,20-6 1,-2-1 0,3-4-1,-20-4 1,8-5 0,24-7-1,11 0 1,16 2 0,24-7 0</inkml:trace>
    </iact:actionData>
  </iact:action>
  <iact:action type="add" startTime="24525">
    <iact:property name="dataType"/>
    <iact:actionData xml:id="d4">
      <inkml:trace xmlns:inkml="http://www.w3.org/2003/InkML" xml:id="stk4" contextRef="#ctx0" brushRef="#br0">11998 7420 0,'76'1'5,"-1"1"0,3 1 0,7 0 0,11 0 0,-19 0 0,7 0 0,5 0 0,3 0 0,2-2 0,0-2 0,-16-2 1,1-1-1,1-2 0,1 0 0,1-1 0,1 0 0,1 0 0,0 1 0,-1 0 0,1 1 0,1-1 0,1 1 1,0-1-1,0 0 0,-1 0 0,0-1 0,-3-1 0,4-2 0,1-1 0,-1 0 0,-1-1 0,-1-1 0,-3 1 0,-3 1 1,-3 0-1,14-2 0,-4 1 0,-5 0 0,-3 1 0,-5 1 0,17 0 0,-7 2 0,-23 0 0,-23-4 0,-40 12 1</inkml:trace>
    </iact:actionData>
  </iact:action>
  <iact:action type="add" startTime="30341">
    <iact:property name="dataType"/>
    <iact:actionData xml:id="d5">
      <inkml:trace xmlns:inkml="http://www.w3.org/2003/InkML" xml:id="stk5" contextRef="#ctx0" brushRef="#br0">14818 8489 0,'72'0'14,"0"0"0,0 0 0,0 0 1,7 0-1,4 0 0,3 1 0,2-1 1,3-1-1,-11 0 0,2 0 0,3-1 1,1 0-1,1 0 0,0 0 0,-1 0 1,0 0-1,2 1 0,0-1 0,-1 1 1,1-1-1,-2 0 0,-1 0 0,-4-1 1,-1-1-1,1 1 0,-2-1 0,-1 0 1,-3 0-1,-3 1 0,7-1 0,-1-1 1,-4 1-1,-4 0 0,-3 0 0,14 0 1,-7 0-1,-1 0 0,-2-2 0,0 0 1,-4 2-1,18 2 0,-2 2 0,-22-1 1,2 1-1,-2 1 0,20 3 0,-2 2 1,-6-1-1,1-1 0,-15-1 0,1 0 1,2-1-1,7-2 0,2 0 1,2 0-1,9 0 0,2-1 0,3 2 1,-6 1-1,3 1 0,0 0 0,-5-1 1,0-1-1,-5 0 0,0 0 0,4 2 1,0 1-1,-12-1 0,17-3 0,-29 0 1,-38 0-1,4 0 0,-7 0 0,1 4 1,-4-3-1,3 3 0,6 1 0,22-1 1,9 0-1,-7 3 0,2 0 0,20-3 1,2 0-1,-6 4 0,-5-2 0,14-4 1,-6 5-1,-33-3 0,-17-3 0,0 3 1,23-4-1,28 0 0,12 0 0,5 0 1,-33 0-1,-15 0 0,-15 0 0,0 4 1,2-3-1,-10 3 0,30-4 0,-16 4 1,15-3-1,-20 3 0,3-4 0,-3 0 1,1 0-1,-8 0 0,-9 0 1</inkml:trace>
    </iact:actionData>
  </iact:action>
  <iact:action type="add" startTime="32907">
    <iact:property name="dataType"/>
    <iact:actionData xml:id="d6">
      <inkml:trace xmlns:inkml="http://www.w3.org/2003/InkML" xml:id="stk6" contextRef="#ctx0" brushRef="#br0">24610 8940 0,'-89'-9'4,"1"0"1,22-2-1,-2-3 1,-5-3-1,-3-1 1,-6-2-1,-1-4 1,3-3-1,8-5 1,2-3-1,1-4 1,3-3 0,0-1-1,0-3 1,5-4-1,6-3 1,11-2-1,6-4 1,5-2-1,4-2 1,7-3-1,6-3 1,4 1 0,1 2-1,-1-5 1,3 3-1,9 1 1,10-1-1,8 2 1,12 12-1,36 9 1,16 16-1,-14 9 1,6 5 0,6 6-1,-15 7 1,4 4-1,3 4 1,3 3-1,-1 4 1,0 2-1,1 5 1,2 2-1,0 3 1,0 3-1,-1 2 1,-7-1 0,0 3-1,0 2 1,0 1-1,-1 2 1,-2 1-1,0 1 1,6 6-1,1 1 1,-2 2-1,-2 1 1,-4 1 0,-4 1-1,1 4 1,-2 2-1,-5 1 1,-6-2-1,-10-1 1,-4 7-1,-10-3 1,-13-1-1,-21 17 1,-20-7 0,-19-11-1,-16-7 1,2-10-1,-8-2 1,2-5-1,-10 2 1,2-5-1,5-3 1,9-7-1,12-12 1,46-8 0</inkml:trace>
    </iact:actionData>
  </iact:action>
  <iact:action type="add" startTime="48051">
    <iact:property name="dataType"/>
    <iact:actionData xml:id="d7">
      <inkml:trace xmlns:inkml="http://www.w3.org/2003/InkML" xml:id="stk7" contextRef="#ctx0" brushRef="#br0">17855 13076 0,'75'-6'12,"1"0"1,-1 0 0,-7 1 0,3 0 0,3 0 0,4 0 0,-7 1 0,4-1 0,3 1 0,2-1 0,0 1 0,0 1 0,1 0 0,1 0 0,0 0 0,1 1 0,1 0-1,2 0 1,-3 1 0,2 0 0,2 1 0,-1-1 0,0 1 0,-2 1 0,-5 0 0,12 0 0,-4 2 0,-2 0 0,-3 0 0,-2 0 0,6 0 0,-1 0 0,-7 1 0,-8 0-1,8 1 1,-14 0 0,-3-5 0,-39-4 0,-2-1 0,-7 0 0,-4-4 0,24 3 0,-8 0 0,34 0 0,-11 6 0,14 0 0,-17 0 0,-11 0 0,-23 0 0,-7 0 0</inkml:trace>
    </iact:actionData>
  </iact:action>
  <iact:action type="add" startTime="63276">
    <iact:property name="dataType"/>
    <iact:actionData xml:id="d8">
      <inkml:trace xmlns:inkml="http://www.w3.org/2003/InkML" xml:id="stk8" contextRef="#ctx0" brushRef="#br0">10867 15112 0,'53'-2'12,"0"-1"1,18 5 0,3 1-1,5-2 1,8 0 0,-18 1 0,8 0-1,1 1 1,-4-1 0,7-2 0,-3 0-1,2 0 1,-10-2 0,3 1 0,-1-1-1,-6 1 1,27 0 0,-10 0-1,-22-2 1,-4 0 0,-10 3 0,-2 0-1,42 0 1,-13 0 0,7 0 0,-11 0-1,9 0 1,-32 0 0,3 0 0,6 0-1,1 0 1,-3 0 0,-1 0-1,-6 0 1,-4 0 0,13 0 0,-5 0-1,-18 0 1,5 0 0,-7 0 0,1 0-1,0 0 1,13 0 0,20 0 0,19 0-1,-38 1 1,1-2 0,1-1-1,2-2 1,5 0 0,1 0 0,-3 1-1,-2-1 1,-2-3 0,-4 2 0,8 4-1,-28-4 1,-15 1 0,9 3 0,-8-3-1,9 4 1,-15 0 0,-1 0 0</inkml:trace>
    </iact:actionData>
  </iact:action>
  <iact:action type="add" startTime="64896">
    <iact:property name="dataType"/>
    <iact:actionData xml:id="d9">
      <inkml:trace xmlns:inkml="http://www.w3.org/2003/InkML" xml:id="stk9" contextRef="#ctx0" brushRef="#br0">15291 15040 0,'72'0'18,"-26"0"1,0 0-1,32 0 1,2 0 0,7 0-1,-10 0 1,3 0 0,-5 0-1,4 0 1,0 0 0,-2 0-1,1 0 1,-8 0-1,1 0 1,-5 0 0,0 0-1,-12 0 1,-29 0 0,27 0-1,-18-6 1,25 5 0,7 0-1,-14-2 1,2 0-1,29 3 1,0 0 0,-31 0-1,2 0 1,5 1 0,5-1-1,-8-1 1,32-5 0,-20 5-1,-7 0 1,-25-6-1,-21 2 1,27 4 0,4-4-1,41 5 1,-4 0 0,-38 0-1,2 0 1,12 0 0,0 0-1,-11 0 1,0 0 0,17 0-1,1 0 1,-15 0-1,1 0 1,18 0 0,-2 0-1,17 0 1,-30 0 0,-3 0-1,-4 0 1,-7 0 0,8 0-1,11-6 1,-10 5-1,4 1 1,-2-3 0,2 0-1,7 0 1,-1-1 0,15-2-1,-5-2 1,-37 3 0,-3 1-1,-6 3 1,2-4-1,22 5 1,1 0 0,15 0-1,15 0 1,-5 0 0,15 0-1,-31 0 1,-15 0 0,-28-4-1,-7 3 1,-3-3 0</inkml:trace>
    </iact:actionData>
  </iact:action>
  <iact:action type="add" startTime="68474">
    <iact:property name="dataType"/>
    <iact:actionData xml:id="d10">
      <inkml:trace xmlns:inkml="http://www.w3.org/2003/InkML" xml:id="stk10" contextRef="#ctx0" brushRef="#br0">25071 14975 0,'-63'34'4,"-3"-5"0,10-11 0,-6-1 0,-10-6 0,0-1 0,15 4 0,3-3 0,-3-10 0,9-14 0,11-57 1,22 26-1,3-4 0,-1-16 0,1-5 0,2-3 0,5 1 0,8 20 0,4 3 0,-2-4 0,6 6 0,28-6 1,32 16-1,-20 12 0,20 11 0,6 5 0,-31 3 0,14 8 0,-27 2 0,10 1 0,8 2 0,8 1 0,8 1 1,7 2-1,6 1 0,6 2 0,4 1 0,6 2 0,2 1 0,4 1 0,3 2 0,1 1 0,2 1 0,1 2 1,-1 1-1,0 1 0,-2 2 0,-1 1 0,-3 1 0,-3 1 0,-4 2 0,-4 1 0,-5 1 0,-5 2 0,-7 0 1,-7 2-1,-7 1 0,-9 2 0,-8 0 0,6 28 0,-17 6 0,-14 5 0,-11 6 0,-8 3 0,-5 2 0,-4 2 1,0 0-1,2 0 0,6-2 0,7-2 0,11-4 0,13-4 0,16-6 0,-3-28 0,9-2 0,8-2 0,9-3 1,6 0-1,7-3 0,6-1 0,4-1 0,4-1 0,4-2 0,2 0 0,2-1 0,1 0 0,1-1 0,-1 0 1,-1 0-1,-3 0 0,-1 0 0,-5 1 0,-3 0 0,-5 1 0,-6 1 0,-7 0 0,-6 2 0,-9 1 0,-8 1 1,-10 3-1,-10 0 0,-11 3 0,-9 23 0,-16 5 0,-14 6 0,-13 4 0,-10 3 0,-8 0 0,-7 0 0,-5-1 1,-2-4-1,-2-3 0,1-6 0,4-8 0,4-7 0,6-10 0,10-11 0,-35 11 0,4-27 0,-4-5 0,3-2 1,-6-3-1,2-4 0,9-3 0,-11-1 0,5-10 0,9-12 0,-1-8 0,19 1 0,23 1 0,-8-31 1</inkml:trace>
    </iact:actionData>
  </iact:action>
  <iact:action type="add" startTime="70124">
    <iact:property name="dataType"/>
    <iact:actionData xml:id="d11">
      <inkml:trace xmlns:inkml="http://www.w3.org/2003/InkML" xml:id="stk11" contextRef="#ctx0" brushRef="#br0">25232 15520 0,'-29'-19'9,"-11"3"1,-2 2 0,-15 5 0,-8 1 0,9-2 0,-4-2 0,3 2 0,-4-2 0,1-1 0,-21-11 0,3-3-1,8-3 1,4-4 0,10 1 0,6-8 0,17-6 0,4-9 0,3-1 0,3-1 0,3-1 0,1-5 0,0-2 0,0-6-1,1 0 1,0 4 0,-2-7 0,0 4 0,3 1 0,2 10 0,3 0 0,7 5 0,11-10 0,11 7 0,30-14-1,-11 28 1,6 5 0,2 13 0,2 7 0,40-1 0,-36 24 0,1 7 0,-6 2 0,1 2 0,3 2 0,0 3 0,5 13-1,-2 1 1,-7-14 0,-2 1 0,0 11 0,-5 0 0,2 3 0,-24 10 0,-7 21 0,-5-22 0,-1 5 0,-2 11-1,0 0 1,3-11 0,-1 0 0,-8 4 0,-2-2 0,-8 14 0,-9-9 0,6-25 0,8-13 0,5-26 0,5-1 0</inkml:trace>
    </iact:actionData>
  </iact:action>
  <iact:action type="add" startTime="71043">
    <iact:property name="dataType"/>
    <iact:actionData xml:id="d12">
      <inkml:trace xmlns:inkml="http://www.w3.org/2003/InkML" xml:id="stk12" contextRef="#ctx0" brushRef="#br0">24508 15221 0,'56'-22'4,"8"10"1,18 2 0,-17 5-1,10 0 1,7 1 0,4-1-1,3 0 1,-17 0 0,3-1-1,2 0 1,2 0 0,3 0-1,3 0 1,4 1 0,2 1-1,-18 1 1,4 1 0,3 0-1,2 0 1,2 1 0,2 0-1,1 0 1,1 0 0,-1 0-1,1 0 1,-2 1 0,0-1-1,-3 0 1,-2 0 0,4-1-1,-1 0 1,-1 0 0,0 1-1,-2-1 1,1 0 0,-1 0 0,0 0-1,0 1 1,1 0 0,0 1-1,0 0 1,5 1 0,1 0-1,2 0 1,1 1 0,0 0-1,0 0 1,-2 1 0,-2 0-1,-2 0 1,-3-1 0,-3 1-1,-6 0 1,25 1 0,-5 1-1,-5-1 1,-5 1 0,-3 0-1,-4 0 1,7 2 0,-5-1-1,-6 1 1,-7-2 0,10 0-1,-13-3 1,11-2 0,-35 0-1,-16 0 1,-7 0 0,-11 0 0</inkml:trace>
    </iact:actionData>
  </iact:action>
  <iact:action type="add" startTime="81929">
    <iact:property name="dataType"/>
    <iact:actionData xml:id="d13">
      <inkml:trace xmlns:inkml="http://www.w3.org/2003/InkML" xml:id="stk13" contextRef="#ctx0" brushRef="#br0">15003 16157 0,'64'-7'6,"0"-1"0,0-1 0,7-1 1,-8 2-1,8 1 0,6 0 1,4 1-1,-8 2 0,5 0 1,3 1-1,3 0 0,2 1 1,2 0-1,-9 0 0,2 0 0,2 1 1,2-1-1,1 1 0,-1 1 1,1-1-1,-1 0 0,0 1 1,0-1-1,0 1 0,-1 1 1,2-1-1,0 0 0,2 0 0,1 0 1,-8 0-1,3 0 0,2 0 1,1 0-1,0 0 0,0 0 1,-3 0-1,-2 0 0,-4 0 1,-5 0-1,9 0 0,-6 0 0,-4 0 1,-1 0-1,1 0 0,4 0 1,2 0-1,5 0 0,3 0 1,-2 0-1,-2 0 0,-5 0 1,-8 0-1,24 0 0,-12 0 0,-2 0 1,-3 0-1,-2 0 0,-10 0 1,-12 0-1,-10 0 0,-9 4 1,-19-3-1,11 3 0,8-4 1,-7-4-1,-6 3 0,-26-3 1</inkml:trace>
    </iact:actionData>
  </iact:action>
</iact:actions>
</file>

<file path=ppt/ink/inkAction9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0" timeString="2026-05-17T03:28:41.5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5258">
    <iact:property name="dataType"/>
    <iact:actionData xml:id="d0">
      <inkml:trace xmlns:inkml="http://www.w3.org/2003/InkML" xml:id="stk0" contextRef="#ctx0" brushRef="#br0">27109 2266 0,'68'0'9,"1"0"0,-1 0 0,11 0 0,3 0 0,4 0 0,-6 0 0,3 0 0,4 0 0,4 0 0,-11-1 0,4-1 0,4 0 0,1 0 0,-1 0 0,-2 0 0,-6 0 0,0 1 0,-2-1 0,2 1 0,0-2 0,3 0 0,-1 0 0,3-2 0,2 0 0,0-1 0,-1 1 0,-1-1 0,-4 1 0,-1 0 0,-1-1 0,-2 1 0,-1 0 0,-2 0 0,-1-1 0,4-1 0,-2-1 0,-1 0 0,-2 1 0,-1 1 0,5-1 0,-1 2 0,-4 0 0,-3 1 0,3 0 0,-5 1 0,-2 1 0,18 1 0,-6 2 0,-26-1 0,-4 0 0,26 0 0,13 0 0,-16 0 0,8 0 0,-16 0 0,1 0 0,-1 0 0,15-3 0,-6 1 0,12 1 0,-71-4 0,-7 5 0</inkml:trace>
    </iact:actionData>
  </iact:action>
  <iact:action type="add" startTime="27478">
    <iact:property name="dataType"/>
    <iact:actionData xml:id="d1">
      <inkml:trace xmlns:inkml="http://www.w3.org/2003/InkML" xml:id="stk1" contextRef="#ctx0" brushRef="#br0">3705 6538 0,'82'-3'5,"0"0"0,-1 0 0,1 0 0,0 0 0,0 0 0,-1 1 0,1 1 0,3 0 0,1 0 0,3 0 0,2 0 0,3 0 0,2 1 0,-20-1 0,2 0 0,2 0 0,2 0 0,1 0 0,1 0 0,2 0 0,0 0 0,1 1 0,0-1 0,1 0 0,-1 1 0,0-1 0,-5 1 0,1-1 0,1 1 0,1 0 0,0-1 0,0 1 0,1 0 0,0-1 0,0 1 0,-1 0 1,1 1-1,-2-1 0,0 1 0,-1-1 0,0 1 0,4 1 0,1-1 0,0 1 0,-1 1 0,0-1 0,-1 1 0,-1-1 0,0 1 0,-1 0 0,-1-1 0,-1 1 0,-1-1 0,-1 0 0,8 0 0,1-1 0,-1 0 0,-1 0 0,-2 0 0,-1 1 0,-3-1 0,-3 1 0,-3 0 0,-3 1 0,27 2 0,-3 2 0,-7 1 0,-8-2 0,-12 0 0,13-1 0,-27-2 0,-41-3 1</inkml:trace>
    </iact:actionData>
  </iact:action>
  <iact:action type="add" startTime="29757">
    <iact:property name="dataType"/>
    <iact:actionData xml:id="d2">
      <inkml:trace xmlns:inkml="http://www.w3.org/2003/InkML" xml:id="stk2" contextRef="#ctx0" brushRef="#br0">13026 6486 0,'40'-10'11,"27"-4"0,-21 13 0,4 1 0,19-3 0,2 0 0,-6 3 0,6 0 0,-7 0 0,9 0 0,2 0 0,-2 0 0,9 0 0,-2 0 0,6 0 0,-2 0 0,5 0 0,0 0 0,-3 0 0,-17 0 0,-1 0 0,-2 0 0,-2 0 0,11 0 0,-3 0 0,-3 0 0,10-3 0,-5 0 0,-10 3 0,-5-1 0,8-5 0,-8 1 0,-13 3 0,26-2 0,-23 4 0,36 0 0,-8 7 0,-24-2 0,2 0 0,-4-1 0,-3 1 0,29 7 0,-26-11 0,-18 3 0,11-4 0,-5 0 0,0 0 0,-2 0 0,-5 4 0,13-2 0,21 8 0,-17-9 0,34 5 0,-27-6 0,9 0 0,5 6 0,-8 1 0,-18 1 0,3-1 0,8-3 0,4-1 0,5 1 0,-2-1 0,25-3 0,-25 0 0,-49 0 0,-4-4 0,11 3 0,24-3 0,35 4 0,-27 0 0,1 0 0,0 0 0,-1 0 0,2 0 0,-1 0 0,-7 0 0,-1 0 0,1 0 0,0 0 0,42 0 0,-7 0 0,-1 0 0,-14 0 0,9 0 0,-11 0 0,-15-1 0,2 2 0,-5 1 0,2 2 0,10 1 0,6 2 0,-2-1 0,7-1 0,1 0 0,-3 4 0,5 0 0,-2-2 0,18-5 0,-3-2 0,-3 4 0,0 0 0,-17-4 0,2 0 0,-3 0 0,13 0 0,-2 0 0,6 0 0,-2 0 0,-12 0 0,-1 0 0,6 0 0,-2 0 0,-20 0 0,0 0 0,28 0 0,4 0 0,-6 0 0,-2 0 0,-9 0 0,1 0 0,-4 0 0,4 0 0,-7 0 0,-7 0 0,-3 0 0,14 0 0,-1 0 0,-16-3 0,-1 1 0,7 1 0,4 1 0,14-2 0,6-1 0,-17 0 0,2 0 0,-1 1 0,26 2 0,-3-2 0,-11-4 0,-8-1 0,4 1 0,-2-1 0,-10-3 0,-7 9 0,1 1 0,28-6 0,-12 5 0,2 2 0,-20-1 0,1 0 0,10-2 0,5-1 0,-3 1 0,3 1 0,-3 0 0,8-2 0,-7 0 0,-10 3 0,-37-4 0,9 3 0,9-3 0,24-3 0,-17 5 0,2-5 0,-16 7 0,3-5 0,-1 4 0,-13-4 0,-11 5 0</inkml:trace>
    </iact:actionData>
  </iact:action>
  <iact:action type="add" startTime="32557">
    <iact:property name="dataType"/>
    <iact:actionData xml:id="d3">
      <inkml:trace xmlns:inkml="http://www.w3.org/2003/InkML" xml:id="stk3" contextRef="#ctx0" brushRef="#br0">26468 6699 0,'-60'11'9,"-12"-1"1,19-4-1,-8 0 1,-5-2 0,-7-2-1,2-1 1,10-1 0,2 0-1,-2 0 1,-9 0-1,-2 0 1,9 0 0,14 1-1,7-2 1,-11-8 0,31-8-1,-11-11 1,-28-27-1,-3-1 1,28 25 0,1-1-1,-18-25 1,11-13 0,10 4-1,12 22 1,-1-1-1,-19-34 1,12 7 0,9 3-1,19 6 1,21 9 0,16 17-1,11 3 1,4 6-1,10 3 1,11 0 0,9-1-1,4 4 1,-14 7 0,2 2-1,2 2 1,3 1-1,-6 1 1,2 2 0,2 0-1,0 1 1,-1 1 0,-2 1-1,-1 2 1,0 0-1,0 1 1,-1 1 0,13 0-1,0 2 1,-1 1 0,-5 3-1,9 4 1,-4 3-1,-5 0 1,9-1 0,-9 2-1,-24 0 1,-10 3 0,-12 9-1,-34 10 1,-14 20-1,-7-4 1,-4 2 0,3-14-1,-3 0 1,-13 16 0,-3-5-1,-17 2 1,-13-6-1,17-18 1,14-11 0,15-3-1,17-10 1,5-1 0</inkml:trace>
    </iact:actionData>
  </iact:action>
  <iact:action type="add" startTime="39470">
    <iact:property name="dataType"/>
    <iact:actionData xml:id="d4">
      <inkml:trace xmlns:inkml="http://www.w3.org/2003/InkML" xml:id="stk4" contextRef="#ctx0" brushRef="#br0">3595 10226 0,'77'-12'9,"-18"2"0,9 1 1,-2 7-1,6 2 1,5 0-1,-4-2 1,3 0-1,4-1 1,1 2-1,-8 0 1,3 1-1,0 0 1,2 0-1,0 1 1,5-2-1,1 1 1,1 0-1,-1 0 0,-3 1 1,9 0-1,-1 2 1,-3-1-1,0 1 1,-6-1-1,-1 1 1,-2-1-1,-8 1 1,20 2-1,-11 1 1,-15 1-1,-8-2 1,2-4-1,-9 3 1,16-10-1,10 5 0,-21-2 1,5 0-1,10 6 1,3 3-1,-10-3 1,2 0-1,0 1 1,2 2-1,-1 1 1,1-1-1,-2-2 1,1-1-1,-1 0 1,24 2-1,-4-2 1,-18-3-1,-3 0 0,-4 0 1,-5 0-1,11 0 1,-2-5-1,-19-2 1,6 0-1,5 2 1,14-1-1,0 2 1,-1 3-1,0 1 1,9-1-1,-2-2 1,8-1-1,5 0 1,1-1-1,-1 0 0,-12 1 1,0-1-1,0 0 1,1 1-1,1-1 1,2 1-1,-4 1 1,1 1-1,2-1 1,0 1-1,1 0 1,2 0-1,0-1 1,-1 0-1,1 0 1,2-1-1,0 1 0,1-1 1,1 1-1,-1 1 1,1 0-1,3 1 1,1 0-1,0 1 1,0 0-1,1 1 1,-1-1-1,0 1 1,-2-1-1,-3 0 1,-1 0-1,-1 0 1,0 0-1,0 0 0,0 0 1,-1 0-1,1 0 1,-1 0-1,2 0 1,0 0-1,-1 0 1,0 0-1,-3 0 1,-3 0-1,-3 0 1,11 0-1,-4 0 1,-4 0-1,-1 0 1,1 0-1,-1 0 0,1 0 1,-2 1-1,-3-1 1,-8-1-1,28-2 1,-12 0-1,-15 3 1,-12-1-1,-20-5 1,1-5-1,13 2 1,18-8-1,-17 10 1,-19 2-1,-24 5 1</inkml:trace>
    </iact:actionData>
  </iact:action>
  <iact:action type="add" startTime="43658">
    <iact:property name="dataType"/>
    <iact:actionData xml:id="d5">
      <inkml:trace xmlns:inkml="http://www.w3.org/2003/InkML" xml:id="stk5" contextRef="#ctx0" brushRef="#br0">19344 10401 0,'59'-7'7,"0"1"1,19-5-1,7 1 1,-13 8-1,5 2 1,6 0-1,-11 0 1,5 1-1,3 0 1,2 1-1,0-1 1,-9 1-1,0-1 1,1 1-1,1 0 1,3 1-1,4 1 1,-4 2-1,4 1 1,2 1-1,3 1 1,0 0 0,0-1-1,0 0 1,-2-1-1,-3-1 1,0-1-1,-1-1 1,0 0-1,0 0 1,1 0-1,1 1 1,2 0-1,-3 2 1,1-1-1,1 2 1,1 0-1,0 0 1,1-1-1,-1 0 1,-1-1-1,-1 0 1,7-2-1,-1-1 1,1 0 0,-1-1-1,-1 0 1,-1-1-1,-1 1 1,-3 0-1,-1 0 1,-2 1-1,-1-1 1,-2 1-1,0-1 1,-1-1-1,1 0 1,9-2-1,1 0 1,-1-1-1,-2 0 1,-4 0-1,-6-1 1,2 1-1,-7 0 1,-2-1-1,0-1 1,21-3 0,-2-3-1,-6 1 1,4-1-1,-5-1 1,4-2-1,-3 1 1,-12 6-1,-3 2 1,-5-4-1,-5 1 1,15 6-1,-16-5 1,-7 6-1,-10-5 1,25 4-1,-3-2 1,10 1-1,10 1 1,10 2-1,0-1 1,-6-2-1,0-1 1,0-1 0,0 1-1,0-1 1,-10-2-1,-9-1 1,-14-1-1,-16-4 1,-21 8-1,-8 0 1,14-1-1,40-8 1,14 1-1,-14 5 1,3-2-1,-10-1 1,-2 0-1,0 3 1,-3-1-1,16-10 1,-25 11-1,-27 2 1,-7 5 0</inkml:trace>
    </iact:actionData>
  </iact:action>
  <iact:action type="add" startTime="50518">
    <iact:property name="dataType"/>
    <iact:actionData xml:id="d6">
      <inkml:trace xmlns:inkml="http://www.w3.org/2003/InkML" xml:id="stk6" contextRef="#ctx0" brushRef="#br0">15811 13531 0,'71'-3'9,"0"1"1,-8-1 0,3 1-1,2 3 1,4 6 0,2 3-1,5-2 1,4-5 0,6-3-1,3 1 1,-2 2 0,-2 5-1,0 2 1,0 1 0,0-3-1,-15-6 1,1-2 0,0-1-1,-1 1 1,-2 1 0,10 3-1,-3 2 1,-1-1 0,-3 0-1,9-1 1,-3-1 0,0 1-1,7 2 1,0 1 0,-2 0-1,-10-3 1,-2-1 0,-1 1-1,-4-1 1,0 0 0,-3 0-1,23 0 1,-8 0 0,-34 1-1,1 0 1,8 0 0,8 1-1,-4-1 1,6 0 0,1-1-1,21 0 1,2 0 0,-9 1 0,1 0-1,-12-3 1,3-2 0,0 3-1,-3 2 1,0 3 0,2-3-1,10-2 1,1-2 0,1 0-1,-1 3 1,0 0 0,1-1-1,0-2 1,0 0 0,-1 0-1,1 0 1,-1-1 0,2 2-1,-11 0 1,2 1 0,0 1-1,0-2 1,-2 0 0,-1-1-1,0 1 1,1-1 0,3 2-1,0 0 1,0 1 0,-2-2-1,10 0 1,-3-2 0,-2 1-1,-6 0 1,-2 0 0,-4 0-1,7 0 1,-3 0 0,4 0-1,2 0 1,3 0 0,2 0-1,-24 0 1,1 0 0,5 0 0,10 0-1,6 0 1,4 0 0,2 0-1,-5 0 1,3 0 0,1 0-1,1 0 1,-3 0 0,-4 0-1,-2 0 1,0 0 0,0 0-1,1 0 1,6 0 0,2 1-1,-1-1 1,-4 0 0,-6-1-1,3-1 1,-6-1 0,1 0-1,11 3 1,3-1 0,-6 1-1,7-4 1,-2 0 0,-11 4-1,2 0 1,-6 0 0,4-3-1,-4-1 1,0 4 0,-4-2-1,10-9 1,-25 5 0,-30-1-1,-3 2 1,-10 1 0,24-3-1,13-4 1,-2 6 0,5 3-1,-3 1 1,2 2 0,12-1 0,2 1-1,-5 3 1,1-2 0,23-8-1,0-2 1,-24 6 0,0 0-1,19-5 1,-6 0 0,-10 7-1,3 0 1,-32-5 0,14 4-1,4-4 1,13 5 0,-18-4-1,-5 3 1,-13-8 0,-1 7-1,7-3 1,10 5 0,13 0-1,15 0 1,-16 0 0,1 0-1,34 0 1,-38 0 0,0 0-1,35 0 1,-11 0 0,-29 0-1,-2 0 1,9 0 0,-10 5-1,3-4 1,12 9 0,18-9-1,-3 1 1,-36-3 0,-10-3-1,-18 4 1,31 0 0,-7 0-1,21 0 1,-30 0 0,-10 0 0</inkml:trace>
    </iact:actionData>
  </iact:action>
  <iact:action type="add" startTime="55207">
    <iact:property name="dataType"/>
    <iact:actionData xml:id="d7">
      <inkml:trace xmlns:inkml="http://www.w3.org/2003/InkML" xml:id="stk7" contextRef="#ctx0" brushRef="#br0">22056 13776 0,'-32'-20'12,"-20"-38"1,14 13 0,-7-12 0,17 29 0,18 13-1,18-27 1,16-42 0,-2 26 0,4-4 0,5-8 0,2 2-1,-3 11 1,2 3 0,0 5 0,6 6 0,16 9 0,11 9-1,-1 8 1,9 6 0,9 3 0,-9 3 0,10 2 0,5 1-1,2 1 1,-4 1 0,-6 0 0,5 0 0,-6 0 0,-1 2-1,4-1 1,2 1 0,9 2 0,-2-1 0,-10 0 0,-19-2-1,14-1 1,-37 28 0,-21 6 0,-1 23 0,-5 4 0,-12-11-1,-17 11 1,-7-26 0,-8 1 0,-16 16 0,-3-2 0,7-12-1,2-3 1,-2 4 0,7-6 0,12-13 0,10-20 0,-40-10-1,5-4 1,-25-5 0,38 12 0,12 2 0,11 10 0,-12 1-1,-19 4 1,-18 8 0,0-4 0,22-1 0,19-7 0</inkml:trace>
    </iact:actionData>
  </iact:action>
  <iact:action type="add" startTime="71653">
    <iact:property name="dataType"/>
    <iact:actionData xml:id="d8">
      <inkml:trace xmlns:inkml="http://www.w3.org/2003/InkML" xml:id="stk8" contextRef="#ctx0" brushRef="#br0">8347 16073 0,'42'-5'8,"11"0"0,21 5 0,-27 0 1,4 0-1,15 0 0,5 0 1,-14 0-1,3 0 0,2 0 1,10 0-1,1 0 0,4 0 1,-12 0-1,2 0 0,1 0 1,-1 0-1,14 0 0,-2 0 0,1 0 1,2 0-1,2 0 0,-5 0 1,-15 0-1,-2 0 0,0 0 1,10 0-1,1 0 0,-6 0 1,-7 0-1,0 0 0,2 0 1,5 0-1,-7 0 0,-8 0 1,-1 0-1,28 0 0,5 0 0,-5 0 1,1 0-1,-18 0 0,2 0 1,-3 0-1,19 0 0,0 0 1,-19 3-1,2 0 0,-5-1 1,1-1-1,-2 0 0,21 7 1,-1 0-1,-23-6 0,1-2 0,22 5 1,0-1-1,-19-4 0,-1 0 1,19 0-1,-1 0 0,-27 0 1,2 0-1,15 2 0,8 1 1,-4 0-1,0-2 0,4 0 1,-5 0-1,9 2 0,3-1 1,-5-1-1,7-1 0,-3 0 0,-1 0 1,-1 2-1,-1 1 0,-3-1 1,-7-2-1,-2 0 0,-10 2 1,19 5-1,-10-7 0,-34-5 1,27 4-1,15-3 0,-2 4 1,-18 0-1,-40 0 0,-7 0 1</inkml:trace>
    </iact:actionData>
  </iact:action>
</iact:actions>
</file>

<file path=ppt/ink/inkAction10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0" timeString="2026-05-17T03:44:01.30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6127">
    <iact:property name="dataType"/>
    <iact:actionData xml:id="d0">
      <inkml:trace xmlns:inkml="http://www.w3.org/2003/InkML" xml:id="stk0" contextRef="#ctx0" brushRef="#br0">7802 2117 0,'71'8'3,"0"0"1,1 0-1,-1 0 1,-11-5-1,-5-1 1,17 0-1,-15 1 1,12-1 0,10 1-1,7 0 1,6 0-1,4 0 1,1 0-1,0 0 1,-4 0-1,-3 0 1,-8-2 0,-8 1-1,12-1 1,-11 0-1,-4-1 1,0 0-1,8-1 1,14 0 0,-26 0-1,7 0 1,5-1-1,6 1 1,3-1-1,4 1 1,2-1-1,3-1 1,0 1 0,2 0-1,-2-1 1,0 0-1,-2 0 1,-2 0-1,-4 0 1,-3-1-1,-6 0 1,12 0 0,-6-1-1,-4 0 1,-2-1-1,-2 1 1,0-1-1,1 0 1,2 0 0,4-1-1,5 0 1,6 0-1,-23 2 1,3-1-1,4 1 1,3-1-1,2-1 1,3 1 0,1-1-1,2 1 1,2-1-1,0 0 1,0 0-1,0 0 1,1 0 0,-2 0-1,0 0 1,-2 0-1,-1 0 1,-3 0-1,-2 0 1,-3 0-1,-2 1 1,-5-1 0,21-1-1,-4-1 1,-3 1-1,-4-1 1,-2 1-1,-1 0 1,-1-1-1,0 1 1,0 0 0,1 0-1,3 0 1,2 0-1,-2 0 1,3 1-1,5-1 1,1 0 0,2 0-1,0 1 1,-1-1-1,-2 1 1,-4 0-1,-3 0 1,-6 1-1,-6 0 1,-8 0 0,-8 1-1,40-4 1,-21 1-1,-10 3 1,-6 4-1,-18 2 1,-32-1 0</inkml:trace>
    </iact:actionData>
  </iact:action>
  <iact:action type="add" startTime="14888">
    <iact:property name="dataType"/>
    <iact:actionData xml:id="d1">
      <inkml:trace xmlns:inkml="http://www.w3.org/2003/InkML" xml:id="stk1" contextRef="#ctx0" brushRef="#br0">3101 4226 0,'50'-9'7,"0"0"0,30 3 0,7 2 0,-20 1 0,3 1 0,2 0 0,5-2 0,1 0 1,4 1-1,-7 2 0,3 1 0,2 0 0,0-1 0,3-1 0,0-1 0,2 0 1,6 1-1,-10 1 0,5 1 0,4 0 0,0 1 0,-2-1 0,-4 0 0,-2-2 1,-2 0-1,-3 0 0,0 1 0,0-1 0,-2 2 0,2-1 0,-2 1 0,-4 0 1,-7-1-1,1-2 0,-7 0 0,-3 1 0,12 2 0,-2 0 0,1-4 0,5 1 0,-1 2 1,6 1-1,2-1 0,4-1 0,2-1 0,4 1 0,-7 2 0,3 0 0,2 0 1,-2 0-1,-7 0 0,-1 0 0,1 0 0,2 0 0,-3 0 0,4 0 0,1 0 1,-2 0-1,-5 0 0,-3 0 0,-3 0 0,-2 0 0,5 0 0,-1 0 0,4 0 1,2 0-1,-4 0 0,-4 0 0,12 0 0,-6 0 0,0 0 0,4 0 0,1 0 1,0 0-1,3 0 0,1 0 0,-6 0 0,6 1 0,-1-2 0,-4-1 0,6-1 0,-8-1 1,-6 1-1,-2-2 0,3-4 0,7-1 0,-5 1 0,13 3 0,0 2 0,-8-2 1,5-1-1,-1 3 0,-6 3 0,-3 2 0,-1-1 0,-8-2 0,-2 0 0,0-1 1,3 0-1,0 0 0,-7 0 0,-7-2 0,-3 1 0,13 0 0,-3 0 0,22 4 1,-16 0-1,-4 0 0,0 12 0,14-3 0,-14 4 0,-8-7 0,-37-6 0,-11 0 1</inkml:trace>
    </iact:actionData>
  </iact:action>
  <iact:action type="add" startTime="18777">
    <iact:property name="dataType"/>
    <iact:actionData xml:id="d2">
      <inkml:trace xmlns:inkml="http://www.w3.org/2003/InkML" xml:id="stk2" contextRef="#ctx0" brushRef="#br0">20342 4357 0,'64'-12'13,"0"-1"0,-6 3 0,7 1 0,-1 4 0,9 1 0,5 1 0,-2 0 0,1 1 0,0 0 0,2 0 0,2 1 1,-4 1-1,1 0 0,3 0 0,1 0 0,2 0 0,-1 0 0,3 1 0,1-1 0,0 0 0,-2 0 0,-4-1 0,-5 0 1,-3-1-1,-3 0 0,1-1 0,2 1 0,7 0 0,2 1 0,1 0 0,-4-2 0,-6-1 0,13-5 0,-8-2 0,-3 1 1,-12 4-1,-3-1 0,0 1 0,26-4 0,-1 1 0,-3 2 0,-2 0 0,-9 1 0,1 1 0,-7 1 0,3 2 1,-1-2-1,-2-3 0,0 0 0,-2 2 0,23 3 0,-3 1 0,-1-4 0,-9 1 0,-1 4 0,-28 0 0,-27 0 0,-1 0 1,22 0-1,45 0 0,5 0 0,-28 0 0,1 0 0,-15 0 0,-1 0 0,9 0 0,-1 0 0,15 5 0,0-4 0,-38 4 1,22-5-1,20-6 0,-16 5 0,6 0 0,19-10 0,1-1 0,-18 7 0,-4 0 0,-2-5 0,-6-2 0,-7 1 1,-13 6-1,9 1 0,23 16 0,0-4 0,-13 5 0,-14-8 0,-18-5 0,-1 0 0,-4 0 0,0-4 0,-5-1 0,10 0 1,10 1-1,-1 0 0,23 3 0,18-3 0,-6 6 0,9 2 0,-9-3 0,5-1 0,-2 1 0,20 3 0,-4-1 0,-7-3 1,-10 0-1,-14 0 0,-32 0 0,2 0 0,14 0 0,-7 0 0,-1 0 0,-13 0 0,-5 0 0,0 0 0,0 0 1</inkml:trace>
    </iact:actionData>
  </iact:action>
  <iact:action type="add" startTime="28121">
    <iact:property name="dataType"/>
    <iact:actionData xml:id="d3">
      <inkml:trace xmlns:inkml="http://www.w3.org/2003/InkML" xml:id="stk3" contextRef="#ctx0" brushRef="#br0">8092 5239 0,'67'0'8,"11"0"1,-14 0 0,25 0-1,-30-3 1,7-1 0,-10 3-1,5 1 1,2-1 0,15-1 0,4 0-1,-3 0 1,-12 1 0,-2 2-1,4-1 1,0-1 0,5 1-1,0 0 1,-2 1 0,8 2 0,-2 1-1,3 0 1,-8-3 0,3-1-1,1 1 1,-4 0 0,9 2-1,-3 2 1,-5-2 0,11-3 0,-12 0-1,-3 0 1,-33 0 0,-18 0-1,18 6 1,23-5 0,-4 6-1,5 1 1,3 0 0,5 0 0,6-1-1,7 0 1,-3 0 0,-14 2-1,-2 0 1,2-2 0,11-2-1,1-2 1,-1 0 0,-9 0 0,-2 0-1,-2-1 1,14-2 0,2 0-1,-6 3 1,4 1 0,-3-1-1,14-2 1,-2 0 0,-19 3 0,1 0-1,-1-2 1,-6-4 0,-1-1-1,1 0 1,2 3 0,1 0-1,1-2 1,2-2 0,2-2 0,-1 1-1,0 4 1,0 1 0,-1-1-1,2-4 1,-1-1 0,-3 0-1,13 2 1,-3-1 0,-3-3 0,-2-1-1,4 1 1,-4 1 0,-25 3-1,1 1 1,26-2 0,0 3-1,12 2 1,-36 0 0,2 0 0,8 0-1,6 0 1,-5-1 0,4 1-1,3 1 1,13 1 0,2 2-1,3-1 1,-14-2 0,1-1 0,2 0-1,0 2 1,6 2 0,1 2-1,0 1 1,-5-4 0,7-3-1,-4-2 1,-1 0 0,-1 3 0,-1 1-1,-10-2 1,-9-3 0,-8-2-1,8-6 1,-40 10 0,-8-3 0</inkml:trace>
    </iact:actionData>
  </iact:action>
  <iact:action type="add" startTime="32305">
    <iact:property name="dataType"/>
    <iact:actionData xml:id="d4">
      <inkml:trace xmlns:inkml="http://www.w3.org/2003/InkML" xml:id="stk4" contextRef="#ctx0" brushRef="#br0">21395 5152 0,'73'-5'5,"-13"3"0,6 0 0,9-1 0,7-1 0,-1 0 0,7 1 0,7-2 0,-17-1 0,5-1 0,3-1 0,1 0 1,-1 1-1,-3 2 0,-1 0 0,1 0 0,2 0 0,7-1 0,-15 1 0,5 0 0,2-1 0,3 0 0,1 1 1,0-1-1,-1 2 0,-1 0 0,-2 1 0,1 1 0,-1 0 0,0 0 0,0 1 0,0 0 0,0 0 0,1-1 0,-1 1 1,1-1-1,0 0 0,-1 0 0,1 0 0,-1 1 0,0-1 0,0 1 0,-2 1 0,1 0 0,-1 0 0,1 0 1,-2 1-1,0-1 0,-2 0 0,-1-1 0,15 0 0,-2-1 0,-1 0 0,-2 0 0,-2 0 0,-2-1 0,3 1 1,-4 0-1,-1-1 0,-1 0 0,0-1 0,-2-1 0,0-2 0,-1 1 0,-2-1 0,-3 0 0,2 1 0,-3 1 0,-3-1 1,-3-1-1,4-2 0,-4-1 0,2 2 0,10 3 0,2 2 0,-2 0 0,-6 0 0,-2 0 0,7 1 0,-8 1 1,6 1-1,3 0 0,-1 0 0,-3 1 0,3-1 0,-2 0 0,0 0 0,3 0 0,-2-1 0,4 1 0,1-1 1,-2 1-1,-4 2 0,-3 1 0,-4 1 0,-1 1 0,4 1 0,14 2 0,4 1 0,0 2 0,-2-1 0,-8-1 0,-2 0 1,1 1-1,4-1 0,2 2 0,6-1 0,1 1 0,-3-1 0,-8-2 0,12-2 0,-9-2 0,1 0 0,5 1 1,0 0-1,-17-2 0,-7-3 0,-33 4 0,-22-2 0,-1 2 0,16-4 0,21 0 0,11-5 0,-14 3 0,-15-2 1</inkml:trace>
    </iact:actionData>
  </iact:action>
  <iact:action type="add" startTime="46590">
    <iact:property name="dataType"/>
    <iact:actionData xml:id="d5">
      <inkml:trace xmlns:inkml="http://www.w3.org/2003/InkML" xml:id="stk5" contextRef="#ctx0" brushRef="#br0">7477 7475 0,'75'0'17,"-12"0"1,3 0-1,-11 0 1,4 0-1,18 0 1,10 0 0,-5 0-1,2 0 1,0 0-1,-6 0 1,4 0 0,-5 0-1,7 0 1,-7 0-1,-7 0 1,-2 0-1,-6 0 1,-3 0 0,-13 0-1,-1 0 1,3 0-1,2 0 1,0 0 0,0 0-1,-2 0 1,-2 0-1,31 0 1,-35-4-1,-12 8 1,46 8 0,9 3-1,-35-6 1,-3-2-1,10 0 1,-43-7 0</inkml:trace>
    </iact:actionData>
  </iact:action>
  <iact:action type="add" startTime="79701">
    <iact:property name="dataType"/>
    <iact:actionData xml:id="d6">
      <inkml:trace xmlns:inkml="http://www.w3.org/2003/InkML" xml:id="stk6" contextRef="#ctx0" brushRef="#br0">5480 12031 0,'72'-8'13,"6"2"1,-8 6 0,-7 5 0,-24 7 0,8 0 0,10 5 0,22-5 0,-5-6 0,-20 1 0,-1-1 0,24 1-1,-25-3 1,1 0 0,31 1 0,-30-8 0,3-2 0,-1 1 0,1 0 0,10-1 0,1 0 0,-10 2 0,-1-1 0,0 2-1,-3-1 1,20-4 0,-14 0 0,0 2 0,13 5 0,-24 1 0,3-2 0,3-3 0,-1 0 0,-7 3 0,0 0 0,11-10-1,-2 0 1,31 0 0,-32 1 0,1-1 0,-5 4 0,-1 0 0,-4 0 0,-1 1 0,36-1 0,-19 1 0,-10 1 0,1-2-1,1-6 1,-10 6 0,1 0 0,34-8 0,-11 11 0,18 2 0,3 1 0,-12 0 0,1-4 0,0 2 0,-5 2 0,11 1-1,-2 1 1,-16-1 0,-16 0 0,-10 0 0,13 0 0,-9-4 0,-17-2 0,18-4 0,42-9 0,-15 6 0,-25 6 0,-2 0-1,8-8 1,-24 13 0,6-12 0,-13 8 0,51-21 0,-10 11 0,16-11 0,-36 16 0,-20 5 0,-3 1 0,27 0 0,11 3-1,4-10 1,-4 11 0,-32-5 0,-3 6 0,-8 0 0,6 0 0,1 0 0,2 0 0,-10 0 0,-5 0 0,-4 0 0</inkml:trace>
    </iact:actionData>
  </iact:action>
  <iact:action type="add" startTime="84133">
    <iact:property name="dataType"/>
    <iact:actionData xml:id="d7">
      <inkml:trace xmlns:inkml="http://www.w3.org/2003/InkML" xml:id="stk7" contextRef="#ctx0" brushRef="#br0">23120 11865 0,'70'-4'25,"-1"-1"0,-5 2 0,4-1 0,2-1 0,6-1 0,1-2 0,2 1 0,-13-1 1,1 0-1,1 0 0,-2 2 0,14 0 0,-1 2 0,-3-1 0,-8-1 0,-1 0 1,-5 1-1,8 2 0,-5 0 0,-15 4 0,-8-3 0,-7-8 0,8 3 0,3 2 1,13-3-1,8 1 0,1 6 0,0 0 0,2-3 0,-4 0 0,-14 3 0,-9 2 0,-8-1 1,3 0-1,8-6 0,28 4 0,-24-1 0,-1 0 0,10 7 0,-11-5 0,-4-2 1,-13 0-1,16-4 0,-27 2 0,1 5 0,-5 0 0,6 0 0,-12 0 0,-2 0 1</inkml:trace>
    </iact:actionData>
  </iact:action>
  <iact:action type="add" startTime="93096">
    <iact:property name="dataType"/>
    <iact:actionData xml:id="d8">
      <inkml:trace xmlns:inkml="http://www.w3.org/2003/InkML" xml:id="stk8" contextRef="#ctx0" brushRef="#br0">12220 12862 0,'76'-12'14,"10"-4"1,-31 11 0,3 1-1,4-4 1,2 1 0,9 1-1,1 2 1,-1 0 0,1 1-1,6-2 1,-1 1 0,-8 0-1,-3-1 1,-3-2 0,-3-2-1,-15 2 1,-3 1 0,28-1-1,-10 2 1,10 5 0,0 6-1,-14 2 1,5 1 0,0 0-1,4-1 1,-7-1 0,3-2-1,-1 0 1,27 1 0,-1-4-1,1-5 1,-4-1 0,-14 4-1,-2-1 1,7-6 0,2 0-1,-3 6 1,4 0 0,-9-3-1,5-3 1,-3 2 0,-8 4-1,-3 1 1,2-1 0,7-4-1,1-1 1,-1 0 0,-9 2-1,-1 1 1,-1 0 0,18-1-1,-1-1 1,10 0 0,-1 2-1,-5 2 1,0 2 0,-18 2-1,2 0 1,0 0 0,-3-3-1,-1 0 1,-1 2 0,20 5-1,-4 0 1,-19-6 0,-3 0-1,-8 2 1,-1 0 0,10 1-1,4-1 1,20-2 0,7-1-1,-19 2 1,4 1 0,2-1-1,-6 0 1,3 0 0,1 0-1,-3 1 1,13 2 0,-1 1 0,-2 0-1,-6-2 1,-1 0 0,2 1-1,12 3 1,2 1 0,-7-3-1,-1-4 1,-1-1 0,5 1-1,5 2 1,-10-2 0,-18-2-1,-6 0 1,5 0 0,-5 0-1,9 0 1,1-6 0,19-3-1,-22-4 1,7 5 0,-16 3-1,15-2 1,-16 6 0,2 0-1,36-5 1,-12 7 0,2 3-1,-28 0 1,1 1 0,24 2-1,1 0 1,-15-3 0,-1 1-1,2 2 1,0 0 0,-1-2-1,-1-1 1,-3 0 0,0 1-1,9 2 1,-1 1 0,-7-4-1,-1 0 1,0 0 0,0 2-1,-2 4 1,-3-1 0,22-6-1,-2 10 1,0-13 0,2 0-1,-28 0 1,3 0 0,11 0-1,1 0 1,2 0 0,0 0-1,-2-1 1,-3 2 0,-4 4-1,-14 10 1,-35 37 0,41-14-1,4 11 1,5-42 0,10-8-1,9 1 1,0 0 0,-14 0-1,-6 0 1,23 0 0,-28 0-1,-11-6 1,5 4 0,13-4-1,16 6 1,0 0 0,-8 0-1,-16 0 1,-14 0 0,-5 0 0,28 0-1,-11 0 1,32 0 0,-4-6-1,-21 1 1,5 1 0,11 0-1,1 0 1,-4 0 0,-2 1-1,-10 3 1,-5 0 0,13 0-1,-30 0 1,30 0 0,19 0-1,-24-3 1,0 0 0,-12 3-1,-1-1 1,30-9 0,-43 9-1,-1-3 1,-10 0 0,4 3-1,-5-4 1,11 5 0,3 0-1,12 0 1,1 0 0,-6 0-1,-7 0 1,-13 0 0,27-5-1,2 4 1,25-4 0,-24 5-1,-16 0 1,-25-4 0,19 3-1,-14-7 1,27 7 0,-16-3-1,-3 4 1,-3 0 0,-10-8-1,0 6 1,-3-11 0,18 12-1,0-8 1,37 2 0,3-5-1,7 0 1,17 0 0,-39 5-1,26-2 1,-13 7 0,5-3-1,12 5 1,-17 0 0,1-5-1,-9-1 1,14-6 0,5 6-1,-28 2 1,1 2 0,10 5-1,-2 1 1,24-3 0,1 11-1,-30-6 1,-3 6 0,18-6-1,0-1 1,8-5 0,-16 0-1,-21 0 1,-6-9 0,-13-1-1,8-10 1,-13 10 0,-3 2 0</inkml:trace>
    </iact:actionData>
  </iact:action>
  <iact:action type="add" startTime="109120">
    <iact:property name="dataType"/>
    <iact:actionData xml:id="d9">
      <inkml:trace xmlns:inkml="http://www.w3.org/2003/InkML" xml:id="stk9" contextRef="#ctx0" brushRef="#br0">25530 13938 0,'67'4'3,"0"0"0,1 0 0,9-1 0,5 1 0,1-1 0,-9-1 0,1 1 0,3-1 0,0 0 1,3 0-1,-7 0 0,-1 1 0,2 0 0,4-1 0,5-1 0,8-1 0,-24 0 0,6-2 0,5 0 1,4-1-1,4 0 0,1-1 0,2 1 0,1-1 0,-1 0 0,-2 0 0,-1 1 0,-3 0 0,-5 0 1,-4 1-1,17 0 0,-8 0 0,-4 1 0,-2 0 0,1 1 0,3-1 0,7-1 0,9 1 1,-29-1-1,5 0 0,4 0 0,3 0 0,3-1 0,2 1 0,3-1 0,1 0 0,1 0 0,1 1 1,1-1-1,-1 0 0,0 1 0,-1 0 0,-2 0 0,-1 0 0,-3 1 0,-2 0 0,-4 0 0,15 1 1,-3 0-1,-1 1 0,-2 0 0,-1 0 0,-1 1 0,0 0 0,-2 0 0,0 0 0,0 0 1,0-1-1,-1 1 0,2 0 0,2-1 0,1 0 0,0 1 0,0-1 0,-1 0 0,0 1 0,-1-1 1,-1 1-1,0-1 0,-2 1 0,-2-1 0,-1 1 0,12 0 0,2 0 0,1 0 0,-3 1 0,-2-1 1,-5 0-1,-5 1 0,-8-1 0,-9 1 0,23 2 0,-16 0 0,-15-2 0,-6-3 0,-45 0 1</inkml:trace>
    </iact:actionData>
  </iact:action>
  <iact:action type="add" startTime="118814">
    <iact:property name="dataType"/>
    <iact:actionData xml:id="d10">
      <inkml:trace xmlns:inkml="http://www.w3.org/2003/InkML" xml:id="stk10" contextRef="#ctx0" brushRef="#br0">12669 16010 0,'64'-5'17,"23"1"0,-4 4 0,-34 0 0,4 0 0,25 0 0,2 0 0,-15 0 0,3 0 0,-4 0 0,5 0 0,-1 0 0,-4 0 0,-2 0 0,3 0 0,10 0 0,2 0 0,-1 0 0,-2 0 0,0 0 0,-3 0 0,-7 0 1,-2 0-1,-2 0 0,21 0 0,-5 0 0,-18 0 0,-4 0 0,-7 0 0,-1 0 0,33 0 0,-17 0 0,-8 0 0,24 0 0,7 0 0,-17 0 0,3 0 0,-8 0 0,2 0 0,21-1 0,-1 2 0,-25 2 0,-2 0 0,10-2 1,-4 0-1,12 6 0,-12-7 0,-27 5 0,-5-4 0,-1 8 0,-5-8 0,18 9 0,-9-9 0,25 9 0,11-9 0,13 4 0,-8-5 0,-6 0 0,-41 0 0,6 0 0,-19 0 0,18 0 0,-7 0 0,15 0 0,-19 0 1,35 0-1,-41 0 0,25 0 0,-33 0 0,10 0 0,-3 0 0,8 0 0,1 0 0,14 0 0,2 0 0,0 0 0,-11 0 0,-12 0 0,12 0 0,11 0 0,6-5 0,-7 4 0,-14-8 0,-12 8 0,-1-7 0,1 3 0,5-5 1,11 5-1,-3-4 0,16 8 0,-4-4 0,6 5 0,8 0 0,-7 0 0,1 5 0,-15-4 0,-12 4 0,-3-5 0,3 5 0,24-3 0,-2 8 0,22-4 0,-10 0 0,8-1 0,-17 0 0,-7-4 0,-26 4 0,-4-5 1</inkml:trace>
    </iact:actionData>
  </iact:action>
  <iact:action type="add" startTime="122254">
    <iact:property name="dataType"/>
    <iact:actionData xml:id="d11">
      <inkml:trace xmlns:inkml="http://www.w3.org/2003/InkML" xml:id="stk11" contextRef="#ctx0" brushRef="#br0">19261 16038 0,'88'8'9,"-26"-7"0,12 0 0,3 0 0,13 2 0,5-1 0,-2-1 0,-8 0 0,-1-1 0,3-1 0,12 1 0,-25 0 0,8 1 0,5-1 0,4 0 0,2 0 0,0 1 0,0-2 0,-3 1 0,-4-1 0,-3 0 0,-2-1 0,0 0 0,-2 0 0,0 0 0,0 0 0,0 0 0,1 1 0,3 0 0,1 0 0,0 1 0,0 0 0,0 0 0,-1-1 0,-2 1 0,-1-1 0,1-1 0,-1 0 0,0-1 0,-2 1 0,-2-1 0,-1 1 0,-1 1 0,12 0 0,-2 1 0,-2 1 0,-2-1 0,0 0 0,-5 0 0,-2 0 0,0 0 0,-1 0 0,2 0 0,5 0 0,2 0 0,0 0 0,-5 0 0,-9 0 0,27 0 0,-13 0 0,-15 0 0,-6 0 0,17 0 0,-19 0 0,-3 0 0,-2 0 0,-1 3 0,6 2 0,16 0 0,5 0 0,-17 1 0,3 0 0,-1 0 0,27-1 0,-7 0 0,-29 0 0,-7-2 0,13-3 0,-42 0 0,6 0 0,19 0 0,5 0 0,23 0 0,-17-7 0,-10 1 0,3-2 0,29-9 0,-13 3 0,-27 7 0</inkml:trace>
    </iact:actionData>
  </iact:action>
</iact:actions>
</file>

<file path=ppt/ink/inkAction1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0" timeString="2026-05-17T03:44:01.30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10517">
    <iact:property name="dataType"/>
    <iact:actionData xml:id="d0">
      <inkml:trace xmlns:inkml="http://www.w3.org/2003/InkML" xml:id="stk0" contextRef="#ctx0" brushRef="#br0">14266 5395 0,'52'4'8,"-1"0"0,24 3 0,5 0 1,-17-5-1,2-2 0,4 0 1,3 2-1,5 1 0,1-1 1,-1 0-1,-7-1 0,-2-1 0,1-1 1,1 1-1,8 0 0,2 0 1,1 0-1,-1 0 0,0 0 1,1 0-1,-1 0 0,-3 0 0,12 0 1,-2 0-1,0 0 0,-18 0 1,2 0-1,-2 0 0,-2 0 1,5 0-1,-2-1 0,-1 2 1,-1 1-1,-1 2 0,1-1 0,0-2 1,0-1-1,0 1 0,0 1 1,-1 2-1,-1-2 0,-2-1 1,-2-2-1,-1 1 0,19 4 0,1-1 1,-16-2-1,2-1 0,-1 1 1,-2 1-1,0 0 0,2 1 1,8 0-1,3 0 0,3-1 1,-8-1-1,4-1 0,1 0 0,-2 1 1,-6 3-1,-1 2 0,1-1 1,4-1-1,-1-2 0,4-2 1,2 0-1,-1 0 0,-2 1 0,8 1 1,-2 1-1,0 0 0,-1-1 1,-1-1-1,0-1 0,-1-1 1,-1 1-1,-6 0 0,0 0 1,-3 0-1,-1 0 0,8 0 0,-2 1 1,-2-2-1,-6 0 0,-3-1 1,1-2-1,0-1 0,-1-1 1,-3 0-1,7 2 0,-3-2 0,5-6 1,-2 2-1,-10 8 0,-2 2 1,6-3-1,1-1 0,-4 4 1,0 0-1,2 0 0,0 0 1,-4 0-1,0 0 0,5 4 0,3-1 1,15-2-1,4 0 0,0 2 1,0 1-1,0-4 0,-2 0 1,-11 0-1,-3 0 0,-11-1 0,0 2 1,4 2-1,3 0 0,5-2 1,3 0-1,4 3 0,2-1 1,-2-3-1,0 0 0,-8 0 1,1 0-1,-7 0 0,4 0 0,-2 0 1,18 0-1,0 0 0,-16 0 1,2 0-1,-5 0 0,6 0 1,-8 0-1,13 0 0,-26 0 0,-16 0 1,11 0-1,13 0 0,16 0 1,-6 0-1,-8 5 0,-16-4 1,-20 4-1,-11-5 0,-5 0 1</inkml:trace>
    </iact:actionData>
  </iact:action>
  <iact:action type="add" startTime="27390">
    <iact:property name="dataType"/>
    <iact:actionData xml:id="d1">
      <inkml:trace xmlns:inkml="http://www.w3.org/2003/InkML" xml:id="stk1" contextRef="#ctx0" brushRef="#br0">18680 7403 0,'67'0'31,"0"0"1,7 0 0,2 4 0,5 0 0,2-3 0,6-1-1,1 1 1,-22 1 0,1 0 0,-1 0 0,-1 0 0,16-2-1,-2 0 1,-2 0 0,-11 0 0,-2 0 0,-2 0 0,18 0-1,0 0 1,1 0 0,1 0 0,-1 0 0,1 0 0,5-3 0,-4-1-1,-21 0 1,-5-1 0,-7-2 0,-3 0 0,-4 3 0,-1 0-1,37-2 1,-9 6 0,-1 0 0,-26 0 0,-7 0 0,-18 0-1,20 0 1,11 0 0,33 0 0,-18 4 0,3 1 0,-12-5-1,-2 2 1,9 5 0,-6 0 0,-4-5 0,-31 4 0,-19-6 0</inkml:trace>
    </iact:actionData>
  </iact:action>
  <iact:action type="add" startTime="50654">
    <iact:property name="dataType"/>
    <iact:actionData xml:id="d2">
      <inkml:trace xmlns:inkml="http://www.w3.org/2003/InkML" xml:id="stk2" contextRef="#ctx0" brushRef="#br0">18166 12242 0,'78'-6'7,"-31"3"0,5 1 0,21 2 0,5 0 0,-20 0 1,2 0-1,6 0 0,1 0 0,8 0 0,3 0 0,-1 0 1,-8 0-1,9 0 0,-7 0 0,8 0 0,-1 0 0,8 0 1,3 0-1,-1 0 0,-8 0 0,-8 0 0,-6 1 0,0-1 1,5-1-1,2 0 0,4-2 0,2 1 0,-1 0 0,-1 0 1,10 1-1,0 1 0,-2-1 0,-2 0 0,-7-1 0,-1-1 1,-2 0-1,1 1 0,-2 1 0,1 1 0,-1 1 0,-1-1 1,14 0-1,-1-1 0,3 2 0,-5 1 0,4 1 0,0 1 1,-1-1-1,-7 0 0,-2 0 0,0 1 0,5 0 0,-2 0 1,3 1-1,2 0 0,1 0 0,-1 0 0,1-2 0,1 0 1,-1-1-1,2 0 0,0 0 0,-12 0 0,0 0 0,1 0 1,0 0-1,1-1 0,0 0 0,5-1 0,0 1 1,1-2-1,0 1 0,2 0 0,0 0 0,-8 0 0,3 0 1,0 0-1,0 1 0,-1-1 0,0-1 0,-2 1 0,3-1 1,-3-1-1,-1 0 0,1 0 0,3 1 0,4-1 0,-8 2 1,4-1-1,4 1 0,3 0 0,-1 0 0,-1 0 0,-2 0 1,-6 0-1,-5-1 0,12-1 0,-8 0 0,-4 0 0,1 0 1,4 1-1,2 0 0,6 1 0,1 0 0,-3 0 0,-7 1 1,-11-1-1,20 0 0,-13 0 0,-14 0 0,-7 0 0,3 0 1,-20 0-1,10 0 0,6-6 0,-7-2 0,4 1 0,0 2 1,0 1-1,3-6 0,0 0 0,31 3 0,-33 3 0,0 1 1,5 0-1,-1 0 0,2-1 0,-2 2 0,29 0 0,-36-4 1,-30 6-1,2 5 0,-7-4 0,3 3 0,-3-4 1</inkml:trace>
    </iact:actionData>
  </iact:action>
  <iact:action type="add" startTime="59361">
    <iact:property name="dataType"/>
    <iact:actionData xml:id="d3">
      <inkml:trace xmlns:inkml="http://www.w3.org/2003/InkML" xml:id="stk3" contextRef="#ctx0" brushRef="#br0">10188 13038 0,'41'15'23,"0"0"0,-8-5 1,-3 0-1,8 1 0,12-5 1,4 1-1,7-1 1,11-5-1,3-1 0,-3 4 1,8-1-1,-17-1 1,8 0-1,5 0 0,0 0 1,-4 0-1,2-1 0,-4-1 1,3 0-1,8 1 1,-7 0-1,7 1 0,6-1 1,1 1-1,1-1 1,-3 1-1,-5-2 0,12 1 1,-4-1-1,-2 0 0,-1 0 1,1-1-1,-1 1 1,2 0-1,-2 0 0,-4 0 1,-6 0-1,13 0 1,-8 1-1,-8-2 0,1 2 1,-11-2-1,5 1 0,2 0 1,-29 0-1,-13 0 1,-9 5-1,-10-4 0,16 3 1,4-4-1,10-5 1,29-3-1,2-5 0,-16 9 1,2 0-1,-9-2 0,-1 0 1,31 1-1,-34-2 1,-24-1-1,-6-1 0,7-2 1,-4 1-1,17-4 1,-16 8-1,7 0 0,-10 3 1,-9 11-1,-1-3 1</inkml:trace>
    </iact:actionData>
  </iact:action>
  <iact:action type="add" startTime="61513">
    <iact:property name="dataType"/>
    <iact:actionData xml:id="d4">
      <inkml:trace xmlns:inkml="http://www.w3.org/2003/InkML" xml:id="stk4" contextRef="#ctx0" brushRef="#br0">15578 13196 0,'65'6'4,"1"0"1,11-11 0,9-6 0,9 1 0,-21 4 0,6 0 0,6 0 0,1 0 0,2 0 0,-1-1 0,-7 0 0,-1-1 0,1-1 0,2 0 0,1 1 0,2 0 0,3 1 0,-11 2 0,4 1 0,2 0 0,2 1 0,1 0 0,0 0 0,-1 1 0,-2-1 0,-2 1 0,-4 0-1,11-1 1,-4 1 0,-3-1 0,-1 1 0,0 1 0,2-1 0,1 1 0,-3 0 0,4 1 0,0 1 0,1-1 0,-1 1 0,-3-1 0,-4 0 0,-5-1 0,24-1 0,-7-1 0,-6 0 0,-2 0 0,8 1 0,-6-1 0,-9 0 0,-6-3 0,-16 0 0,-24 1 0,-25 5 0</inkml:trace>
    </iact:actionData>
  </iact:action>
  <iact:action type="add" startTime="61932">
    <iact:property name="dataType"/>
    <iact:actionData xml:id="d5">
      <inkml:trace xmlns:inkml="http://www.w3.org/2003/InkML" xml:id="stk5" contextRef="#ctx0" brushRef="#br0">19913 12989 0,'0'0'99</inkml:trace>
    </iact:actionData>
  </iact:action>
  <iact:action type="add" startTime="65500">
    <iact:property name="dataType"/>
    <iact:actionData xml:id="d6">
      <inkml:trace xmlns:inkml="http://www.w3.org/2003/InkML" xml:id="stk6" contextRef="#ctx0" brushRef="#br0">7408 14223 0,'88'-12'15,"-11"6"1,-4-2 0,15-1 0,-2 1 0,-17 3 0,-3 0 0,9 1 0,1 0-1,9 0 1,4-1 0,-1 1 0,-7 0 0,-4-1 0,-5-1 0,0 2 0,1 0 0,10 2-1,2 1 1,-1 1 0,-4 1 0,5-1 0,-3 2 0,0 3 0,-16 3 0,-1 3 0,2 1-1,2 0 1,14 3 0,4 0 0,0 2 0,-3-2 0,-10 0 0,-2-1 0,0 0 0,4-2-1,2 0 1,6-1 0,0-1 0,-1-1 0,-6-2 0,16-2 0,-7-2 0,0 0-1,-1 1 1,-1 0 0,-7-1 0,-3-5 0,-11 0 0,7 1 0,-18-3 0,0 4 0,-4 0-1,9 0 1,10 0 0,9 0 0,0 0 0,-5 0 0,-2 0 0,6 0 0,1 0 0,7 0-1,-2 0 1,-8 0 0,18 0 0,-10 0 0,-8 0 0,-12 0 0,-23 0 0,-34 0 0</inkml:trace>
    </iact:actionData>
  </iact:action>
  <iact:action type="add" startTime="67312">
    <iact:property name="dataType"/>
    <iact:actionData xml:id="d7">
      <inkml:trace xmlns:inkml="http://www.w3.org/2003/InkML" xml:id="stk7" contextRef="#ctx0" brushRef="#br0">12972 14265 0,'88'-2'4,"0"1"0,-1-1 1,-19 0-1,6 0 1,3 0-1,5-1 0,2 0 1,2 0-1,0-1 1,-4 1-1,2-1 0,1 0 1,2 0-1,2-1 1,2 1-1,1 0 1,1-1-1,1 1 0,-16 2 1,1-1-1,1 0 1,1 1-1,2 0 0,0 0 1,1-1-1,1 1 1,-1-1-1,1 0 0,0 0 1,0 0-1,-1-1 1,3 0-1,1-1 1,2 0-1,0-1 0,0 1 1,0-1-1,0 0 1,-1 0-1,0 0 0,-2 0 1,-2 1-1,-1 0 1,-2 1-1,5 0 0,-1 1 1,-1-1-1,-2 2 1,-1-1-1,-1 0 1,-2 1-1,-1-1 0,-1 0 1,-2-1-1,17 0 1,1-2-1,-2 1 0,-3-1 1,-5 1-1,-8 0 1,-9 1-1,10-1 0,-11 1 1,-16 2-1,-8 7 1,-45-4-1,4 3 1</inkml:trace>
    </iact:actionData>
  </iact:action>
</iact:actions>
</file>

<file path=ppt/ink/inkAction1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0" timeString="2026-05-17T03:44:01.30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9554">
    <iact:property name="dataType"/>
    <iact:actionData xml:id="d0">
      <inkml:trace xmlns:inkml="http://www.w3.org/2003/InkML" xml:id="stk0" contextRef="#ctx0" brushRef="#br0">22667 4919 0,'53'-14'8,"-1"0"1,7 5 0,13 0 0,10 0-1,5 1 1,1 0 0,-4 0 0,0 1-1,0 0 1,1 0 0,2 0 0,0 1-1,3-1 1,-15 2 0,2-1 0,1 1-1,1 0 1,1-1 0,0 1 0,2 1-1,1-1 1,0 1 0,4 0 0,2 1-1,1-1 1,-1 1 0,-1 0 0,-2 0-1,-4-1 1,-4 1 0,4-2 0,-5 1 0,-4-1-1,-1 1 1,2-1 0,4 1 0,1 0-1,5 0 1,1 0 0,0 0 0,-1 0-1,-4 0 1,-7-1 0,18-3 0,-5-1-1,-7 0 1,-8 1 0,13-1 0,-13 1-1,11-2 1,-42 5 0,-31 5 0,1 0-1,30 0 1,18 5 0,16 3 0,-19 3-1,-26 1 1,-29-3 0,-1-4 0,-3-1 0</inkml:trace>
    </iact:actionData>
  </iact:action>
  <iact:action type="add" startTime="32729">
    <iact:property name="dataType"/>
    <iact:actionData xml:id="d1">
      <inkml:trace xmlns:inkml="http://www.w3.org/2003/InkML" xml:id="stk1" contextRef="#ctx0" brushRef="#br0">22475 14493 0,'50'14'5,"-6"-7"0,9-1 1,16-6-1,-23 0 0,4 0 1,21 0-1,9 0 0,-3 0 1,7-1-1,7 2 0,-15 1 1,4 0-1,4 1 0,5-1 1,6 0-1,-19-1 0,6-1 1,3 0-1,3 0 0,3 0 1,0 0-1,-1 0 0,0 1 1,-3 0-1,-3 1 0,-1 0 1,0 1-1,-1 0 0,1 0 1,0 0-1,0-1 0,1 1 1,0-2-1,-2 1 0,2-2 1,2 1-1,0-1 0,0 0 1,-1 0-1,-1 0 0,-3 0 1,-4 0-1,-4 0 0,15 1 1,-4 0-1,-3 1 0,-5-1 1,-3 0-1,-4-1 0,29-2 1,-9-1-1,-12-1 0,-13 1 1,-15-1-1,-11-3 0,-33 7 1</inkml:trace>
    </iact:actionData>
  </iact:action>
  <iact:action type="add" startTime="33379">
    <iact:property name="dataType"/>
    <iact:actionData xml:id="d2">
      <inkml:trace xmlns:inkml="http://www.w3.org/2003/InkML" xml:id="stk2" contextRef="#ctx0" brushRef="#br0">26833 14659 0,'0'0'50</inkml:trace>
    </iact:actionData>
  </iact:action>
  <iact:action type="add" startTime="35190">
    <iact:property name="dataType"/>
    <iact:actionData xml:id="d3">
      <inkml:trace xmlns:inkml="http://www.w3.org/2003/InkML" xml:id="stk3" contextRef="#ctx0" brushRef="#br0">22893 16811 0,'45'7'21,"1"0"1,28 3 0,10-1 0,-5-6 0,6-3 0,3-1 0,-10 1 0,3 0 0,1-1 0,3 0 0,-9-1 0,2 0 0,1-1 0,0 0 0,1 0 0,-2-2 0,1 0 0,0 0 0,0-1 0,1 2 0,3 1 0,1 0 0,0 1 0,1 0 0,3-1 0,-4-1 0,3 0 0,1-1 0,0 1 0,-1 0 0,-4 1 0,1 1 0,-3 2 0,-2 0 0,1-1 0,1 0 0,7-1 0,3-1 0,-1 0 0,-5 0 0,-9 2-1,-1 0 1,-8 1 0,-6 1 0,10-1 0,-13 0 0,-15 0 0,-22 0 0,21 11 0,7-8 0,10-3 0,7 4 0,6 0 0,0 0 0,-7-1 0,-2 0 0,2-1 0,8-1 0,2-1 0,-10 1 0,-17 3 0,-6-1 0,26-3 0,-14 0 0,-9 0 0,4 0 0,4 3 0,2 0 0,3-2 0,-2 0 0,17 1 0,-31-3 0,-25-3 0,-7 4 0,3 0 0,-3 0 0,26 0 0,12 0 0,20 0 0,-22 0 0,-17 0 0,-25 0 0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9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hyperlink" Target="https://youtu.be/Y9J41Oyy2UI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microsoft.com/office/2011/relationships/inkAction" Target="../ink/inkAction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microsoft.com/office/2011/relationships/inkAction" Target="../ink/inkAction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microsoft.com/office/2011/relationships/inkAction" Target="../ink/inkAction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microsoft.com/office/2011/relationships/inkAction" Target="../ink/inkAction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microsoft.com/office/2011/relationships/inkAction" Target="../ink/inkAction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microsoft.com/office/2011/relationships/inkAction" Target="../ink/inkAction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microsoft.com/office/2011/relationships/inkAction" Target="../ink/inkAction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microsoft.com/office/2011/relationships/inkAction" Target="../ink/inkAction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microsoft.com/office/2011/relationships/inkAction" Target="../ink/inkAction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microsoft.com/office/2011/relationships/inkAction" Target="../ink/inkAction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microsoft.com/office/2011/relationships/inkAction" Target="../ink/inkAction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microsoft.com/office/2011/relationships/inkAction" Target="../ink/inkAction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연산 가속기 종류와 사용하는 이유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1" y="3794871"/>
            <a:ext cx="12192000" cy="1655762"/>
          </a:xfrm>
        </p:spPr>
        <p:txBody>
          <a:bodyPr>
            <a:normAutofit/>
          </a:bodyPr>
          <a:lstStyle/>
          <a:p>
            <a:pPr algn="l"/>
            <a:r>
              <a:rPr lang="ko-KR" altLang="en-US" dirty="0"/>
              <a:t>일시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  <a:br>
              <a:rPr lang="en-US" altLang="ko-KR" dirty="0"/>
            </a:br>
            <a:r>
              <a:rPr lang="en-US" altLang="ko-KR" dirty="0" err="1"/>
              <a:t>Youtube</a:t>
            </a:r>
            <a:r>
              <a:rPr lang="en-US" altLang="ko-KR" dirty="0"/>
              <a:t>: </a:t>
            </a:r>
            <a:r>
              <a:rPr lang="en-US" altLang="ko-KR" dirty="0">
                <a:hlinkClick r:id="rId4"/>
              </a:rPr>
              <a:t>https://youtu.be</a:t>
            </a:r>
            <a:r>
              <a:rPr lang="en-US" altLang="ko-KR">
                <a:hlinkClick r:id="rId4"/>
              </a:rPr>
              <a:t>/Y9J41Oyy2UI</a:t>
            </a:r>
            <a:endParaRPr lang="en-US" altLang="ko-KR" dirty="0"/>
          </a:p>
          <a:p>
            <a:pPr algn="r"/>
            <a:r>
              <a:rPr lang="ko-KR" altLang="en-US" dirty="0"/>
              <a:t>발표자</a:t>
            </a:r>
            <a:r>
              <a:rPr lang="en-US" altLang="ko-KR" dirty="0"/>
              <a:t>:</a:t>
            </a:r>
            <a:r>
              <a:rPr lang="ko-KR" altLang="en-US" dirty="0"/>
              <a:t> 이승원</a:t>
            </a:r>
          </a:p>
        </p:txBody>
      </p:sp>
      <p:pic>
        <p:nvPicPr>
          <p:cNvPr id="24" name="오디오 23">
            <a:extLst>
              <a:ext uri="{FF2B5EF4-FFF2-40B4-BE49-F238E27FC236}">
                <a16:creationId xmlns:a16="http://schemas.microsoft.com/office/drawing/2014/main" id="{A6909243-0618-DC31-6EC0-26021D8EE0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29"/>
    </mc:Choice>
    <mc:Fallback xmlns="">
      <p:transition spd="slow" advTm="134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 연산 가속기가 필요한 이유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ko-KR" altLang="en-US" b="1" dirty="0" err="1"/>
              <a:t>연산량</a:t>
            </a:r>
            <a:r>
              <a:rPr lang="ko-KR" altLang="en-US" b="1" dirty="0"/>
              <a:t> 부담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375597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b="1" dirty="0"/>
              <a:t>비트 단위 연산의 비효율성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일반적인</a:t>
            </a:r>
            <a:r>
              <a:rPr lang="en-US" altLang="ko-KR" dirty="0"/>
              <a:t> CPU</a:t>
            </a:r>
            <a:r>
              <a:rPr lang="ko-KR" altLang="en-US" dirty="0"/>
              <a:t>는 </a:t>
            </a:r>
            <a:r>
              <a:rPr lang="en-US" altLang="ko-KR" dirty="0"/>
              <a:t>word</a:t>
            </a:r>
            <a:r>
              <a:rPr lang="ko-KR" altLang="en-US" dirty="0"/>
              <a:t>단위로 데이터를 처리 하도록 최적화 되어 있음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암호 알고리즘은 비트를 섞고</a:t>
            </a:r>
            <a:r>
              <a:rPr lang="en-US" altLang="ko-KR" dirty="0"/>
              <a:t>,</a:t>
            </a:r>
            <a:r>
              <a:rPr lang="ko-KR" altLang="en-US" dirty="0"/>
              <a:t> 뽑아내고</a:t>
            </a:r>
            <a:r>
              <a:rPr lang="en-US" altLang="ko-KR" dirty="0"/>
              <a:t>,</a:t>
            </a:r>
            <a:r>
              <a:rPr lang="ko-KR" altLang="en-US" dirty="0"/>
              <a:t> 순서를 바꾸는 작업을 매우 많이 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여기서 문제점이 생기는데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비트를 바꾸기 위해 연산</a:t>
            </a:r>
            <a:r>
              <a:rPr lang="en-US" altLang="ko-KR" dirty="0"/>
              <a:t>(shift, and, or)</a:t>
            </a:r>
            <a:r>
              <a:rPr lang="ko-KR" altLang="en-US" dirty="0"/>
              <a:t>을 </a:t>
            </a:r>
            <a:r>
              <a:rPr lang="ko-KR" altLang="en-US" dirty="0" err="1"/>
              <a:t>조합해야하고</a:t>
            </a:r>
            <a:r>
              <a:rPr lang="en-US" altLang="ko-KR" dirty="0"/>
              <a:t>,</a:t>
            </a:r>
            <a:r>
              <a:rPr lang="ko-KR" altLang="en-US" dirty="0"/>
              <a:t> 이때 </a:t>
            </a:r>
            <a:r>
              <a:rPr lang="en-US" altLang="ko-KR" dirty="0"/>
              <a:t>32</a:t>
            </a:r>
            <a:r>
              <a:rPr lang="ko-KR" altLang="en-US" dirty="0"/>
              <a:t>비트 </a:t>
            </a:r>
            <a:r>
              <a:rPr lang="en-US" altLang="ko-KR" dirty="0"/>
              <a:t>or 64</a:t>
            </a:r>
            <a:r>
              <a:rPr lang="ko-KR" altLang="en-US" dirty="0"/>
              <a:t>비트 레지스터 전체를 건드리는 비효율이 발생함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이를 해결하기 위해 </a:t>
            </a:r>
            <a:r>
              <a:rPr lang="en-US" altLang="ko-KR" dirty="0"/>
              <a:t>CPU</a:t>
            </a:r>
            <a:r>
              <a:rPr lang="ko-KR" altLang="en-US" dirty="0"/>
              <a:t> 회로를 바꿔</a:t>
            </a:r>
            <a:r>
              <a:rPr lang="en-US" altLang="ko-KR" dirty="0"/>
              <a:t>(</a:t>
            </a:r>
            <a:r>
              <a:rPr lang="ko-KR" altLang="en-US" dirty="0"/>
              <a:t>별도의 연산 없이 전기가 흐르는 통로</a:t>
            </a:r>
            <a:r>
              <a:rPr lang="en-US" altLang="ko-KR" dirty="0"/>
              <a:t>)</a:t>
            </a:r>
            <a:r>
              <a:rPr lang="ko-KR" altLang="en-US" dirty="0"/>
              <a:t> 단 </a:t>
            </a:r>
            <a:r>
              <a:rPr lang="en-US" altLang="ko-KR" dirty="0"/>
              <a:t>1</a:t>
            </a:r>
            <a:r>
              <a:rPr lang="ko-KR" altLang="en-US" dirty="0" err="1"/>
              <a:t>클록만에</a:t>
            </a:r>
            <a:r>
              <a:rPr lang="ko-KR" altLang="en-US" dirty="0"/>
              <a:t> 비트 위치를 바꿀 수 있게 된다</a:t>
            </a:r>
            <a:r>
              <a:rPr lang="en-US" altLang="ko-KR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b="1" dirty="0"/>
              <a:t>거대 정수 및 다항식 연산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일반적인 </a:t>
            </a:r>
            <a:r>
              <a:rPr lang="en-US" altLang="ko-KR" dirty="0"/>
              <a:t>CPU</a:t>
            </a:r>
            <a:r>
              <a:rPr lang="ko-KR" altLang="en-US" dirty="0"/>
              <a:t>는 한 번에 </a:t>
            </a:r>
            <a:r>
              <a:rPr lang="en-US" altLang="ko-KR" dirty="0"/>
              <a:t>64</a:t>
            </a:r>
            <a:r>
              <a:rPr lang="ko-KR" altLang="en-US" dirty="0"/>
              <a:t>비트 크기의 숫자만 계산 가능함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ko-KR" dirty="0"/>
              <a:t>RSA, PQC</a:t>
            </a:r>
            <a:r>
              <a:rPr lang="ko-KR" altLang="en-US" dirty="0"/>
              <a:t> 숫자를 계산하려면 </a:t>
            </a:r>
            <a:r>
              <a:rPr lang="en-US" altLang="ko-KR" dirty="0"/>
              <a:t>64</a:t>
            </a:r>
            <a:r>
              <a:rPr lang="ko-KR" altLang="en-US" dirty="0"/>
              <a:t>비트씩 쪼개서 계산 </a:t>
            </a:r>
            <a:r>
              <a:rPr lang="ko-KR" altLang="en-US" dirty="0" err="1"/>
              <a:t>해야하고</a:t>
            </a:r>
            <a:r>
              <a:rPr lang="en-US" altLang="ko-KR" dirty="0"/>
              <a:t>,</a:t>
            </a:r>
            <a:r>
              <a:rPr lang="ko-KR" altLang="en-US" dirty="0"/>
              <a:t> 이때 발생하는 </a:t>
            </a:r>
            <a:r>
              <a:rPr lang="ko-KR" altLang="en-US" dirty="0" err="1"/>
              <a:t>올림수를</a:t>
            </a:r>
            <a:r>
              <a:rPr lang="ko-KR" altLang="en-US" dirty="0"/>
              <a:t> </a:t>
            </a:r>
            <a:r>
              <a:rPr lang="ko-KR" altLang="en-US" dirty="0" err="1"/>
              <a:t>관리해야함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이때 엄청난 부하가 걸림</a:t>
            </a:r>
            <a:r>
              <a:rPr lang="en-US" altLang="ko-KR" dirty="0"/>
              <a:t>(</a:t>
            </a:r>
            <a:r>
              <a:rPr lang="ko-KR" altLang="en-US" dirty="0" err="1"/>
              <a:t>올림수</a:t>
            </a:r>
            <a:r>
              <a:rPr lang="ko-KR" altLang="en-US" dirty="0"/>
              <a:t> 때문</a:t>
            </a:r>
            <a:r>
              <a:rPr lang="en-US" altLang="ko-KR" dirty="0"/>
              <a:t>).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이를 해결하기 위해 전용 레지스터와 </a:t>
            </a:r>
            <a:r>
              <a:rPr lang="en-US" altLang="ko-KR" dirty="0"/>
              <a:t>ALU</a:t>
            </a:r>
            <a:r>
              <a:rPr lang="ko-KR" altLang="en-US" dirty="0" err="1"/>
              <a:t>를</a:t>
            </a:r>
            <a:r>
              <a:rPr lang="ko-KR" altLang="en-US" dirty="0"/>
              <a:t> 사용하여 몇 </a:t>
            </a:r>
            <a:r>
              <a:rPr lang="ko-KR" altLang="en-US" dirty="0" err="1"/>
              <a:t>번만에</a:t>
            </a:r>
            <a:r>
              <a:rPr lang="ko-KR" altLang="en-US" dirty="0"/>
              <a:t> </a:t>
            </a:r>
            <a:r>
              <a:rPr lang="ko-KR" altLang="en-US" dirty="0" err="1"/>
              <a:t>끝내버림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1D5C4DE7-125A-6127-5D55-C6CCAE6B8189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234440" y="1925640"/>
              <a:ext cx="6301080" cy="424872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1D5C4DE7-125A-6127-5D55-C6CCAE6B81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8600" y="1862280"/>
                <a:ext cx="6332400" cy="437544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오디오 16">
            <a:extLst>
              <a:ext uri="{FF2B5EF4-FFF2-40B4-BE49-F238E27FC236}">
                <a16:creationId xmlns:a16="http://schemas.microsoft.com/office/drawing/2014/main" id="{7C83E0C0-2612-73A1-63D7-B80AB7D3E9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442"/>
    </mc:Choice>
    <mc:Fallback xmlns="">
      <p:transition spd="slow" advTm="1104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EE568-BF5D-75A7-98E6-0247C51D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A0353-B91E-28E9-AA69-D3226F29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 연산 가속기가 필요한 이유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ko-KR" altLang="en-US" b="1" dirty="0" err="1"/>
              <a:t>연산량</a:t>
            </a:r>
            <a:r>
              <a:rPr lang="ko-KR" altLang="en-US" b="1" dirty="0"/>
              <a:t> 부담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A1BCD0-4637-D037-7E1C-CB97A30363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altLang="ko-KR" b="1" dirty="0"/>
              <a:t>S-box,</a:t>
            </a:r>
            <a:r>
              <a:rPr lang="ko-KR" altLang="en-US" b="1" dirty="0"/>
              <a:t> 메모리 병목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보통 암호화 과정에서 </a:t>
            </a:r>
            <a:r>
              <a:rPr lang="en-US" altLang="ko-KR" dirty="0"/>
              <a:t>S-box</a:t>
            </a:r>
            <a:r>
              <a:rPr lang="ko-KR" altLang="en-US" dirty="0" err="1"/>
              <a:t>를</a:t>
            </a:r>
            <a:r>
              <a:rPr lang="ko-KR" altLang="en-US" dirty="0"/>
              <a:t> 사용하는데</a:t>
            </a:r>
            <a:r>
              <a:rPr lang="en-US" altLang="ko-KR" dirty="0"/>
              <a:t>,</a:t>
            </a:r>
            <a:r>
              <a:rPr lang="ko-KR" altLang="en-US" dirty="0"/>
              <a:t> 소프트웨어로 구현할 때는 보통 </a:t>
            </a:r>
            <a:r>
              <a:rPr lang="ko-KR" altLang="en-US" dirty="0" err="1"/>
              <a:t>룩업테이블을</a:t>
            </a:r>
            <a:r>
              <a:rPr lang="ko-KR" altLang="en-US" dirty="0"/>
              <a:t> 사용함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ko-KR" dirty="0"/>
              <a:t>CPU</a:t>
            </a:r>
            <a:r>
              <a:rPr lang="ko-KR" altLang="en-US" dirty="0"/>
              <a:t>가 테이블에서 값을 찾을 때 메모리에 </a:t>
            </a:r>
            <a:r>
              <a:rPr lang="ko-KR" altLang="en-US" dirty="0" err="1"/>
              <a:t>접근해야하는데</a:t>
            </a:r>
            <a:r>
              <a:rPr lang="en-US" altLang="ko-KR" dirty="0"/>
              <a:t>,</a:t>
            </a:r>
            <a:r>
              <a:rPr lang="ko-KR" altLang="en-US" dirty="0"/>
              <a:t> 이때 캐시 미스가 발생하면 연산속도가 매우 느려짐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이를 해결하기 위해 </a:t>
            </a:r>
            <a:r>
              <a:rPr lang="en-US" altLang="ko-KR" dirty="0"/>
              <a:t>S-box</a:t>
            </a:r>
            <a:r>
              <a:rPr lang="ko-KR" altLang="en-US" dirty="0" err="1"/>
              <a:t>를</a:t>
            </a:r>
            <a:r>
              <a:rPr lang="ko-KR" altLang="en-US" dirty="0"/>
              <a:t> 조합논리회로로 직접 구현하거나 </a:t>
            </a:r>
            <a:r>
              <a:rPr lang="ko-KR" altLang="en-US" dirty="0" err="1"/>
              <a:t>전용하드웨어테이블에</a:t>
            </a:r>
            <a:r>
              <a:rPr lang="ko-KR" altLang="en-US" dirty="0"/>
              <a:t> 내장하여 메모리까지 접근 안하고 바로 해결함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A2241A86-4560-2D79-7E27-1B9AC583CDB7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266120" y="1860840"/>
              <a:ext cx="10571040" cy="19389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A2241A86-4560-2D79-7E27-1B9AC583CDB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0280" y="1797480"/>
                <a:ext cx="10602360" cy="206568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오디오 9">
            <a:extLst>
              <a:ext uri="{FF2B5EF4-FFF2-40B4-BE49-F238E27FC236}">
                <a16:creationId xmlns:a16="http://schemas.microsoft.com/office/drawing/2014/main" id="{ECBF5118-0812-4F63-0362-D19C621138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42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70"/>
    </mc:Choice>
    <mc:Fallback xmlns="">
      <p:transition spd="slow" advTm="593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5AC61-D585-7392-5FBC-D57E85A81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EA454-71A4-9573-B54E-A5B07E9F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 연산 가속기가 필요한 이유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ko-KR" altLang="en-US" b="1" dirty="0"/>
              <a:t>데이터 처리량 확보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15A1D2-AD84-A780-F6FD-C47D1E50CA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b="1" dirty="0"/>
              <a:t>하드웨어 </a:t>
            </a:r>
            <a:r>
              <a:rPr lang="ko-KR" altLang="en-US" b="1" dirty="0" err="1"/>
              <a:t>파이프라이닝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암호 알고리즘은 여러 </a:t>
            </a:r>
            <a:r>
              <a:rPr lang="en-US" altLang="ko-KR" dirty="0"/>
              <a:t>round</a:t>
            </a:r>
            <a:r>
              <a:rPr lang="ko-KR" altLang="en-US" dirty="0" err="1"/>
              <a:t>를</a:t>
            </a:r>
            <a:r>
              <a:rPr lang="ko-KR" altLang="en-US" dirty="0"/>
              <a:t> 거친다</a:t>
            </a:r>
            <a:r>
              <a:rPr lang="en-US" altLang="ko-KR" dirty="0"/>
              <a:t>. </a:t>
            </a:r>
            <a:r>
              <a:rPr lang="ko-KR" altLang="en-US" dirty="0"/>
              <a:t>일반적인</a:t>
            </a:r>
            <a:r>
              <a:rPr lang="en-US" altLang="ko-KR" dirty="0"/>
              <a:t> CPU</a:t>
            </a:r>
            <a:r>
              <a:rPr lang="ko-KR" altLang="en-US" dirty="0"/>
              <a:t>는 라운드 사이클이 모두 끝나야 다음 데이터를 처리하지만 가속기는 </a:t>
            </a:r>
            <a:r>
              <a:rPr lang="ko-KR" altLang="en-US" dirty="0" err="1"/>
              <a:t>비어있는</a:t>
            </a:r>
            <a:r>
              <a:rPr lang="ko-KR" altLang="en-US" dirty="0"/>
              <a:t> 라운드 레지스터에 데이터를 곧 바로 넣어 놀고 있는 </a:t>
            </a:r>
            <a:r>
              <a:rPr lang="en-US" altLang="ko-KR" dirty="0"/>
              <a:t>CPU</a:t>
            </a:r>
            <a:r>
              <a:rPr lang="ko-KR" altLang="en-US" dirty="0"/>
              <a:t>가 없이 계속 일을 하게하여 처리량을 늘림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/>
              <a:t>SIMD, Multi-core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ko-KR" dirty="0"/>
              <a:t>SIMD: CPU</a:t>
            </a:r>
            <a:r>
              <a:rPr lang="ko-KR" altLang="en-US" dirty="0"/>
              <a:t>의 </a:t>
            </a:r>
            <a:r>
              <a:rPr lang="ko-KR" altLang="en-US" dirty="0" err="1"/>
              <a:t>확장명령어임</a:t>
            </a:r>
            <a:r>
              <a:rPr lang="en-US" altLang="ko-KR" dirty="0"/>
              <a:t>(AVX-512, NEON </a:t>
            </a:r>
            <a:r>
              <a:rPr lang="ko-KR" altLang="en-US" dirty="0"/>
              <a:t>등</a:t>
            </a:r>
            <a:r>
              <a:rPr lang="en-US" altLang="ko-KR" dirty="0"/>
              <a:t>).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병렬전용회로</a:t>
            </a:r>
            <a:r>
              <a:rPr lang="en-US" altLang="ko-KR" dirty="0"/>
              <a:t>: </a:t>
            </a:r>
            <a:r>
              <a:rPr lang="ko-KR" altLang="en-US" dirty="0"/>
              <a:t>똑같은 암호화 회로를 물리적으로 여러 개 복사해서 배치하여 처리량을 늘림</a:t>
            </a:r>
            <a:r>
              <a:rPr lang="en-US" altLang="ko-KR" dirty="0"/>
              <a:t>(FPGA, ASIC </a:t>
            </a:r>
            <a:r>
              <a:rPr lang="ko-KR" altLang="en-US" dirty="0"/>
              <a:t>등</a:t>
            </a:r>
            <a:r>
              <a:rPr lang="en-US" altLang="ko-KR" dirty="0"/>
              <a:t>).</a:t>
            </a: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CDE92B9-AAE8-57EC-D283-B899374B9256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491920" y="823680"/>
              <a:ext cx="8895240" cy="38257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CDE92B9-AAE8-57EC-D283-B899374B925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76080" y="760320"/>
                <a:ext cx="8926560" cy="39524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오디오 5">
            <a:extLst>
              <a:ext uri="{FF2B5EF4-FFF2-40B4-BE49-F238E27FC236}">
                <a16:creationId xmlns:a16="http://schemas.microsoft.com/office/drawing/2014/main" id="{F899E1A8-285E-037A-1D0C-41CC03F78D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9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428"/>
    </mc:Choice>
    <mc:Fallback xmlns="">
      <p:transition spd="slow" advTm="704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ECDCD-AF38-82BF-5079-B286F233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42A4A-AEE3-6F02-A89A-2C6690A6D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 연산 가속기가 필요한 이유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ko-KR" altLang="en-US" b="1" dirty="0"/>
              <a:t>메모리 최적화</a:t>
            </a:r>
            <a:r>
              <a:rPr lang="en-US" altLang="ko-KR" b="1" dirty="0"/>
              <a:t>+DMA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73AF6B-D0B8-A419-680B-697E8E023E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b="1" dirty="0"/>
              <a:t>병목 현상 제거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일반적인 </a:t>
            </a:r>
            <a:r>
              <a:rPr lang="en-US" altLang="ko-KR" dirty="0"/>
              <a:t>CPU</a:t>
            </a:r>
            <a:r>
              <a:rPr lang="ko-KR" altLang="en-US" dirty="0"/>
              <a:t>는 데이터를 처리할 때 </a:t>
            </a:r>
            <a:r>
              <a:rPr lang="en-US" altLang="ko-KR" dirty="0"/>
              <a:t>[</a:t>
            </a:r>
            <a:r>
              <a:rPr lang="ko-KR" altLang="en-US" dirty="0"/>
              <a:t>메모리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ko-KR" altLang="en-US" dirty="0"/>
              <a:t>캐시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ko-KR" altLang="en-US" dirty="0"/>
              <a:t>레지스터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ko-KR" altLang="en-US" dirty="0"/>
              <a:t>연산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ko-KR" altLang="en-US" dirty="0"/>
              <a:t>메모리</a:t>
            </a:r>
            <a:r>
              <a:rPr lang="en-US" altLang="ko-KR" dirty="0"/>
              <a:t>]</a:t>
            </a:r>
            <a:r>
              <a:rPr lang="ko-KR" altLang="en-US" dirty="0"/>
              <a:t>의 과정을 거침</a:t>
            </a:r>
            <a:r>
              <a:rPr lang="en-US" altLang="ko-KR" dirty="0"/>
              <a:t>. </a:t>
            </a:r>
            <a:r>
              <a:rPr lang="ko-KR" altLang="en-US" dirty="0"/>
              <a:t>이때 </a:t>
            </a:r>
            <a:r>
              <a:rPr lang="en-US" altLang="ko-KR" dirty="0"/>
              <a:t>CPU</a:t>
            </a:r>
            <a:r>
              <a:rPr lang="ko-KR" altLang="en-US" dirty="0"/>
              <a:t>가 계속 관여하기 때문에 데이터 전송 속도가 느려짐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이를 해결하기 위해 </a:t>
            </a:r>
            <a:r>
              <a:rPr lang="en-US" altLang="ko-KR" dirty="0"/>
              <a:t>DMA(Direct Memory Access)</a:t>
            </a:r>
            <a:r>
              <a:rPr lang="ko-KR" altLang="en-US" dirty="0" err="1"/>
              <a:t>를</a:t>
            </a:r>
            <a:r>
              <a:rPr lang="ko-KR" altLang="en-US" dirty="0"/>
              <a:t> 사용함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ko-KR" dirty="0"/>
              <a:t>DMA</a:t>
            </a:r>
            <a:r>
              <a:rPr lang="ko-KR" altLang="en-US" dirty="0"/>
              <a:t>는 </a:t>
            </a:r>
            <a:r>
              <a:rPr lang="en-US" altLang="ko-KR" dirty="0"/>
              <a:t>CPU</a:t>
            </a:r>
            <a:r>
              <a:rPr lang="ko-KR" altLang="en-US" dirty="0" err="1"/>
              <a:t>를</a:t>
            </a:r>
            <a:r>
              <a:rPr lang="ko-KR" altLang="en-US" dirty="0"/>
              <a:t> 거치지 않고 메모리에서 직접 데이터를 </a:t>
            </a:r>
            <a:r>
              <a:rPr lang="en-US" altLang="ko-KR" dirty="0"/>
              <a:t>I/O</a:t>
            </a:r>
            <a:r>
              <a:rPr lang="ko-KR" altLang="en-US" dirty="0"/>
              <a:t>하는 기능임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이로 인해 데이터 이동을 </a:t>
            </a:r>
            <a:r>
              <a:rPr lang="ko-KR" altLang="en-US" dirty="0" err="1"/>
              <a:t>최소화시키고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/>
              <a:t>데이터를 연산장치에 계속 공급함으로써 하드웨어가 쉬지 않고 일함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431A0656-C816-0F9B-2144-5061A685A218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232640" y="749520"/>
              <a:ext cx="10181880" cy="35784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431A0656-C816-0F9B-2144-5061A685A2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6800" y="686160"/>
                <a:ext cx="10213200" cy="37051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오디오 5">
            <a:extLst>
              <a:ext uri="{FF2B5EF4-FFF2-40B4-BE49-F238E27FC236}">
                <a16:creationId xmlns:a16="http://schemas.microsoft.com/office/drawing/2014/main" id="{A78CF210-124D-37F4-4525-F62A1FC105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9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709"/>
    </mc:Choice>
    <mc:Fallback xmlns="">
      <p:transition spd="slow" advTm="707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A5F9C-6266-7F0B-D401-285F9CD3C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E35A75-D866-838E-D458-829167EE9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 연산 가속기가 필요한 이유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ko-KR" altLang="en-US" b="1" dirty="0"/>
              <a:t>전력효율성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12A369-548C-CFFE-B3BD-0B0E507840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b="1" dirty="0"/>
              <a:t>명령어 처리 오버헤드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en-US" altLang="ko-KR" dirty="0"/>
              <a:t>1</a:t>
            </a:r>
            <a:r>
              <a:rPr lang="ko-KR" altLang="en-US" dirty="0"/>
              <a:t>비트를 연산하기 위해 </a:t>
            </a:r>
            <a:r>
              <a:rPr lang="en-US" altLang="ko-KR" dirty="0"/>
              <a:t>CPU</a:t>
            </a:r>
            <a:r>
              <a:rPr lang="ko-KR" altLang="en-US" dirty="0"/>
              <a:t>는 메모리에서 명령어를 가져오고</a:t>
            </a:r>
            <a:r>
              <a:rPr lang="en-US" altLang="ko-KR" dirty="0"/>
              <a:t>, </a:t>
            </a:r>
            <a:r>
              <a:rPr lang="ko-KR" altLang="en-US" dirty="0"/>
              <a:t>해석하고</a:t>
            </a:r>
            <a:r>
              <a:rPr lang="en-US" altLang="ko-KR" dirty="0"/>
              <a:t>, </a:t>
            </a:r>
            <a:r>
              <a:rPr lang="ko-KR" altLang="en-US" dirty="0"/>
              <a:t>실행하는 과정을 거치는데 이때 엄청난 에너지를 사용함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가속기는 명령어 해석과정이 없기 때문에 전기가 들어오는 즉시 회로를 따라 즉시 </a:t>
            </a:r>
            <a:r>
              <a:rPr lang="ko-KR" altLang="en-US" dirty="0" err="1"/>
              <a:t>연산되어</a:t>
            </a:r>
            <a:r>
              <a:rPr lang="ko-KR" altLang="en-US" dirty="0"/>
              <a:t> 에너지 효율이 좋음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/>
              <a:t>낮은 클럭 주파수와 높은 처리량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기존 </a:t>
            </a:r>
            <a:r>
              <a:rPr lang="en-US" altLang="ko-KR" dirty="0"/>
              <a:t>CPU</a:t>
            </a:r>
            <a:r>
              <a:rPr lang="ko-KR" altLang="en-US" dirty="0"/>
              <a:t>연산방식은 느린 속도를 커버하기 위해 </a:t>
            </a:r>
            <a:r>
              <a:rPr lang="ko-KR" altLang="en-US" dirty="0" err="1"/>
              <a:t>클록을</a:t>
            </a:r>
            <a:r>
              <a:rPr lang="ko-KR" altLang="en-US" dirty="0"/>
              <a:t> 높여서 속도를 높이게 되는데</a:t>
            </a:r>
            <a:r>
              <a:rPr lang="en-US" altLang="ko-KR" dirty="0"/>
              <a:t>, </a:t>
            </a:r>
            <a:r>
              <a:rPr lang="ko-KR" altLang="en-US" dirty="0"/>
              <a:t>이때 엄청난 발열과 전력이 </a:t>
            </a:r>
            <a:r>
              <a:rPr lang="ko-KR" altLang="en-US" dirty="0" err="1"/>
              <a:t>들어감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가속기는 </a:t>
            </a:r>
            <a:r>
              <a:rPr lang="en-US" altLang="ko-KR" dirty="0"/>
              <a:t>SIMD, </a:t>
            </a:r>
            <a:r>
              <a:rPr lang="ko-KR" altLang="en-US" dirty="0" err="1"/>
              <a:t>파이프라이닝</a:t>
            </a:r>
            <a:r>
              <a:rPr lang="ko-KR" altLang="en-US" dirty="0"/>
              <a:t> 덕분에 </a:t>
            </a:r>
            <a:r>
              <a:rPr lang="ko-KR" altLang="en-US" dirty="0" err="1"/>
              <a:t>클록을</a:t>
            </a:r>
            <a:r>
              <a:rPr lang="ko-KR" altLang="en-US" dirty="0"/>
              <a:t> 낮게 유지하면서 많은 데이터를 처리함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ACE331E-DB29-0E3B-43EE-C7A70A0BC8D0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038040" y="678600"/>
              <a:ext cx="6470640" cy="43783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ACE331E-DB29-0E3B-43EE-C7A70A0BC8D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2200" y="615240"/>
                <a:ext cx="6501960" cy="45050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오디오 5">
            <a:extLst>
              <a:ext uri="{FF2B5EF4-FFF2-40B4-BE49-F238E27FC236}">
                <a16:creationId xmlns:a16="http://schemas.microsoft.com/office/drawing/2014/main" id="{E6A8B0FA-7AC3-CA95-27CB-089660ADA4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549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495"/>
    </mc:Choice>
    <mc:Fallback xmlns="">
      <p:transition spd="slow" advTm="734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566B1-934D-6DB3-E3DE-7901E9668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0F857-E642-3AD4-83EE-71E03A6D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 연산 가속기가 필요한 이유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ko-KR" altLang="en-US" b="1" dirty="0"/>
              <a:t>전력효율성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932C30-4424-1C0B-FE77-9D7421B01D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ko-KR" altLang="en-US" b="1" dirty="0"/>
              <a:t>데이터 이동 최소화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데이터를 먼 곳</a:t>
            </a:r>
            <a:r>
              <a:rPr lang="en-US" altLang="ko-KR" dirty="0"/>
              <a:t>(</a:t>
            </a:r>
            <a:r>
              <a:rPr lang="ko-KR" altLang="en-US" dirty="0"/>
              <a:t>메모리</a:t>
            </a:r>
            <a:r>
              <a:rPr lang="en-US" altLang="ko-KR" dirty="0">
                <a:sym typeface="Wingdings" pitchFamily="2" charset="2"/>
              </a:rPr>
              <a:t></a:t>
            </a:r>
            <a:r>
              <a:rPr lang="ko-KR" altLang="en-US" dirty="0">
                <a:sym typeface="Wingdings" pitchFamily="2" charset="2"/>
              </a:rPr>
              <a:t>캐시</a:t>
            </a:r>
            <a:r>
              <a:rPr lang="en-US" altLang="ko-KR" dirty="0">
                <a:sym typeface="Wingdings" pitchFamily="2" charset="2"/>
              </a:rPr>
              <a:t>  </a:t>
            </a:r>
            <a:r>
              <a:rPr lang="ko-KR" altLang="en-US" dirty="0">
                <a:sym typeface="Wingdings" pitchFamily="2" charset="2"/>
              </a:rPr>
              <a:t>레지스터</a:t>
            </a:r>
            <a:r>
              <a:rPr lang="en-US" altLang="ko-KR" dirty="0">
                <a:sym typeface="Wingdings" pitchFamily="2" charset="2"/>
              </a:rPr>
              <a:t>)</a:t>
            </a:r>
            <a:r>
              <a:rPr lang="ko-KR" altLang="en-US" dirty="0" err="1"/>
              <a:t>으로</a:t>
            </a:r>
            <a:r>
              <a:rPr lang="ko-KR" altLang="en-US" dirty="0"/>
              <a:t> 옮기는 것도 전력 소모임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가속기는 </a:t>
            </a:r>
            <a:r>
              <a:rPr lang="en-US" altLang="ko-KR" dirty="0"/>
              <a:t>ALU </a:t>
            </a:r>
            <a:r>
              <a:rPr lang="ko-KR" altLang="en-US" dirty="0"/>
              <a:t>옆에 데이터를 저장하는 </a:t>
            </a:r>
            <a:r>
              <a:rPr lang="en-US" altLang="ko-KR" dirty="0"/>
              <a:t>local buffer</a:t>
            </a:r>
            <a:r>
              <a:rPr lang="ko-KR" altLang="en-US" dirty="0" err="1"/>
              <a:t>를</a:t>
            </a:r>
            <a:r>
              <a:rPr lang="ko-KR" altLang="en-US" dirty="0"/>
              <a:t> 둠으로써 거리를 최소화 시켜 에너지 소모량을 줄임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514350" indent="-514350">
              <a:buFont typeface="+mj-lt"/>
              <a:buAutoNum type="arabicPeriod" startAt="4"/>
            </a:pPr>
            <a:r>
              <a:rPr lang="ko-KR" altLang="en-US" b="1" dirty="0"/>
              <a:t>암호 연산에서 전기세</a:t>
            </a:r>
            <a:r>
              <a:rPr lang="en-US" altLang="ko-KR" b="1" dirty="0"/>
              <a:t>+</a:t>
            </a:r>
            <a:r>
              <a:rPr lang="ko-KR" altLang="en-US" b="1" dirty="0"/>
              <a:t>발열</a:t>
            </a:r>
            <a:r>
              <a:rPr lang="en-US" altLang="ko-KR" b="1" dirty="0"/>
              <a:t>+</a:t>
            </a:r>
            <a:r>
              <a:rPr lang="ko-KR" altLang="en-US" b="1" dirty="0"/>
              <a:t>베터리 수명</a:t>
            </a:r>
            <a:r>
              <a:rPr lang="en-US" altLang="ko-KR" b="1" dirty="0"/>
              <a:t>+</a:t>
            </a:r>
            <a:r>
              <a:rPr lang="ko-KR" altLang="en-US" b="1" dirty="0"/>
              <a:t>소형화 가능성이 중요함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왜</a:t>
            </a:r>
            <a:r>
              <a:rPr lang="en-US" altLang="ko-KR" dirty="0"/>
              <a:t>?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스마트폰</a:t>
            </a:r>
            <a:r>
              <a:rPr lang="en-US" altLang="ko-KR" dirty="0"/>
              <a:t>, </a:t>
            </a:r>
            <a:r>
              <a:rPr lang="ko-KR" altLang="en-US" dirty="0"/>
              <a:t>스마트 </a:t>
            </a:r>
            <a:r>
              <a:rPr lang="ko-KR" altLang="en-US" dirty="0" err="1"/>
              <a:t>워치</a:t>
            </a:r>
            <a:r>
              <a:rPr lang="en-US" altLang="ko-KR" dirty="0"/>
              <a:t>, </a:t>
            </a:r>
            <a:r>
              <a:rPr lang="en" altLang="ko-KR" dirty="0"/>
              <a:t>IoT </a:t>
            </a:r>
            <a:r>
              <a:rPr lang="ko-KR" altLang="en-US" dirty="0"/>
              <a:t>센서 등은 전력이 제한적임</a:t>
            </a:r>
            <a:r>
              <a:rPr lang="en-US" altLang="ko-KR" dirty="0"/>
              <a:t>. </a:t>
            </a:r>
            <a:r>
              <a:rPr lang="ko-KR" altLang="en-US" dirty="0"/>
              <a:t>가속기가 없다면 암호화 기능을 켰을 때 배터리가 금방 바닥나 실용성이 떨어짐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전력이 많이 들면 발열이 생기고</a:t>
            </a:r>
            <a:r>
              <a:rPr lang="en-US" altLang="ko-KR" dirty="0"/>
              <a:t>, </a:t>
            </a:r>
            <a:r>
              <a:rPr lang="ko-KR" altLang="en-US" dirty="0"/>
              <a:t>기계 입장에서 볼 때 고장을 방지하기 위해 성능을 스스로 낮춤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데이터센터 유지비 절감됨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743FC184-4402-546C-9FB9-67784A4640B8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368720" y="1910160"/>
              <a:ext cx="8641800" cy="38469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743FC184-4402-546C-9FB9-67784A4640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2880" y="1846800"/>
                <a:ext cx="8673120" cy="397368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오디오 5">
            <a:extLst>
              <a:ext uri="{FF2B5EF4-FFF2-40B4-BE49-F238E27FC236}">
                <a16:creationId xmlns:a16="http://schemas.microsoft.com/office/drawing/2014/main" id="{346654B0-2276-E82C-9F5A-8AC3282343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19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069"/>
    </mc:Choice>
    <mc:Fallback xmlns="">
      <p:transition spd="slow" advTm="860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87C56-6124-4648-34C3-ACEE62CB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F8117-C6F3-BB27-3980-3196B9CA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 연산 가속기가 필요한 이유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ko-KR" altLang="en-US" b="1" dirty="0"/>
              <a:t>부채널공격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F35C4E-766B-5221-3455-84AB0CD41C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49772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b="1" dirty="0"/>
              <a:t>타이밍 공격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암호화 키의 값에 따라 연산 시간이 미세하게 달리지는 점을 이용하여 공격함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키의 비트가 </a:t>
            </a:r>
            <a:r>
              <a:rPr lang="en-US" altLang="ko-KR" dirty="0"/>
              <a:t>'1'</a:t>
            </a:r>
            <a:r>
              <a:rPr lang="ko-KR" altLang="en-US" dirty="0"/>
              <a:t>일 때만 수행하는 연산이 있다면</a:t>
            </a:r>
            <a:r>
              <a:rPr lang="en-US" altLang="ko-KR" dirty="0"/>
              <a:t>, </a:t>
            </a:r>
            <a:r>
              <a:rPr lang="ko-KR" altLang="en-US" dirty="0"/>
              <a:t>전체 실행 시간이 길어질 것입니다</a:t>
            </a:r>
            <a:r>
              <a:rPr lang="en-US" altLang="ko-KR" dirty="0"/>
              <a:t>. </a:t>
            </a:r>
            <a:r>
              <a:rPr lang="ko-KR" altLang="en-US" dirty="0"/>
              <a:t>공격자는 수만 번의 연산 시간을 측정하여 통계적으로 키 값을 추론합니다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이를 해결하기 위해 가속기는 하드웨어 회로가 고정되어 있기 때문에 항상 똑같은 경로와 </a:t>
            </a:r>
            <a:r>
              <a:rPr lang="ko-KR" altLang="en-US" dirty="0" err="1"/>
              <a:t>클록</a:t>
            </a:r>
            <a:r>
              <a:rPr lang="ko-KR" altLang="en-US" dirty="0"/>
              <a:t> 수를 소모하도록 설계하여 힌트를 못 </a:t>
            </a:r>
            <a:r>
              <a:rPr lang="ko-KR" altLang="en-US" dirty="0" err="1"/>
              <a:t>얻게함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b="1" dirty="0"/>
              <a:t>전력 분석 공격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하드웨어가 연산을 수행할 때 소비하는 전력의 변화를 측정하여 공격함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단순 전력분석</a:t>
            </a:r>
            <a:r>
              <a:rPr lang="en-US" altLang="ko-KR" dirty="0"/>
              <a:t>(SPA): </a:t>
            </a:r>
            <a:r>
              <a:rPr lang="ko-KR" altLang="en-US" dirty="0"/>
              <a:t>전력 소모 그래프를 보고 특정 명령어가 실행되는 패턴을 파악하여 공격함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차분 전력분석</a:t>
            </a:r>
            <a:r>
              <a:rPr lang="en-US" altLang="ko-KR" dirty="0"/>
              <a:t>(DPA): </a:t>
            </a:r>
            <a:r>
              <a:rPr lang="ko-KR" altLang="en-US" dirty="0"/>
              <a:t>전력 측정 데이터에 통계적 기법을 적용해서 노이즈 속 숨겨진 키 정보를 추출하여 공격함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이를 해결하기 위해 가속기는 연산장치를 동시에 가동시키거나 가짜연산을 섞어 전력소모를 일정하게 유지하는 회로를 설계함</a:t>
            </a:r>
            <a:r>
              <a:rPr lang="en-US" altLang="ko-KR" dirty="0"/>
              <a:t>. </a:t>
            </a:r>
            <a:r>
              <a:rPr lang="ko-KR" altLang="en-US" dirty="0"/>
              <a:t>더 나아가 전력 그래프를 노이즈 처리하여 정보를 숨김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F5951349-71A8-65F5-DFF0-F2BC19520541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658800" y="717480"/>
              <a:ext cx="9311400" cy="55105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F5951349-71A8-65F5-DFF0-F2BC195205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2960" y="654120"/>
                <a:ext cx="9342720" cy="56372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오디오 5">
            <a:extLst>
              <a:ext uri="{FF2B5EF4-FFF2-40B4-BE49-F238E27FC236}">
                <a16:creationId xmlns:a16="http://schemas.microsoft.com/office/drawing/2014/main" id="{6BA28508-3EEC-B88A-1A75-69AD1DF5A5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0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840"/>
    </mc:Choice>
    <mc:Fallback xmlns="">
      <p:transition spd="slow" advTm="123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B4D00-DB6F-35D1-2FE7-08295304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A796B-CF30-5920-F48C-12B7EF41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 연산 가속기가 필요한 이유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ko-KR" altLang="en-US" b="1" dirty="0"/>
              <a:t>부채널공격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EABD93-F370-6F1B-BEFE-F6388EB3AE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ko-KR" altLang="en-US" b="1" dirty="0"/>
              <a:t>전자기파 분석 공격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칩 내부에서 전류가 흐를 때 발생하는 전자기파를 안테나로 수집해서 정보를 알아내는 공격임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직접적인 접촉 없이도 근거리에서 데이터를 훔칠 수 있음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이를 해결하기 위해 가속기는 메모리와 버스 접근을 격리시켜 전자기파 강도를 떨어뜨림</a:t>
            </a:r>
            <a:endParaRPr lang="en-US" altLang="ko-KR" dirty="0"/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  <a:p>
            <a:pPr marL="457200" indent="-457200">
              <a:buFont typeface="+mj-lt"/>
              <a:buAutoNum type="arabicPeriod" startAt="3"/>
            </a:pPr>
            <a:r>
              <a:rPr lang="ko-KR" altLang="en-US" b="1" dirty="0"/>
              <a:t>소음 분석 공격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en-US" altLang="ko-KR" dirty="0"/>
              <a:t>CPU</a:t>
            </a:r>
            <a:r>
              <a:rPr lang="ko-KR" altLang="en-US" dirty="0"/>
              <a:t>가 고부하 연산을 할 때 발생하는 고주파 소음을 분석해서 키 정보를 알아내는 공격함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이를 해결하기 위해 </a:t>
            </a:r>
            <a:r>
              <a:rPr lang="ko-KR" altLang="en-US" dirty="0" err="1"/>
              <a:t>마스킹이나</a:t>
            </a:r>
            <a:r>
              <a:rPr lang="ko-KR" altLang="en-US" dirty="0"/>
              <a:t> 듀얼 레일 기법을 직접 회로에 넣어 해결함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 err="1"/>
              <a:t>듀얼레일</a:t>
            </a:r>
            <a:r>
              <a:rPr lang="en-US" altLang="ko-KR" dirty="0"/>
              <a:t>: </a:t>
            </a:r>
            <a:r>
              <a:rPr lang="ko-KR" altLang="en-US" dirty="0"/>
              <a:t>신호가 흐를 때 항상 반대되는 신호를 동시에 </a:t>
            </a:r>
            <a:r>
              <a:rPr lang="ko-KR" altLang="en-US" dirty="0" err="1"/>
              <a:t>흘려보내</a:t>
            </a:r>
            <a:r>
              <a:rPr lang="ko-KR" altLang="en-US" dirty="0"/>
              <a:t> 전력 소모를 항상 일정하게 유지하게끔 하는 하드웨어 설계 기법임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DAA2F87-3DC1-2C70-7DBF-943A383E68E8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055520" y="1512000"/>
              <a:ext cx="9762840" cy="52146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DAA2F87-3DC1-2C70-7DBF-943A383E68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9680" y="1448640"/>
                <a:ext cx="9794160" cy="53413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오디오 5">
            <a:extLst>
              <a:ext uri="{FF2B5EF4-FFF2-40B4-BE49-F238E27FC236}">
                <a16:creationId xmlns:a16="http://schemas.microsoft.com/office/drawing/2014/main" id="{C1BEB0DE-11A9-D0EB-511E-4306504FEC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09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208"/>
    </mc:Choice>
    <mc:Fallback xmlns="">
      <p:transition spd="slow" advTm="902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873A-EE95-5A78-2568-C412C2442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9A06B-715A-1EF4-FA9A-541C148DE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470" y="207747"/>
            <a:ext cx="11648900" cy="76216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암호 연산 가속기가 필요한 이유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ko-KR" altLang="en-US" b="1" dirty="0"/>
              <a:t>부채널공격 외의 다양한 공격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D543FE-4838-2FB4-B915-F065D22B4B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b="1" dirty="0"/>
              <a:t>물리적 오류 주입 공격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전압이나 레이저를 이용해 하드웨어의 오작동을 유도하여 공격함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인증 절차를 건너뛰거나 오류가 섞인 결과값을 분석하여 암호 키를 알아냄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/>
              <a:t>하드웨어 트로이목마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반도체 설계나 제조 단계에서 악의적인 회로를 몰래 삽입하는 공격임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/>
              <a:t>소프트웨어 취약점 공격</a:t>
            </a:r>
            <a:endParaRPr lang="en-US" altLang="ko-KR" b="1" dirty="0"/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하드웨어가 아닌</a:t>
            </a:r>
            <a:r>
              <a:rPr lang="en-US" altLang="ko-KR" dirty="0"/>
              <a:t>, </a:t>
            </a:r>
            <a:r>
              <a:rPr lang="ko-KR" altLang="en-US" dirty="0"/>
              <a:t>암호를 다루는 프로그램 자체의 빈틈을 노려 공격함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버퍼 </a:t>
            </a:r>
            <a:r>
              <a:rPr lang="ko-KR" altLang="en-US" dirty="0" err="1"/>
              <a:t>오버플로우</a:t>
            </a:r>
            <a:r>
              <a:rPr lang="en-US" altLang="ko-KR" dirty="0"/>
              <a:t>: </a:t>
            </a:r>
            <a:r>
              <a:rPr lang="ko-KR" altLang="en-US" dirty="0"/>
              <a:t>메모리 경계를 넘치게 해서 실행 흐름을 가로챔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dirty="0"/>
              <a:t>중간자 공격</a:t>
            </a:r>
            <a:r>
              <a:rPr lang="en-US" altLang="ko-KR" dirty="0"/>
              <a:t>: </a:t>
            </a:r>
            <a:r>
              <a:rPr lang="ko-KR" altLang="en-US" dirty="0"/>
              <a:t>통신 경로 중간에서 데이터를 가로채거나 위조함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BD37C87-54A3-446F-ACAD-ED7F6061F2D3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294200" y="755640"/>
              <a:ext cx="10152000" cy="50526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BD37C87-54A3-446F-ACAD-ED7F6061F2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8360" y="692280"/>
                <a:ext cx="10183320" cy="51793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오디오 5">
            <a:extLst>
              <a:ext uri="{FF2B5EF4-FFF2-40B4-BE49-F238E27FC236}">
                <a16:creationId xmlns:a16="http://schemas.microsoft.com/office/drawing/2014/main" id="{0BE4717D-D8D9-7B83-5C5C-6E3D0A2CA0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07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525"/>
    </mc:Choice>
    <mc:Fallback xmlns="">
      <p:transition spd="slow" advTm="775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CBA6A-A9C1-A400-A9C5-87434B941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8FBD4-7E56-E04F-9A88-80EDCD3D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 연산 가속기 종류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833A77-73AF-40C3-3FF8-BB6336CD8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b="1" dirty="0"/>
              <a:t>CPU </a:t>
            </a:r>
            <a:r>
              <a:rPr lang="ko-KR" altLang="en-US" b="1" dirty="0"/>
              <a:t>명령어 세트 확장</a:t>
            </a:r>
            <a:r>
              <a:rPr lang="en-US" altLang="ko-KR" dirty="0"/>
              <a:t>(</a:t>
            </a:r>
            <a:r>
              <a:rPr lang="ko-KR" altLang="en-US" dirty="0"/>
              <a:t>명령어 세트에서 암호 전용 명령어 추가</a:t>
            </a:r>
            <a:r>
              <a:rPr lang="en-US" altLang="ko-KR" dirty="0"/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b="1" dirty="0"/>
              <a:t>특징</a:t>
            </a:r>
            <a:r>
              <a:rPr lang="en-US" altLang="ko-KR" b="1" dirty="0"/>
              <a:t>:</a:t>
            </a:r>
            <a:r>
              <a:rPr lang="ko-KR" altLang="en-US" dirty="0"/>
              <a:t>별도의 하드웨어를 구매할 필요 없이 기존 </a:t>
            </a:r>
            <a:r>
              <a:rPr lang="en" altLang="ko-KR" dirty="0"/>
              <a:t>CPU </a:t>
            </a:r>
            <a:r>
              <a:rPr lang="ko-KR" altLang="en-US" dirty="0"/>
              <a:t>성능을 그대로 활용 가능함</a:t>
            </a:r>
            <a:r>
              <a:rPr lang="en-US" altLang="ko-KR" dirty="0"/>
              <a:t>. </a:t>
            </a:r>
            <a:r>
              <a:rPr lang="ko-KR" altLang="en-US" dirty="0"/>
              <a:t>개발자가 함수 호출하듯 명령어를 쓰면 </a:t>
            </a:r>
            <a:r>
              <a:rPr lang="en" altLang="ko-KR" dirty="0"/>
              <a:t>CPU </a:t>
            </a:r>
            <a:r>
              <a:rPr lang="ko-KR" altLang="en-US" dirty="0"/>
              <a:t>내부의 전용 회로가</a:t>
            </a:r>
            <a:r>
              <a:rPr lang="en-US" altLang="ko-KR" dirty="0"/>
              <a:t> </a:t>
            </a:r>
            <a:r>
              <a:rPr lang="ko-KR" altLang="en-US" dirty="0"/>
              <a:t>동작함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b="1" dirty="0"/>
              <a:t>사용이유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범용성과 빠른 응답속도</a:t>
            </a:r>
            <a:r>
              <a:rPr lang="en-US" altLang="ko-KR" dirty="0"/>
              <a:t>(</a:t>
            </a:r>
            <a:r>
              <a:rPr lang="ko-KR" altLang="en-US" dirty="0"/>
              <a:t>낮은 지연시간</a:t>
            </a:r>
            <a:r>
              <a:rPr lang="en-US" altLang="ko-KR" dirty="0"/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b="1" dirty="0"/>
              <a:t>예시</a:t>
            </a:r>
            <a:r>
              <a:rPr lang="en-US" altLang="ko-KR" b="1" dirty="0"/>
              <a:t>: </a:t>
            </a:r>
            <a:r>
              <a:rPr lang="en" altLang="ko-KR" dirty="0"/>
              <a:t>Intel AES-NI, ARM </a:t>
            </a:r>
            <a:r>
              <a:rPr lang="en-US" altLang="ko-KR" dirty="0"/>
              <a:t>Crypto Extensions, </a:t>
            </a:r>
            <a:br>
              <a:rPr lang="en-US" altLang="ko-KR" dirty="0"/>
            </a:br>
            <a:r>
              <a:rPr lang="en-US" altLang="ko-KR" dirty="0"/>
              <a:t>          SIMD</a:t>
            </a:r>
            <a:r>
              <a:rPr lang="ko-KR" altLang="en-US" dirty="0"/>
              <a:t>가속용</a:t>
            </a:r>
            <a:r>
              <a:rPr lang="en-US" altLang="ko-KR" dirty="0"/>
              <a:t>: AVX-512, ARM NEON</a:t>
            </a:r>
            <a:endParaRPr lang="en" altLang="ko-KR" dirty="0"/>
          </a:p>
          <a:p>
            <a:pPr marL="514350" indent="-514350">
              <a:buAutoNum type="arabicPeriod"/>
            </a:pPr>
            <a:r>
              <a:rPr lang="ko-KR" altLang="en-US" b="1" dirty="0" err="1"/>
              <a:t>전용하드웨어</a:t>
            </a:r>
            <a:r>
              <a:rPr lang="ko-KR" altLang="en-US" b="1" dirty="0"/>
              <a:t> 엔진</a:t>
            </a:r>
            <a:r>
              <a:rPr lang="en-US" altLang="ko-KR" b="1" dirty="0"/>
              <a:t>(Fixed-function ASIC)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b="1" dirty="0"/>
              <a:t>특징</a:t>
            </a:r>
            <a:r>
              <a:rPr lang="en-US" altLang="ko-KR" b="1" dirty="0"/>
              <a:t>:</a:t>
            </a:r>
            <a:r>
              <a:rPr lang="en-US" altLang="ko-KR" dirty="0"/>
              <a:t>1</a:t>
            </a:r>
            <a:r>
              <a:rPr lang="ko-KR" altLang="en-US" dirty="0"/>
              <a:t>가지 암호 연산만 할 수 있도록 설계되어 있어 전력소모가 매우 적고 속도는 가장 빠름</a:t>
            </a:r>
            <a:r>
              <a:rPr lang="en-US" altLang="ko-KR" dirty="0"/>
              <a:t>. </a:t>
            </a:r>
            <a:r>
              <a:rPr lang="ko-KR" altLang="en-US" dirty="0"/>
              <a:t>하지만 알고리즘이 바뀌면 칩을 새로 </a:t>
            </a:r>
            <a:r>
              <a:rPr lang="ko-KR" altLang="en-US" dirty="0" err="1"/>
              <a:t>제작해야함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b="1" dirty="0"/>
              <a:t>사용이유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효율이 좋음</a:t>
            </a:r>
            <a:r>
              <a:rPr lang="en-US" altLang="ko-KR" dirty="0"/>
              <a:t>(</a:t>
            </a:r>
            <a:r>
              <a:rPr lang="ko-KR" altLang="en-US" dirty="0"/>
              <a:t>배터리가 중요한 곳에서는 필수적</a:t>
            </a:r>
            <a:r>
              <a:rPr lang="en-US" altLang="ko-KR" dirty="0"/>
              <a:t>), </a:t>
            </a:r>
            <a:r>
              <a:rPr lang="ko-KR" altLang="en-US" dirty="0"/>
              <a:t>강력한 물리 보안</a:t>
            </a:r>
            <a:r>
              <a:rPr lang="en-US" altLang="ko-KR" dirty="0"/>
              <a:t>(</a:t>
            </a:r>
            <a:r>
              <a:rPr lang="ko-KR" altLang="en-US" dirty="0"/>
              <a:t>설계 단계에서 </a:t>
            </a:r>
            <a:r>
              <a:rPr lang="ko-KR" altLang="en-US" dirty="0" err="1"/>
              <a:t>부채널</a:t>
            </a:r>
            <a:r>
              <a:rPr lang="ko-KR" altLang="en-US" dirty="0"/>
              <a:t> 공격 방어 회로를 직접 삽입할 수 있음</a:t>
            </a:r>
            <a:r>
              <a:rPr lang="en-US" altLang="ko-KR" dirty="0"/>
              <a:t>).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b="1" dirty="0"/>
              <a:t>예시</a:t>
            </a:r>
            <a:r>
              <a:rPr lang="en-US" altLang="ko-KR" b="1" dirty="0"/>
              <a:t>: </a:t>
            </a:r>
            <a:r>
              <a:rPr lang="ko-KR" altLang="en-US" dirty="0"/>
              <a:t>스마트폰 </a:t>
            </a:r>
            <a:r>
              <a:rPr lang="en" altLang="ko-KR" dirty="0"/>
              <a:t>AP </a:t>
            </a:r>
            <a:r>
              <a:rPr lang="ko-KR" altLang="en-US" dirty="0"/>
              <a:t>내의 </a:t>
            </a:r>
            <a:r>
              <a:rPr lang="en" altLang="ko-KR" dirty="0"/>
              <a:t>Secure Enclave, </a:t>
            </a:r>
            <a:r>
              <a:rPr lang="ko-KR" altLang="en-US" dirty="0"/>
              <a:t>하이패스 단말기 칩</a:t>
            </a:r>
            <a:r>
              <a:rPr lang="en-US" altLang="ko-KR" dirty="0"/>
              <a:t>.</a:t>
            </a:r>
            <a:endParaRPr lang="en-US" altLang="ko-KR" b="1" dirty="0"/>
          </a:p>
          <a:p>
            <a:pPr marL="457200" indent="-457200">
              <a:buFont typeface="+mj-lt"/>
              <a:buAutoNum type="arabicPeriod"/>
            </a:pPr>
            <a:endParaRPr lang="en-US" altLang="ko-KR" b="1" dirty="0"/>
          </a:p>
          <a:p>
            <a:pPr marL="514350" indent="-514350">
              <a:buAutoNum type="arabicPeriod"/>
            </a:pP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D1DCF6DD-0DC5-4ADB-DB7A-133BEED39D0B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116360" y="618840"/>
              <a:ext cx="10938960" cy="51688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D1DCF6DD-0DC5-4ADB-DB7A-133BEED39D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0520" y="555480"/>
                <a:ext cx="10970280" cy="52956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오디오 9">
            <a:extLst>
              <a:ext uri="{FF2B5EF4-FFF2-40B4-BE49-F238E27FC236}">
                <a16:creationId xmlns:a16="http://schemas.microsoft.com/office/drawing/2014/main" id="{774ECDF1-B02B-6C3A-ADF2-54460CA6F2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43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482"/>
    </mc:Choice>
    <mc:Fallback xmlns="">
      <p:transition spd="slow" advTm="1254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0B82-55FD-A753-C384-566D4DD1F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82F067-5077-3E7F-084E-7CA60E1B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 연산 가속기 종류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1B67E2-4968-A72F-491E-90BEEA7CD6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altLang="ko-KR" b="1" dirty="0"/>
              <a:t>FPGA(Field Programmable Gate Array)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b="1" dirty="0"/>
              <a:t>특징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하드웨어 회로 구성을 사용자가 필요할 때마다 코딩하여 바꿀 수 있음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       </a:t>
            </a:r>
            <a:r>
              <a:rPr lang="ko-KR" altLang="en-US" dirty="0"/>
              <a:t> 빠르면서 성능이 좋음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b="1" dirty="0"/>
              <a:t>사용이유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알고리즘 민첩성</a:t>
            </a:r>
            <a:r>
              <a:rPr lang="en-US" altLang="ko-KR" dirty="0"/>
              <a:t>, </a:t>
            </a:r>
            <a:r>
              <a:rPr lang="ko-KR" altLang="en-US" dirty="0"/>
              <a:t>맞춤형 보안</a:t>
            </a:r>
            <a:r>
              <a:rPr lang="en-US" altLang="ko-KR" dirty="0"/>
              <a:t>(</a:t>
            </a:r>
            <a:r>
              <a:rPr lang="ko-KR" altLang="en-US" dirty="0"/>
              <a:t>특정 기업에서만 사용하는 알고리즘</a:t>
            </a:r>
            <a:r>
              <a:rPr lang="en-US" altLang="ko-KR" dirty="0"/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b="1" dirty="0"/>
              <a:t>예시</a:t>
            </a:r>
            <a:r>
              <a:rPr lang="en-US" altLang="ko-KR" b="1" dirty="0"/>
              <a:t>:</a:t>
            </a:r>
            <a:r>
              <a:rPr lang="en-US" altLang="ko-KR" dirty="0"/>
              <a:t>PQC</a:t>
            </a:r>
            <a:r>
              <a:rPr lang="ko-KR" altLang="en-US" dirty="0"/>
              <a:t>알고리즘 구현</a:t>
            </a:r>
            <a:r>
              <a:rPr lang="en-US" altLang="ko-KR" dirty="0"/>
              <a:t>, </a:t>
            </a:r>
            <a:r>
              <a:rPr lang="ko-KR" altLang="en-US" dirty="0"/>
              <a:t>고성능 네트워크 보안 장비</a:t>
            </a:r>
            <a:endParaRPr lang="en" altLang="ko-KR" dirty="0"/>
          </a:p>
          <a:p>
            <a:pPr lvl="1">
              <a:buFont typeface="Wingdings" pitchFamily="2" charset="2"/>
              <a:buChar char="Ø"/>
            </a:pPr>
            <a:endParaRPr lang="en" altLang="ko-KR" dirty="0"/>
          </a:p>
          <a:p>
            <a:pPr marL="514350" indent="-514350">
              <a:buAutoNum type="arabicPeriod" startAt="3"/>
            </a:pPr>
            <a:r>
              <a:rPr lang="en-US" altLang="ko-KR" b="1" dirty="0"/>
              <a:t>GPU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b="1" dirty="0"/>
              <a:t>특징</a:t>
            </a:r>
            <a:r>
              <a:rPr lang="en-US" altLang="ko-KR" b="1" dirty="0"/>
              <a:t>:</a:t>
            </a:r>
            <a:r>
              <a:rPr lang="ko-KR" altLang="en-US" dirty="0"/>
              <a:t> 수천 개의 작은 코어를 이용하여 대량의 데이터를 병렬 처리함</a:t>
            </a:r>
            <a:r>
              <a:rPr lang="en-US" altLang="ko-KR" dirty="0"/>
              <a:t>. </a:t>
            </a:r>
            <a:r>
              <a:rPr lang="ko-KR" altLang="en-US" dirty="0"/>
              <a:t>하지만 개별 암호화 건당 처리 속도는 </a:t>
            </a:r>
            <a:r>
              <a:rPr lang="en-US" altLang="ko-KR" dirty="0"/>
              <a:t>CPU</a:t>
            </a:r>
            <a:r>
              <a:rPr lang="ko-KR" altLang="en-US" dirty="0"/>
              <a:t>보다 느림</a:t>
            </a:r>
            <a:r>
              <a:rPr lang="en-US" altLang="ko-KR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b="1" dirty="0"/>
              <a:t>사용이유</a:t>
            </a:r>
            <a:r>
              <a:rPr lang="en-US" altLang="ko-KR" b="1" dirty="0"/>
              <a:t>: </a:t>
            </a:r>
            <a:r>
              <a:rPr lang="ko-KR" altLang="en-US" dirty="0"/>
              <a:t>대규모 </a:t>
            </a:r>
            <a:r>
              <a:rPr lang="ko-KR" altLang="en-US" dirty="0" err="1"/>
              <a:t>병렬성</a:t>
            </a:r>
            <a:r>
              <a:rPr lang="en-US" altLang="ko-KR" dirty="0"/>
              <a:t>, </a:t>
            </a:r>
            <a:r>
              <a:rPr lang="ko-KR" altLang="en-US" dirty="0"/>
              <a:t>연산 최적화</a:t>
            </a:r>
            <a:endParaRPr lang="en-US" altLang="ko-KR" dirty="0"/>
          </a:p>
          <a:p>
            <a:pPr lvl="1">
              <a:buFont typeface="Wingdings" pitchFamily="2" charset="2"/>
              <a:buChar char="Ø"/>
            </a:pPr>
            <a:r>
              <a:rPr lang="ko-KR" altLang="en-US" b="1" dirty="0"/>
              <a:t>예시</a:t>
            </a:r>
            <a:r>
              <a:rPr lang="en-US" altLang="ko-KR" b="1" dirty="0"/>
              <a:t>: </a:t>
            </a:r>
            <a:r>
              <a:rPr lang="ko-KR" altLang="en-US" dirty="0"/>
              <a:t>대용량 </a:t>
            </a:r>
            <a:r>
              <a:rPr lang="en-US" altLang="ko-KR" dirty="0"/>
              <a:t>DB </a:t>
            </a:r>
            <a:r>
              <a:rPr lang="ko-KR" altLang="en-US" dirty="0"/>
              <a:t>암호화</a:t>
            </a:r>
            <a:r>
              <a:rPr lang="en-US" altLang="ko-KR" dirty="0"/>
              <a:t>, TLS </a:t>
            </a:r>
            <a:r>
              <a:rPr lang="ko-KR" altLang="en-US" dirty="0"/>
              <a:t>가속 카드</a:t>
            </a:r>
            <a:endParaRPr lang="en-US" altLang="ko-KR" dirty="0"/>
          </a:p>
          <a:p>
            <a:pPr marL="457200" indent="-457200">
              <a:buFont typeface="+mj-lt"/>
              <a:buAutoNum type="arabicPeriod" startAt="3"/>
            </a:pPr>
            <a:endParaRPr lang="en-US" altLang="ko-KR" b="1" dirty="0"/>
          </a:p>
          <a:p>
            <a:pPr marL="514350" indent="-514350">
              <a:buAutoNum type="arabicPeriod" startAt="3"/>
            </a:pP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F7C8EE34-6E51-5CE3-367B-674336B94AB7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666880" y="1942200"/>
              <a:ext cx="7380720" cy="32284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F7C8EE34-6E51-5CE3-367B-674336B94AB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51040" y="1878840"/>
                <a:ext cx="7412040" cy="33552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오디오 7">
            <a:extLst>
              <a:ext uri="{FF2B5EF4-FFF2-40B4-BE49-F238E27FC236}">
                <a16:creationId xmlns:a16="http://schemas.microsoft.com/office/drawing/2014/main" id="{36AE2936-8E65-12AD-7FD9-86B7A0C2DE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1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722"/>
    </mc:Choice>
    <mc:Fallback xmlns="">
      <p:transition spd="slow" advTm="797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6393-8C6A-D953-1D8B-1A32FA033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31BDF-920F-C332-18AE-46A385EF0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 연산 가속기 종류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1C173D9-3023-E595-1AA1-1C740EB0C238}"/>
              </a:ext>
            </a:extLst>
          </p:cNvPr>
          <p:cNvGraphicFramePr>
            <a:graphicFrameLocks noGrp="1"/>
          </p:cNvGraphicFramePr>
          <p:nvPr/>
        </p:nvGraphicFramePr>
        <p:xfrm>
          <a:off x="411920" y="1306982"/>
          <a:ext cx="11368161" cy="4894641"/>
        </p:xfrm>
        <a:graphic>
          <a:graphicData uri="http://schemas.openxmlformats.org/drawingml/2006/table">
            <a:tbl>
              <a:tblPr/>
              <a:tblGrid>
                <a:gridCol w="3789387">
                  <a:extLst>
                    <a:ext uri="{9D8B030D-6E8A-4147-A177-3AD203B41FA5}">
                      <a16:colId xmlns:a16="http://schemas.microsoft.com/office/drawing/2014/main" val="1134197517"/>
                    </a:ext>
                  </a:extLst>
                </a:gridCol>
                <a:gridCol w="3789387">
                  <a:extLst>
                    <a:ext uri="{9D8B030D-6E8A-4147-A177-3AD203B41FA5}">
                      <a16:colId xmlns:a16="http://schemas.microsoft.com/office/drawing/2014/main" val="3345751781"/>
                    </a:ext>
                  </a:extLst>
                </a:gridCol>
                <a:gridCol w="3789387">
                  <a:extLst>
                    <a:ext uri="{9D8B030D-6E8A-4147-A177-3AD203B41FA5}">
                      <a16:colId xmlns:a16="http://schemas.microsoft.com/office/drawing/2014/main" val="2444639376"/>
                    </a:ext>
                  </a:extLst>
                </a:gridCol>
              </a:tblGrid>
              <a:tr h="611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effectLst/>
                        </a:rPr>
                        <a:t>가속기 종류</a:t>
                      </a:r>
                      <a:endParaRPr lang="ko-KR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>
                          <a:effectLst/>
                        </a:rPr>
                        <a:t>주요 예시</a:t>
                      </a:r>
                      <a:endParaRPr lang="ko-KR" alt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>
                          <a:effectLst/>
                        </a:rPr>
                        <a:t>대표 암호 연산</a:t>
                      </a:r>
                      <a:endParaRPr lang="ko-KR" alt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700181"/>
                  </a:ext>
                </a:extLst>
              </a:tr>
              <a:tr h="1070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>
                          <a:effectLst/>
                        </a:rPr>
                        <a:t>CPU </a:t>
                      </a:r>
                      <a:r>
                        <a:rPr lang="ko-KR" altLang="en-US" b="1">
                          <a:effectLst/>
                        </a:rPr>
                        <a:t>명령어 확장</a:t>
                      </a:r>
                      <a:endParaRPr lang="ko-KR" alt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AES-NI</a:t>
                      </a:r>
                      <a:br>
                        <a:rPr lang="en">
                          <a:effectLst/>
                        </a:rPr>
                      </a:br>
                      <a:r>
                        <a:rPr lang="en">
                          <a:effectLst/>
                        </a:rPr>
                        <a:t>ARM Crypto Extensions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AES</a:t>
                      </a:r>
                      <a:br>
                        <a:rPr lang="en">
                          <a:effectLst/>
                        </a:rPr>
                      </a:br>
                      <a:r>
                        <a:rPr lang="en">
                          <a:effectLst/>
                        </a:rPr>
                        <a:t>SHA </a:t>
                      </a:r>
                      <a:r>
                        <a:rPr lang="ko-KR" altLang="en-US">
                          <a:effectLst/>
                        </a:rPr>
                        <a:t>계열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331120"/>
                  </a:ext>
                </a:extLst>
              </a:tr>
              <a:tr h="1529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>
                          <a:effectLst/>
                        </a:rPr>
                        <a:t>전용 하드웨어 엔진 </a:t>
                      </a:r>
                      <a:r>
                        <a:rPr lang="en-US" altLang="ko-KR" b="1">
                          <a:effectLst/>
                        </a:rPr>
                        <a:t>(</a:t>
                      </a:r>
                      <a:r>
                        <a:rPr lang="en" b="1">
                          <a:effectLst/>
                        </a:rPr>
                        <a:t>ASIC)</a:t>
                      </a:r>
                      <a:endParaRPr lang="e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Secure Enclave</a:t>
                      </a:r>
                      <a:br>
                        <a:rPr lang="en">
                          <a:effectLst/>
                        </a:rPr>
                      </a:br>
                      <a:r>
                        <a:rPr lang="ko-KR" altLang="en-US">
                          <a:effectLst/>
                        </a:rPr>
                        <a:t>스마트폰 </a:t>
                      </a:r>
                      <a:r>
                        <a:rPr lang="en">
                          <a:effectLst/>
                        </a:rPr>
                        <a:t>AP </a:t>
                      </a:r>
                      <a:r>
                        <a:rPr lang="ko-KR" altLang="en-US">
                          <a:effectLst/>
                        </a:rPr>
                        <a:t>내 보안 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AES</a:t>
                      </a:r>
                      <a:br>
                        <a:rPr lang="en">
                          <a:effectLst/>
                        </a:rPr>
                      </a:br>
                      <a:r>
                        <a:rPr lang="en">
                          <a:effectLst/>
                        </a:rPr>
                        <a:t>RSA</a:t>
                      </a:r>
                      <a:br>
                        <a:rPr lang="en">
                          <a:effectLst/>
                        </a:rPr>
                      </a:br>
                      <a:r>
                        <a:rPr lang="en">
                          <a:effectLst/>
                        </a:rPr>
                        <a:t>PQC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753740"/>
                  </a:ext>
                </a:extLst>
              </a:tr>
              <a:tr h="1070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>
                          <a:effectLst/>
                        </a:rPr>
                        <a:t>FPGA</a:t>
                      </a:r>
                      <a:endParaRPr lang="e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FPGA </a:t>
                      </a:r>
                      <a:r>
                        <a:rPr lang="ko-KR" altLang="en-US">
                          <a:effectLst/>
                        </a:rPr>
                        <a:t>기반 보안 장비</a:t>
                      </a:r>
                      <a:br>
                        <a:rPr lang="ko-KR" altLang="en-US">
                          <a:effectLst/>
                        </a:rPr>
                      </a:br>
                      <a:r>
                        <a:rPr lang="en">
                          <a:effectLst/>
                        </a:rPr>
                        <a:t>PQC </a:t>
                      </a:r>
                      <a:r>
                        <a:rPr lang="ko-KR" altLang="en-US">
                          <a:effectLst/>
                        </a:rPr>
                        <a:t>구현 시스템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PQC </a:t>
                      </a:r>
                      <a:r>
                        <a:rPr lang="ko-KR" altLang="en-US">
                          <a:effectLst/>
                        </a:rPr>
                        <a:t>알고리즘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476138"/>
                  </a:ext>
                </a:extLst>
              </a:tr>
              <a:tr h="611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>
                          <a:effectLst/>
                        </a:rPr>
                        <a:t>GPU</a:t>
                      </a:r>
                      <a:endParaRPr lang="e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GPU (</a:t>
                      </a:r>
                      <a:r>
                        <a:rPr lang="ko-KR" altLang="en-US">
                          <a:effectLst/>
                        </a:rPr>
                        <a:t>병렬 가속</a:t>
                      </a:r>
                      <a:r>
                        <a:rPr lang="en-US" altLang="ko-KR"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</a:rPr>
                        <a:t>대용량 데이터 암호화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24552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94A8306F-839D-C4A1-64AD-D029B5345A32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8091000" y="1657800"/>
              <a:ext cx="2122200" cy="44074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94A8306F-839D-C4A1-64AD-D029B5345A3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75160" y="1594440"/>
                <a:ext cx="2153520" cy="45342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오디오 5">
            <a:extLst>
              <a:ext uri="{FF2B5EF4-FFF2-40B4-BE49-F238E27FC236}">
                <a16:creationId xmlns:a16="http://schemas.microsoft.com/office/drawing/2014/main" id="{BDA8F0F1-CB73-401D-7877-FF179B7DFF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6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722"/>
    </mc:Choice>
    <mc:Fallback xmlns="">
      <p:transition spd="slow" advTm="417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01B12-8DA8-97A0-2624-07E0BE0F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FE1187-DEBE-EDBF-EAB2-D5AE2EEE83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kumimoji="1" lang="en-US" altLang="ko-KR" sz="6000" dirty="0"/>
          </a:p>
          <a:p>
            <a:pPr marL="0" indent="0" algn="ctr">
              <a:buNone/>
            </a:pPr>
            <a:endParaRPr kumimoji="1" lang="en-US" altLang="ko-KR" sz="6000" dirty="0"/>
          </a:p>
          <a:p>
            <a:pPr marL="0" indent="0" algn="ctr">
              <a:buNone/>
            </a:pPr>
            <a:r>
              <a:rPr kumimoji="1" lang="en-US" altLang="ko-KR" sz="6000" dirty="0"/>
              <a:t>Thank you</a:t>
            </a:r>
            <a:endParaRPr kumimoji="1" lang="ko-KR" altLang="en-US" sz="6000" dirty="0"/>
          </a:p>
        </p:txBody>
      </p:sp>
      <p:pic>
        <p:nvPicPr>
          <p:cNvPr id="6" name="오디오 5">
            <a:extLst>
              <a:ext uri="{FF2B5EF4-FFF2-40B4-BE49-F238E27FC236}">
                <a16:creationId xmlns:a16="http://schemas.microsoft.com/office/drawing/2014/main" id="{D4660B40-85ED-A3B1-6BC6-CD6EC911A1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2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20"/>
    </mc:Choice>
    <mc:Fallback xmlns="">
      <p:transition spd="slow" advTm="241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1184</Words>
  <Application>Microsoft Macintosh PowerPoint</Application>
  <PresentationFormat>와이드스크린</PresentationFormat>
  <Paragraphs>120</Paragraphs>
  <Slides>14</Slides>
  <Notes>0</Notes>
  <HiddenSlides>0</HiddenSlides>
  <MMClips>14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Wingdings</vt:lpstr>
      <vt:lpstr>CryptoCraft 테마</vt:lpstr>
      <vt:lpstr>제목 테마</vt:lpstr>
      <vt:lpstr>연산 가속기 종류와 사용하는 이유</vt:lpstr>
      <vt:lpstr>암호 연산 가속기가 필요한 이유 – 연산량 부담</vt:lpstr>
      <vt:lpstr>암호 연산 가속기가 필요한 이유 – 연산량 부담</vt:lpstr>
      <vt:lpstr>암호 연산 가속기가 필요한 이유 – 데이터 처리량 확보</vt:lpstr>
      <vt:lpstr>암호 연산 가속기가 필요한 이유 – 메모리 최적화+DMA</vt:lpstr>
      <vt:lpstr>암호 연산 가속기가 필요한 이유 – 전력효율성</vt:lpstr>
      <vt:lpstr>암호 연산 가속기가 필요한 이유 – 전력효율성</vt:lpstr>
      <vt:lpstr>암호 연산 가속기가 필요한 이유 – 부채널공격</vt:lpstr>
      <vt:lpstr>암호 연산 가속기가 필요한 이유 – 부채널공격</vt:lpstr>
      <vt:lpstr>암호 연산 가속기가 필요한 이유 – 부채널공격 외의 다양한 공격</vt:lpstr>
      <vt:lpstr>암호 연산 가속기 종류</vt:lpstr>
      <vt:lpstr>암호 연산 가속기 종류</vt:lpstr>
      <vt:lpstr>암호 연산 가속기 종류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Lee Lee</cp:lastModifiedBy>
  <cp:revision>63</cp:revision>
  <dcterms:created xsi:type="dcterms:W3CDTF">2019-03-05T04:29:07Z</dcterms:created>
  <dcterms:modified xsi:type="dcterms:W3CDTF">2026-05-17T04:20:51Z</dcterms:modified>
</cp:coreProperties>
</file>