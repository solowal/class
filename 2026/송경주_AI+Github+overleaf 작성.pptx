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1"/>
  </p:notesMasterIdLst>
  <p:handoutMasterIdLst>
    <p:handoutMasterId r:id="rId12"/>
  </p:handoutMasterIdLst>
  <p:sldIdLst>
    <p:sldId id="269" r:id="rId2"/>
    <p:sldId id="314" r:id="rId3"/>
    <p:sldId id="315" r:id="rId4"/>
    <p:sldId id="316" r:id="rId5"/>
    <p:sldId id="317" r:id="rId6"/>
    <p:sldId id="318" r:id="rId7"/>
    <p:sldId id="320" r:id="rId8"/>
    <p:sldId id="319" r:id="rId9"/>
    <p:sldId id="27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955"/>
  </p:normalViewPr>
  <p:slideViewPr>
    <p:cSldViewPr snapToGrid="0">
      <p:cViewPr varScale="1">
        <p:scale>
          <a:sx n="150" d="100"/>
          <a:sy n="150" d="100"/>
        </p:scale>
        <p:origin x="15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101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AI+Github+overleaf</a:t>
            </a:r>
            <a:r>
              <a:rPr lang="en-US" altLang="ko-KR" dirty="0"/>
              <a:t> </a:t>
            </a:r>
            <a:r>
              <a:rPr lang="ko-KR" altLang="en-US" dirty="0"/>
              <a:t>그림 작성</a:t>
            </a:r>
            <a:br>
              <a:rPr lang="en-US" altLang="ko-KR" dirty="0"/>
            </a:br>
            <a:br>
              <a:rPr lang="en-US" altLang="ko-KR" sz="4800" dirty="0"/>
            </a:br>
            <a:r>
              <a:rPr lang="en-US" altLang="ko-KR" sz="3200" dirty="0"/>
              <a:t>https://</a:t>
            </a:r>
            <a:r>
              <a:rPr lang="en-US" altLang="ko-KR" sz="3200" dirty="0" err="1"/>
              <a:t>youtu.be</a:t>
            </a:r>
            <a:r>
              <a:rPr lang="en-US" altLang="ko-KR" sz="3200" dirty="0"/>
              <a:t>/qe5EeXOsx-A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정보컴퓨터공학과 송경주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E9B4B-ABFC-9523-4566-8E2259CB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EC197C-F4F7-6A52-1C52-C1FF4C73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75" y="1327577"/>
            <a:ext cx="8451850" cy="507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9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E5EA3-9B2D-35D0-0E6C-6F534DD8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6EF17C-E01B-CE81-50F2-C24B43B6AE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4" y="1152526"/>
            <a:ext cx="9127692" cy="541192"/>
          </a:xfrm>
        </p:spPr>
        <p:txBody>
          <a:bodyPr/>
          <a:lstStyle/>
          <a:p>
            <a:r>
              <a:rPr kumimoji="1" lang="ko-KR" altLang="en-US" dirty="0"/>
              <a:t>스스로 코드 분석 후 그림 그려달라고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44CB94-CDC7-1241-8010-C5BF90C80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07" t="2215" r="807" b="11078"/>
          <a:stretch>
            <a:fillRect/>
          </a:stretch>
        </p:blipFill>
        <p:spPr>
          <a:xfrm>
            <a:off x="2653144" y="1693718"/>
            <a:ext cx="7360228" cy="511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DD6E3-D7F1-DE43-DA78-0889A9AE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A03B44-0FD9-C0E0-B3CE-45E7B4D0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51" y="2384981"/>
            <a:ext cx="6222869" cy="3584444"/>
          </a:xfrm>
          <a:prstGeom prst="rect">
            <a:avLst/>
          </a:prstGeom>
        </p:spPr>
      </p:pic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559AC65-F5C4-2503-586C-1C1A60A397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4" y="1152526"/>
            <a:ext cx="9127692" cy="541192"/>
          </a:xfrm>
        </p:spPr>
        <p:txBody>
          <a:bodyPr/>
          <a:lstStyle/>
          <a:p>
            <a:r>
              <a:rPr kumimoji="1" lang="ko-KR" altLang="en-US" dirty="0"/>
              <a:t>직접 </a:t>
            </a:r>
            <a:r>
              <a:rPr kumimoji="1" lang="en-US" altLang="ko-KR" dirty="0"/>
              <a:t>PPT</a:t>
            </a:r>
            <a:r>
              <a:rPr kumimoji="1" lang="ko-KR" altLang="en-US" dirty="0"/>
              <a:t>로 그리고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Latex</a:t>
            </a:r>
            <a:r>
              <a:rPr kumimoji="1" lang="ko-KR" altLang="en-US" dirty="0"/>
              <a:t>로 변환해 달라고 함 </a:t>
            </a:r>
            <a:r>
              <a:rPr kumimoji="1" lang="en-US" altLang="ko-KR" dirty="0"/>
              <a:t>(Gemini)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CD0F7-118F-4A33-2D6E-39B7C94BF7C0}"/>
              </a:ext>
            </a:extLst>
          </p:cNvPr>
          <p:cNvSpPr txBox="1"/>
          <p:nvPr/>
        </p:nvSpPr>
        <p:spPr>
          <a:xfrm>
            <a:off x="6532774" y="2215330"/>
            <a:ext cx="5424733" cy="409342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% 1</a:t>
            </a:r>
            <a:r>
              <a:rPr kumimoji="1" lang="ko-KR" altLang="en-US" sz="1000" dirty="0"/>
              <a:t>번 테이블 전용 헤더 열 너비 고정 명령어</a:t>
            </a:r>
          </a:p>
          <a:p>
            <a:r>
              <a:rPr kumimoji="1" lang="en-US" altLang="ko-KR" sz="1000" dirty="0"/>
              <a:t>\</a:t>
            </a:r>
            <a:r>
              <a:rPr kumimoji="1" lang="en" altLang="ko-KR" sz="1000" dirty="0" err="1"/>
              <a:t>newcommand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}[1]{\</a:t>
            </a:r>
            <a:r>
              <a:rPr kumimoji="1" lang="en" altLang="ko-KR" sz="1000" dirty="0" err="1"/>
              <a:t>makebox</a:t>
            </a:r>
            <a:r>
              <a:rPr kumimoji="1" lang="en" altLang="ko-KR" sz="1000" dirty="0"/>
              <a:t>[1.15cm][c]{\</a:t>
            </a:r>
            <a:r>
              <a:rPr kumimoji="1" lang="en" altLang="ko-KR" sz="1000" dirty="0" err="1"/>
              <a:t>makecell</a:t>
            </a:r>
            <a:r>
              <a:rPr kumimoji="1" lang="en" altLang="ko-KR" sz="1000" dirty="0"/>
              <a:t>{#1}}}</a:t>
            </a:r>
          </a:p>
          <a:p>
            <a:endParaRPr kumimoji="1" lang="en" altLang="ko-KR" sz="1000" dirty="0"/>
          </a:p>
          <a:p>
            <a:r>
              <a:rPr kumimoji="1" lang="en" altLang="ko-KR" sz="1000" dirty="0"/>
              <a:t>% </a:t>
            </a:r>
            <a:r>
              <a:rPr kumimoji="1" lang="ko-KR" altLang="en-US" sz="1000" dirty="0"/>
              <a:t>다중 열을 가로지르는 박스의 위아래 여백을 </a:t>
            </a:r>
            <a:r>
              <a:rPr kumimoji="1" lang="en-US" altLang="ko-KR" sz="1000" dirty="0"/>
              <a:t>2, 3</a:t>
            </a:r>
            <a:r>
              <a:rPr kumimoji="1" lang="ko-KR" altLang="en-US" sz="1000" dirty="0"/>
              <a:t>번 테이블과 동일하게 맞추는 패딩 명령어</a:t>
            </a:r>
          </a:p>
          <a:p>
            <a:r>
              <a:rPr kumimoji="1" lang="en-US" altLang="ko-KR" sz="1000" dirty="0"/>
              <a:t>\</a:t>
            </a:r>
            <a:r>
              <a:rPr kumimoji="1" lang="en" altLang="ko-KR" sz="1000" dirty="0" err="1"/>
              <a:t>newcommand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padbox</a:t>
            </a:r>
            <a:r>
              <a:rPr kumimoji="1" lang="en" altLang="ko-KR" sz="1000" dirty="0"/>
              <a:t>}[1]{\rule[-1.2ex]{0pt}{3.8ex}\</a:t>
            </a:r>
            <a:r>
              <a:rPr kumimoji="1" lang="en" altLang="ko-KR" sz="1000" dirty="0" err="1"/>
              <a:t>makecell</a:t>
            </a:r>
            <a:r>
              <a:rPr kumimoji="1" lang="en" altLang="ko-KR" sz="1000" dirty="0"/>
              <a:t>{#1}}</a:t>
            </a:r>
          </a:p>
          <a:p>
            <a:endParaRPr kumimoji="1" lang="en" altLang="ko-KR" sz="1000" dirty="0"/>
          </a:p>
          <a:p>
            <a:r>
              <a:rPr kumimoji="1" lang="en" altLang="ko-KR" sz="1000" dirty="0"/>
              <a:t>\begin{table}[</a:t>
            </a:r>
            <a:r>
              <a:rPr kumimoji="1" lang="en" altLang="ko-KR" sz="1000" dirty="0" err="1"/>
              <a:t>hbt</a:t>
            </a:r>
            <a:r>
              <a:rPr kumimoji="1" lang="en" altLang="ko-KR" sz="1000" dirty="0"/>
              <a:t>!]</a:t>
            </a:r>
          </a:p>
          <a:p>
            <a:r>
              <a:rPr kumimoji="1" lang="en" altLang="ko-KR" sz="1000" dirty="0"/>
              <a:t>\centering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renewcommand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arraystretch</a:t>
            </a:r>
            <a:r>
              <a:rPr kumimoji="1" lang="en" altLang="ko-KR" sz="1000" dirty="0"/>
              <a:t>}{2.0} % 2, 3</a:t>
            </a:r>
            <a:r>
              <a:rPr kumimoji="1" lang="ko-KR" altLang="en-US" sz="1000" dirty="0"/>
              <a:t>번 테이블과 동일한 세로 여백</a:t>
            </a:r>
          </a:p>
          <a:p>
            <a:r>
              <a:rPr kumimoji="1" lang="en-US" altLang="ko-KR" sz="1000" dirty="0"/>
              <a:t>\</a:t>
            </a:r>
            <a:r>
              <a:rPr kumimoji="1" lang="en" altLang="ko-KR" sz="1000" dirty="0" err="1"/>
              <a:t>setlength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arrayrulewidth</a:t>
            </a:r>
            <a:r>
              <a:rPr kumimoji="1" lang="en" altLang="ko-KR" sz="1000" dirty="0"/>
              <a:t>}{0.6pt}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resizebox</a:t>
            </a:r>
            <a:r>
              <a:rPr kumimoji="1" lang="en" altLang="ko-KR" sz="1000" dirty="0"/>
              <a:t>{0.99\</a:t>
            </a:r>
            <a:r>
              <a:rPr kumimoji="1" lang="en" altLang="ko-KR" sz="1000" dirty="0" err="1"/>
              <a:t>textwidth</a:t>
            </a:r>
            <a:r>
              <a:rPr kumimoji="1" lang="en" altLang="ko-KR" sz="1000" dirty="0"/>
              <a:t>}{!}{</a:t>
            </a:r>
          </a:p>
          <a:p>
            <a:r>
              <a:rPr kumimoji="1" lang="en" altLang="ko-KR" sz="1000" dirty="0"/>
              <a:t>\begin{tabular}{|</a:t>
            </a:r>
            <a:r>
              <a:rPr kumimoji="1" lang="en" altLang="ko-KR" sz="1000" dirty="0" err="1"/>
              <a:t>c|c:c:c:c:c:c:c:c:c:c:c:c:c:c:c:c:c:c</a:t>
            </a:r>
            <a:r>
              <a:rPr kumimoji="1" lang="en" altLang="ko-KR" sz="1000" dirty="0"/>
              <a:t>|}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hline</a:t>
            </a:r>
            <a:endParaRPr kumimoji="1" lang="en" altLang="ko-KR" sz="1000" dirty="0"/>
          </a:p>
          <a:p>
            <a:r>
              <a:rPr kumimoji="1" lang="en" altLang="ko-KR" sz="1000" dirty="0"/>
              <a:t>\multicolumn{1}{|c|}{\</a:t>
            </a:r>
            <a:r>
              <a:rPr kumimoji="1" lang="en" altLang="ko-KR" sz="1000" dirty="0" err="1"/>
              <a:t>diagbox</a:t>
            </a:r>
            <a:r>
              <a:rPr kumimoji="1" lang="en" altLang="ko-KR" sz="1000" dirty="0"/>
              <a:t>[width=2.5cm, height=1.1cm]{\</a:t>
            </a:r>
            <a:r>
              <a:rPr kumimoji="1" lang="en" altLang="ko-KR" sz="1000" dirty="0" err="1"/>
              <a:t>scriptsize</a:t>
            </a:r>
            <a:r>
              <a:rPr kumimoji="1" lang="en" altLang="ko-KR" sz="1000" dirty="0"/>
              <a:t> Qubit}{\</a:t>
            </a:r>
            <a:r>
              <a:rPr kumimoji="1" lang="en" altLang="ko-KR" sz="1000" dirty="0" err="1"/>
              <a:t>scriptsize</a:t>
            </a:r>
            <a:r>
              <a:rPr kumimoji="1" lang="en" altLang="ko-KR" sz="1000" dirty="0"/>
              <a:t> Round}} &amp;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{1}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{\dots}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{36}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{\dots}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{48} &amp;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{49}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{50}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{51} &amp;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{52}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{\dots}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{54}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{55}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{56} &amp;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{\dots} &amp;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{58}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{59}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{60} &amp; \</a:t>
            </a:r>
            <a:r>
              <a:rPr kumimoji="1" lang="en" altLang="ko-KR" sz="1000" dirty="0" err="1"/>
              <a:t>fcolA</a:t>
            </a:r>
            <a:r>
              <a:rPr kumimoji="1" lang="en" altLang="ko-KR" sz="1000" dirty="0"/>
              <a:t>{61} \\ </a:t>
            </a:r>
          </a:p>
          <a:p>
            <a:r>
              <a:rPr kumimoji="1" lang="en" altLang="ko-KR" sz="1000" dirty="0"/>
              <a:t>\</a:t>
            </a:r>
            <a:r>
              <a:rPr kumimoji="1" lang="en" altLang="ko-KR" sz="1000" dirty="0" err="1"/>
              <a:t>hline</a:t>
            </a:r>
            <a:endParaRPr kumimoji="1" lang="en" altLang="ko-KR" sz="1000" dirty="0"/>
          </a:p>
          <a:p>
            <a:r>
              <a:rPr kumimoji="1" lang="en" altLang="ko-KR" sz="1000" dirty="0"/>
              <a:t>$MSG$ &amp; </a:t>
            </a:r>
          </a:p>
          <a:p>
            <a:r>
              <a:rPr kumimoji="1" lang="en" altLang="ko-KR" sz="1000" dirty="0"/>
              <a:t>\multicolumn{5}{|c|}{\</a:t>
            </a:r>
            <a:r>
              <a:rPr kumimoji="1" lang="en" altLang="ko-KR" sz="1000" dirty="0" err="1"/>
              <a:t>padbox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textit</a:t>
            </a:r>
            <a:r>
              <a:rPr kumimoji="1" lang="en" altLang="ko-KR" sz="1000" dirty="0"/>
              <a:t>{Message Expansion}}} &amp; </a:t>
            </a:r>
          </a:p>
          <a:p>
            <a:r>
              <a:rPr kumimoji="1" lang="en" altLang="ko-KR" sz="1000" dirty="0"/>
              <a:t>\multicolumn{3}{|c|}{\</a:t>
            </a:r>
            <a:r>
              <a:rPr kumimoji="1" lang="en" altLang="ko-KR" sz="1000" dirty="0" err="1"/>
              <a:t>padbox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textcolor</a:t>
            </a:r>
            <a:r>
              <a:rPr kumimoji="1" lang="en" altLang="ko-KR" sz="1000" dirty="0"/>
              <a:t>{red}{$h', d'$}}} &amp; </a:t>
            </a:r>
          </a:p>
          <a:p>
            <a:r>
              <a:rPr kumimoji="1" lang="en" altLang="ko-KR" sz="1000" dirty="0"/>
              <a:t>\multicolumn{5}{|c|}{\</a:t>
            </a:r>
            <a:r>
              <a:rPr kumimoji="1" lang="en" altLang="ko-KR" sz="1000" dirty="0" err="1"/>
              <a:t>padbox</a:t>
            </a:r>
            <a:r>
              <a:rPr kumimoji="1" lang="en" altLang="ko-KR" sz="1000" dirty="0"/>
              <a:t>{\</a:t>
            </a:r>
            <a:r>
              <a:rPr kumimoji="1" lang="en" altLang="ko-KR" sz="1000" dirty="0" err="1"/>
              <a:t>textcolor</a:t>
            </a:r>
            <a:r>
              <a:rPr kumimoji="1" lang="en" altLang="ko-KR" sz="1000" dirty="0"/>
              <a:t>{red}{$d' (</a:t>
            </a:r>
            <a:r>
              <a:rPr kumimoji="1" lang="en" altLang="ko-KR" sz="1000" dirty="0" err="1"/>
              <a:t>i</a:t>
            </a:r>
            <a:r>
              <a:rPr kumimoji="1" lang="en" altLang="ko-KR" sz="1000" dirty="0"/>
              <a:t> = 56, partial)$}}} &amp; </a:t>
            </a:r>
          </a:p>
          <a:p>
            <a:r>
              <a:rPr kumimoji="1" lang="en" altLang="ko-KR" sz="1000" dirty="0"/>
              <a:t>\multicolumn{5}{c|}{} \\ </a:t>
            </a:r>
          </a:p>
        </p:txBody>
      </p:sp>
    </p:spTree>
    <p:extLst>
      <p:ext uri="{BB962C8B-B14F-4D97-AF65-F5344CB8AC3E}">
        <p14:creationId xmlns:p14="http://schemas.microsoft.com/office/powerpoint/2010/main" val="75191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41E66-0988-A61F-544F-27F9B14D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37467-D045-20A9-26AE-F8CE03BFE3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2919854"/>
          </a:xfrm>
        </p:spPr>
        <p:txBody>
          <a:bodyPr>
            <a:normAutofit/>
          </a:bodyPr>
          <a:lstStyle/>
          <a:p>
            <a:r>
              <a:rPr kumimoji="1" lang="ko-KR" altLang="en-US" sz="2400" dirty="0"/>
              <a:t>기존 그림은 </a:t>
            </a:r>
            <a:r>
              <a:rPr kumimoji="1" lang="en-US" altLang="ko-KR" sz="2400" dirty="0"/>
              <a:t>Round </a:t>
            </a:r>
            <a:r>
              <a:rPr kumimoji="1" lang="ko-KR" altLang="en-US" sz="2400" dirty="0"/>
              <a:t>스케일이 달라 각자 테이블로 그려지고 깔끔하지</a:t>
            </a:r>
            <a:r>
              <a:rPr kumimoji="1" lang="en-US" altLang="ko-KR" sz="2400" dirty="0"/>
              <a:t>X</a:t>
            </a:r>
          </a:p>
          <a:p>
            <a:pPr lvl="1">
              <a:buFont typeface="Wingdings" pitchFamily="2" charset="2"/>
              <a:buChar char="à"/>
            </a:pPr>
            <a:r>
              <a:rPr kumimoji="1" lang="ko-KR" altLang="en-US" sz="2000" dirty="0">
                <a:sym typeface="Wingdings" pitchFamily="2" charset="2"/>
              </a:rPr>
              <a:t>깔끔하게 한 테이블로 만들어달라고 부탁함</a:t>
            </a:r>
            <a:endParaRPr kumimoji="1" lang="en-US" altLang="ko-KR" sz="2000" dirty="0">
              <a:sym typeface="Wingdings" pitchFamily="2" charset="2"/>
            </a:endParaRPr>
          </a:p>
          <a:p>
            <a:pPr marL="914400" lvl="2" indent="0">
              <a:buNone/>
            </a:pPr>
            <a:r>
              <a:rPr kumimoji="1" lang="ko-KR" altLang="en-US" sz="1600" dirty="0">
                <a:sym typeface="Wingdings" pitchFamily="2" charset="2"/>
              </a:rPr>
              <a:t>문제점</a:t>
            </a:r>
            <a:r>
              <a:rPr kumimoji="1" lang="en-US" altLang="ko-KR" sz="1600" dirty="0">
                <a:sym typeface="Wingdings" pitchFamily="2" charset="2"/>
              </a:rPr>
              <a:t>:</a:t>
            </a:r>
            <a:r>
              <a:rPr kumimoji="1" lang="ko-KR" altLang="en-US" sz="1600" dirty="0">
                <a:sym typeface="Wingdings" pitchFamily="2" charset="2"/>
              </a:rPr>
              <a:t> 합치니까 사용 라운드에 대한 배치가 계속 </a:t>
            </a:r>
            <a:r>
              <a:rPr kumimoji="1" lang="ko-KR" altLang="en-US" sz="1600" dirty="0" err="1">
                <a:sym typeface="Wingdings" pitchFamily="2" charset="2"/>
              </a:rPr>
              <a:t>틀려짐</a:t>
            </a:r>
            <a:r>
              <a:rPr kumimoji="1" lang="ko-KR" altLang="en-US" sz="1600" dirty="0">
                <a:sym typeface="Wingdings" pitchFamily="2" charset="2"/>
              </a:rPr>
              <a:t> </a:t>
            </a:r>
            <a:r>
              <a:rPr kumimoji="1" lang="en-US" altLang="ko-KR" sz="1600" dirty="0">
                <a:sym typeface="Wingdings" pitchFamily="2" charset="2"/>
              </a:rPr>
              <a:t></a:t>
            </a:r>
            <a:r>
              <a:rPr kumimoji="1" lang="ko-KR" altLang="en-US" sz="1600" dirty="0">
                <a:sym typeface="Wingdings" pitchFamily="2" charset="2"/>
              </a:rPr>
              <a:t> 따라서 잘 그려졌는지 파악해서 잘못된 부분 계속 말해주면서 수정 진행</a:t>
            </a:r>
          </a:p>
          <a:p>
            <a:r>
              <a:rPr kumimoji="1" lang="ko-KR" altLang="en-US" sz="2400" dirty="0">
                <a:sym typeface="Wingdings" pitchFamily="2" charset="2"/>
              </a:rPr>
              <a:t>그냥 </a:t>
            </a:r>
            <a:r>
              <a:rPr kumimoji="1" lang="en-US" altLang="ko-KR" sz="2400" dirty="0">
                <a:sym typeface="Wingdings" pitchFamily="2" charset="2"/>
              </a:rPr>
              <a:t>AI</a:t>
            </a:r>
            <a:r>
              <a:rPr kumimoji="1" lang="ko-KR" altLang="en-US" sz="2400" dirty="0">
                <a:sym typeface="Wingdings" pitchFamily="2" charset="2"/>
              </a:rPr>
              <a:t>로 그릴때는 깨지는 그림을 직접 </a:t>
            </a:r>
            <a:r>
              <a:rPr kumimoji="1" lang="ko-KR" altLang="en-US" sz="2400" dirty="0" err="1">
                <a:sym typeface="Wingdings" pitchFamily="2" charset="2"/>
              </a:rPr>
              <a:t>확인해야했음</a:t>
            </a:r>
            <a:endParaRPr kumimoji="1" lang="en-US" altLang="ko-KR" sz="2400" dirty="0">
              <a:sym typeface="Wingdings" pitchFamily="2" charset="2"/>
            </a:endParaRPr>
          </a:p>
          <a:p>
            <a:pPr lvl="1"/>
            <a:r>
              <a:rPr kumimoji="1" lang="en-US" altLang="ko-KR" sz="2000" dirty="0" err="1">
                <a:sym typeface="Wingdings" pitchFamily="2" charset="2"/>
              </a:rPr>
              <a:t>Github</a:t>
            </a:r>
            <a:r>
              <a:rPr kumimoji="1" lang="ko-KR" altLang="en-US" sz="2000" dirty="0" err="1">
                <a:sym typeface="Wingdings" pitchFamily="2" charset="2"/>
              </a:rPr>
              <a:t>에</a:t>
            </a:r>
            <a:r>
              <a:rPr kumimoji="1" lang="ko-KR" altLang="en-US" sz="2000" dirty="0">
                <a:sym typeface="Wingdings" pitchFamily="2" charset="2"/>
              </a:rPr>
              <a:t> 연결해서 쉽게 바로 확인하고 적용이 가능함</a:t>
            </a:r>
            <a:endParaRPr kumimoji="1" lang="en-US" altLang="ko-KR" sz="2000" dirty="0">
              <a:sym typeface="Wingdings" pitchFamily="2" charset="2"/>
            </a:endParaRPr>
          </a:p>
          <a:p>
            <a:pPr lvl="1"/>
            <a:r>
              <a:rPr kumimoji="1" lang="en-US" altLang="ko-KR" sz="2000" dirty="0" err="1">
                <a:sym typeface="Wingdings" pitchFamily="2" charset="2"/>
              </a:rPr>
              <a:t>Github</a:t>
            </a:r>
            <a:r>
              <a:rPr kumimoji="1" lang="ko-KR" altLang="en-US" sz="2000" dirty="0">
                <a:sym typeface="Wingdings" pitchFamily="2" charset="2"/>
              </a:rPr>
              <a:t> 연결로 오류도 바로 해결가능</a:t>
            </a:r>
            <a:endParaRPr kumimoji="1" lang="en-US" altLang="ko-KR" sz="2000" dirty="0">
              <a:sym typeface="Wingdings" pitchFamily="2" charset="2"/>
            </a:endParaRPr>
          </a:p>
          <a:p>
            <a:pPr lvl="1"/>
            <a:endParaRPr kumimoji="1" lang="en-US" altLang="ko-KR" sz="2000" dirty="0"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1329BC-5942-812D-51F8-25A2EB20C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7"/>
          <a:stretch>
            <a:fillRect/>
          </a:stretch>
        </p:blipFill>
        <p:spPr>
          <a:xfrm>
            <a:off x="607243" y="4496586"/>
            <a:ext cx="10602771" cy="21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A3FAE-02E1-51DD-9D41-D9DFD6AA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229294-3668-9AE8-92E7-3B732C033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3"/>
          <a:stretch>
            <a:fillRect/>
          </a:stretch>
        </p:blipFill>
        <p:spPr>
          <a:xfrm>
            <a:off x="613490" y="1669395"/>
            <a:ext cx="5853298" cy="23948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0214F6-CBB2-C185-EB01-05D289E1C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720" y="3991201"/>
            <a:ext cx="5853298" cy="2866799"/>
          </a:xfrm>
          <a:prstGeom prst="rect">
            <a:avLst/>
          </a:prstGeom>
        </p:spPr>
      </p:pic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1BB7367A-96A3-0364-B0A0-05BFCD51D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4" y="1152526"/>
            <a:ext cx="9127692" cy="541192"/>
          </a:xfrm>
        </p:spPr>
        <p:txBody>
          <a:bodyPr/>
          <a:lstStyle/>
          <a:p>
            <a:r>
              <a:rPr kumimoji="1" lang="ko-KR" altLang="en-US" dirty="0"/>
              <a:t>직접 </a:t>
            </a:r>
            <a:r>
              <a:rPr kumimoji="1" lang="en-US" altLang="ko-KR" dirty="0"/>
              <a:t>PPT</a:t>
            </a:r>
            <a:r>
              <a:rPr kumimoji="1" lang="ko-KR" altLang="en-US" dirty="0"/>
              <a:t>로 그리고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Latex</a:t>
            </a:r>
            <a:r>
              <a:rPr kumimoji="1" lang="ko-KR" altLang="en-US" dirty="0"/>
              <a:t>로 변환해 달라고 함 </a:t>
            </a:r>
            <a:r>
              <a:rPr kumimoji="1" lang="en-US" altLang="ko-KR" dirty="0"/>
              <a:t>(Gemini)</a:t>
            </a:r>
            <a:endParaRPr kumimoji="1" lang="ko-KR" altLang="en-US" dirty="0"/>
          </a:p>
        </p:txBody>
      </p:sp>
      <p:cxnSp>
        <p:nvCxnSpPr>
          <p:cNvPr id="8" name="꺾인 연결선[E] 7">
            <a:extLst>
              <a:ext uri="{FF2B5EF4-FFF2-40B4-BE49-F238E27FC236}">
                <a16:creationId xmlns:a16="http://schemas.microsoft.com/office/drawing/2014/main" id="{377482CD-7A59-5C63-6476-1E803DE05F0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6466788" y="2866799"/>
            <a:ext cx="2716581" cy="11244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BF352B9-51EE-2BC5-092C-161D3334C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314" y="4100124"/>
            <a:ext cx="3606538" cy="26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9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42F0C-2333-E41D-2239-14F972CB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8E93E-B9FE-E323-985F-62E97A2981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dirty="0"/>
              <a:t>자원 추정 결과로 이미지 작성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자원추정 결과 </a:t>
            </a:r>
            <a:r>
              <a:rPr kumimoji="1" lang="en-US" altLang="ko-KR" dirty="0"/>
              <a:t>+</a:t>
            </a:r>
            <a:r>
              <a:rPr kumimoji="1" lang="ko-KR" altLang="en-US" dirty="0"/>
              <a:t> 그리고자 하는 이미지 제공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원하는 이미지 요구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큐비트</a:t>
            </a:r>
            <a:r>
              <a:rPr kumimoji="1" lang="ko-KR" altLang="en-US" dirty="0"/>
              <a:t> 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오류율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큐비트</a:t>
            </a:r>
            <a:r>
              <a:rPr kumimoji="1" lang="en-US" altLang="ko-KR" dirty="0"/>
              <a:t>+</a:t>
            </a:r>
            <a:r>
              <a:rPr kumimoji="1" lang="ko-KR" altLang="en-US" dirty="0"/>
              <a:t>오류</a:t>
            </a:r>
            <a:r>
              <a:rPr kumimoji="1" lang="en-US" altLang="ko-KR" dirty="0"/>
              <a:t>(</a:t>
            </a:r>
            <a:r>
              <a:rPr kumimoji="1" lang="ko-KR" altLang="en-US" dirty="0"/>
              <a:t>종합</a:t>
            </a:r>
            <a:r>
              <a:rPr kumimoji="1" lang="en-US" altLang="ko-KR" dirty="0"/>
              <a:t>)</a:t>
            </a:r>
            <a:r>
              <a:rPr kumimoji="1" lang="ko-KR" altLang="en-US" dirty="0"/>
              <a:t> 그래프를 나눠서 그려달라고 요청함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DC35C0-A52C-D572-BFFD-65C41BE3C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28" y="2896481"/>
            <a:ext cx="5802452" cy="385991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D2ACCB-78E1-FF4E-0927-3E09BF418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2" y="5349579"/>
            <a:ext cx="5303494" cy="1406821"/>
          </a:xfrm>
          <a:prstGeom prst="rect">
            <a:avLst/>
          </a:prstGeom>
        </p:spPr>
      </p:pic>
      <p:pic>
        <p:nvPicPr>
          <p:cNvPr id="1026" name="Picture 2" descr="Quantum Landscape">
            <a:extLst>
              <a:ext uri="{FF2B5EF4-FFF2-40B4-BE49-F238E27FC236}">
                <a16:creationId xmlns:a16="http://schemas.microsoft.com/office/drawing/2014/main" id="{6FE2D973-6746-0222-8E52-E77FB25C0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314" y="2545978"/>
            <a:ext cx="3290540" cy="271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214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42193-95B8-BDBE-F374-A6EF6F96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Latex Figure </a:t>
            </a:r>
            <a:r>
              <a:rPr kumimoji="1" lang="ko-KR" altLang="en-US" dirty="0"/>
              <a:t>그리기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2E75B0-D403-3318-1448-295DD4A73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Cursor + </a:t>
            </a:r>
            <a:r>
              <a:rPr kumimoji="1" lang="en-US" altLang="ko-KR" dirty="0" err="1"/>
              <a:t>Github</a:t>
            </a:r>
            <a:r>
              <a:rPr kumimoji="1" lang="en-US" altLang="ko-KR" dirty="0"/>
              <a:t> </a:t>
            </a:r>
            <a:r>
              <a:rPr kumimoji="1" lang="ko-KR" altLang="en-US" dirty="0"/>
              <a:t>연결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050176-6658-5C76-7E48-7CDE29C9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470" y="1948252"/>
            <a:ext cx="7203060" cy="44692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CF38DB6-A2A0-87F5-5550-23676CFB5762}"/>
              </a:ext>
            </a:extLst>
          </p:cNvPr>
          <p:cNvSpPr/>
          <p:nvPr/>
        </p:nvSpPr>
        <p:spPr>
          <a:xfrm>
            <a:off x="5332429" y="5571240"/>
            <a:ext cx="1527142" cy="763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64EC4E-99AE-F86E-F558-831D8C4FB01A}"/>
              </a:ext>
            </a:extLst>
          </p:cNvPr>
          <p:cNvSpPr/>
          <p:nvPr/>
        </p:nvSpPr>
        <p:spPr>
          <a:xfrm>
            <a:off x="2637933" y="2028332"/>
            <a:ext cx="6939699" cy="763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551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11864</TotalTime>
  <Words>512</Words>
  <Application>Microsoft Macintosh PowerPoint</Application>
  <PresentationFormat>와이드스크린</PresentationFormat>
  <Paragraphs>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제목 테마</vt:lpstr>
      <vt:lpstr>AI+Github+overleaf 그림 작성  https://youtu.be/qe5EeXOsx-A</vt:lpstr>
      <vt:lpstr>Latex Figure 그리기</vt:lpstr>
      <vt:lpstr>Latex Figure 그리기</vt:lpstr>
      <vt:lpstr>Latex Figure 그리기</vt:lpstr>
      <vt:lpstr>Latex Figure 그리기</vt:lpstr>
      <vt:lpstr>Latex Figure 그리기</vt:lpstr>
      <vt:lpstr>Latex Figure 그리기</vt:lpstr>
      <vt:lpstr>Latex Figure 그리기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경주 송</cp:lastModifiedBy>
  <cp:revision>276</cp:revision>
  <dcterms:created xsi:type="dcterms:W3CDTF">2019-03-05T04:29:07Z</dcterms:created>
  <dcterms:modified xsi:type="dcterms:W3CDTF">2026-03-22T15:35:53Z</dcterms:modified>
</cp:coreProperties>
</file>