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ink/ink1.xml" ContentType="application/inkml+xml"/>
  <Override PartName="/ppt/ink/inkAction1.xml" ContentType="application/vnd.ms-office.inkAct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20"/>
  </p:notesMasterIdLst>
  <p:handoutMasterIdLst>
    <p:handoutMasterId r:id="rId21"/>
  </p:handoutMasterIdLst>
  <p:sldIdLst>
    <p:sldId id="269" r:id="rId3"/>
    <p:sldId id="266" r:id="rId4"/>
    <p:sldId id="268" r:id="rId5"/>
    <p:sldId id="263" r:id="rId6"/>
    <p:sldId id="264" r:id="rId7"/>
    <p:sldId id="270" r:id="rId8"/>
    <p:sldId id="265" r:id="rId9"/>
    <p:sldId id="273" r:id="rId10"/>
    <p:sldId id="281" r:id="rId11"/>
    <p:sldId id="280" r:id="rId12"/>
    <p:sldId id="284" r:id="rId13"/>
    <p:sldId id="294" r:id="rId14"/>
    <p:sldId id="291" r:id="rId15"/>
    <p:sldId id="285" r:id="rId16"/>
    <p:sldId id="286" r:id="rId17"/>
    <p:sldId id="288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20" autoAdjust="0"/>
    <p:restoredTop sz="82877"/>
  </p:normalViewPr>
  <p:slideViewPr>
    <p:cSldViewPr snapToGrid="0">
      <p:cViewPr varScale="1">
        <p:scale>
          <a:sx n="90" d="100"/>
          <a:sy n="90" d="100"/>
        </p:scale>
        <p:origin x="472" y="4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0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Keccak/SHAKE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128f-avx2</c:v>
                </c:pt>
                <c:pt idx="1">
                  <c:v>128f-ref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</c:v>
                </c:pt>
                <c:pt idx="1">
                  <c:v>75.900000000000006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AB-4B21-8829-234B5A01FC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Field 연산(AIM)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128f-avx2</c:v>
                </c:pt>
                <c:pt idx="1">
                  <c:v>128f-ref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2.9</c:v>
                </c:pt>
                <c:pt idx="1">
                  <c:v>24.1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AB-4B21-8829-234B5A01FC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128f-avx2</c:v>
                </c:pt>
                <c:pt idx="1">
                  <c:v>128f-ref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0AB-4B21-8829-234B5A01F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29295312"/>
        <c:axId val="1829296272"/>
      </c:barChart>
      <c:catAx>
        <c:axId val="18292953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29296272"/>
        <c:crosses val="autoZero"/>
        <c:auto val="1"/>
        <c:lblAlgn val="ctr"/>
        <c:lblOffset val="100"/>
        <c:noMultiLvlLbl val="0"/>
      </c:catAx>
      <c:valAx>
        <c:axId val="18292962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29295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AIMer128f-ref 연산 비중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A07-41F9-A794-D69FBC6A90A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A07-41F9-A794-D69FBC6A90A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8FC2757-C24B-4A1C-B7CA-686C176B2CF0}" type="PERCENTAGE">
                      <a:rPr lang="en-US" altLang="ko-KR" smtClean="0"/>
                      <a:pPr/>
                      <a:t>[백분율]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1A07-41F9-A794-D69FBC6A90A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B917368-FCA3-489E-A46B-6EC6708F3361}" type="PERCENTAGE">
                      <a:rPr lang="en-US" altLang="ko-KR" smtClean="0"/>
                      <a:pPr/>
                      <a:t>[백분율]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A07-41F9-A794-D69FBC6A90A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Keccak/SHAKE</c:v>
                </c:pt>
                <c:pt idx="1">
                  <c:v>Field 연산(AIM)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24.1</c:v>
                </c:pt>
                <c:pt idx="1">
                  <c:v>75.900000000000006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07-41F9-A794-D69FBC6A90A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AIMer128f-avx2 연산 비중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AA5-4E15-A41A-40ED98E7291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AA5-4E15-A41A-40ED98E7291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0D2-4642-A066-BDDDAC69457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8FC2757-C24B-4A1C-B7CA-686C176B2CF0}" type="PERCENTAGE">
                      <a:rPr lang="en-US" altLang="ko-KR" smtClean="0"/>
                      <a:pPr/>
                      <a:t>[백분율]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AA5-4E15-A41A-40ED98E7291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B917368-FCA3-489E-A46B-6EC6708F3361}" type="PERCENTAGE">
                      <a:rPr lang="en-US" altLang="ko-KR" smtClean="0"/>
                      <a:pPr/>
                      <a:t>[백분율]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AA5-4E15-A41A-40ED98E7291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Keccak/SHAKE</c:v>
                </c:pt>
                <c:pt idx="1">
                  <c:v>Field 연산(AIM)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71.599999999999994</c:v>
                </c:pt>
                <c:pt idx="1">
                  <c:v>20</c:v>
                </c:pt>
                <c:pt idx="2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A5-4E15-A41A-40ED98E7291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17:25:15.66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6-06-21T17:25:08.983"/>
    </inkml:context>
  </inkml:definitions>
  <inkml:trace contextRef="#ctx0" brushRef="#br0">18799 13959 24575,'0'46'0,"0"0"0,0-14 0,0 3 0,0-1 0,0 3 0,0 18 0,0 3 0,0-3 0,0-3 0,0-14 0,0-1 0,0 4 0,0-11 0,0-25 0,0 57 0,0-18 0,0 4 0,0 3 0,0 0 0,0 8 0,0-5 0,0-8 0,0-25 0,0-1 0,0 6 0,0 11 0,0 2 0,0-5 0,-4 4 0,8-5 0,58-28 0,-16-4 0,9-1 0,3-1 0,-4 1 0,5-1 0,0 0 0,-1-2 0,-2-1 0,-1-2 0,-1 0 0,-1 2 0,4 3 0,-2 1 0,-4 1 0,5 1 0,-4-4 0,-4-13 0,1-1 0,-5 12 0,3 3 0,0-2 0,3-6 0,-1-3 0,1 3 0,-3 7 0,0 3 0,0 0 0,3-1 0,0 0 0,-2 0 0,12 0 0,-2 0 0,-1 0 0,-1 0 0,-9 0 0,-2 0 0,-9 0 0,-1 0 0,8 1 0,1-2 0,7-9 0,1-1 0,-2 9 0,0-1 0,1-7 0,0 0 0,5 8 0,-4 4 0,4-2 0,-14 1 0,3-2 0,-2-9 0,1-1 0,9 8 0,1 1 0,6-8 0,1 0 0,2 8 0,-3 4 0,-23-2 0,-3 0 0,0 0 0,-1 0 0,1 0 0,-2 0 0,20 0 0,-20 0 0,2 0 0,0 1 0,-1-2 0,18-20 0,-3 18 0,1 1 0,5-18 0,-16 18 0,1 4 0,-5-2 0,-2 0 0,19 0 0,-9 0 0,4 0 0,0 0 0,0 0 0,-8 0 0,0 0 0,6 0 0,0 0 0,-10 0 0,-2 0 0,30 0 0,-18 0 0,1 0 0,17 0 0,-19 0 0,1 0 0,-9 0 0,1 0 0,10 0 0,0 0 0,1 0 0,-1 0 0,-10 0 0,-1 0 0,1 0 0,-5 0 0,-6 0 0,16 0 0,-15 0 0,30 0 0,-7 0 0,-11 0 0,1 0 0,12 0 0,-17-2 0,-2 4 0,15 18 0,-22-15 0,-4 16 0,-1-21 0,6 0 0,6 0 0,2 0 0,17 0 0,-8 9 0,1 2 0,-3-8 0,0-1 0,7 9 0,-1-1 0,-4-9 0,-4-2 0,7 1 0,-5 0 0,-15 0 0,-1 0 0,-4 0 0,-21 0 0,0 0 0,20 0 0,-15 0 0,36 0 0,-15 0 0,-1 0 0,-4 0 0,-1-21 0,-14-25 0,14-5 0,-19 18 0,-2-1 0,1-12 0,0 0 0,0 0 0,0 13 0,0 0 0,0-19 0,0 18 0,0 2 0,0 6 0,0-15 0,0 6 0,0-14 0,0-7 0,0 9 0,0 1 0,-20 0 0,14 0 0,-4 13 0,0 0 0,10-18 0,-10 16 0,-1 3 0,6 6 0,-15-15 0,20 36 0,0-15 0,0-1 0,0 16 0,0-36 0,0 36 0,0-36 0,0 5 0,0-12 0,-21-9 0,16 32 0,-15-16 0,20 36 0,0-36 0,0 36 0,0-16 0,0 1 0,0 15 0,-21-16 0,16 21 0,-36 0 0,-5 0 0,12-10 0,-4 0 0,-2 7 0,-1 1 0,-5-9 0,2 1 0,-17 10 0,17 0 0,1 0 0,6 0 0,2 0 0,-1 0 0,0 0 0,-8 0 0,1 0 0,-8 0 0,18 0 0,-1 0 0,1 0 0,0 0 0,-29 0 0,28 0 0,-1 0 0,-21 0 0,10-20 0,0 15 0,0-16 0,0 21 0,0 0 0,12 0 0,1 0 0,-18 0 0,7 0 0,1 0 0,-8 0 0,8 0 0,-1 0 0,-18 0 0,17 0 0,1 0 0,-18 0 0,29 0 0,0 0 0,-1 0 0,1 0 0,-18 0 0,8 0 0,-1 0 0,7 0 0,2 0 0,-1 0 0,0 0 0,3 0 0,0 0 0,-6 0 0,1 0 0,-16 0 0,6 0 0,-1 0 0,12 0 0,2 0 0,-1 0 0,1 0 0,1 0 0,1 0 0,0 0 0,0 0 0,-3 0 0,0 0 0,0 0 0,0 0 0,3 0 0,0 0 0,-1-1 0,1 2 0,-28 20 0,26-19 0,1 1 0,-23 17 0,11-20 0,13-1 0,0 2 0,-19 20 0,0-18 0,-3-1 0,17 7 0,-1 2 0,-16 1 0,-3-3 0,6-7 0,2 1 0,12 7 0,2 0 0,-21-10 0,17 0 0,14 0 0,-20 21 0,13-19 0,-1 1 0,-17 17 0,18-8 0,0-3 0,-14-4 0,22 15 0,-16-20 0,-5 0 0,-5 21 0,8-18 0,-1-1 0,-18 18 0,28-18 0,-1-4 0,-21 2 0,30 21 0,-15-16 0,16 16 0,-21-21 0,-1 0 0,14-3 0,0 6 0,-18 27 0,16-27 0,3 2 0,7 26 0,-16-31 0,35 0 0,-35 0 0,36 0 0,-36 0 0,16 0 0,-32 0 0,23 0 0,-1 0 0,-26 0 0,15 0 0,5 0 0,36 0 0,-16 0 0,1 0 0,15 0 0,-36 0 0,36 20 0,-36-15 0,36 16 0,-36-21 0,35 0 0,-34 0 0,34 0 0,-35 0 0,36 0 0,-15 0 0,20 0 0,0 0 0,-21 0 0,16 0 0,-15 0 0,-1 0 0,16 0 0,-15 0 0,20 0 0,0 0 0,0 0 0</inkml:trace>
  <inkml:trace contextRef="#ctx1" brushRef="#br0">18799 13959 24575 0,'0'46'0'17,"0"0"0"0,0-14 0 0,0 3 0 0,0-1 0 0,0 3 0 1,0 18 0-1,0 3 0 0,0-3 0 0,0-3 0 0,0-14 0 1,0-1 0-1,0 4 0 0,0-11 0 0,0-25 0 0,0 57 0 1,0-18 0-1,0 4 0 0,0 3 0 0,0 0 0 0,0 8 0 0,0-5 0 1,0-8 0-1,0-25 0 0,0-1 0 0,0 6 0 0,0 11 0 1,0 2 0-1,0-5 0 0,-4 4 0 0,8-5 0 0,58-28 0 1,-16-4 0-1,9-1 0 0,3-1 0 0,-4 1 0 0,5-1 0 0,0 0 0 1,-1-2 0-1,-2-1 0 0,-1-2 0 0,-1 0 0 0,-1 2 0 1,4 3 0-1,-2 1 0 0,-4 1 0 0,5 1 0 0,-4-4 0 1,-4-13 0-1,1-1 0 0,-5 12 0 0,3 3 0 0,0-2 0 0,3-6 0 1,-1-3 0-1,1 3 0 0,-3 7 0 0,0 3 0 0,0 0 0 1,3-1 0-1,0 0 0 0,-2 0 0 0,12 0 0 0,-2 0 0 1,-1 0 0-1,-1 0 0 0,-9 0 0 0,-2 0 0 0,-9 0 0 0,-1 0 0 1,8 1 0-1,1-2 0 0,7-9 0 0,1-1 0 0,-2 9 0 1,0-1 0-1,1-7 0 0,0 0 0 0,5 8 0 0,-4 4 0 1,4-2 0-1,-14 1 0 0,3-2 0 0,-2-9 0 0,1-1 0 0,9 8 0 1,1 1 0-1,6-8 0 0,1 0 0 0,2 8 0 0,-3 4 0 1,-23-2 0-1,-3 0 0 0,0 0 0 0,-1 0 0 0,1 0 0 1,-2 0 0-1,20 0 0 0,-20 0 0 0,2 0 0 0,0 1 0 0,-1-2 0 1,18-20 0-1,-3 18 0 0,1 1 0 0,5-18 0 0,-16 18 0 1,1 4 0-1,-5-2 0 0,-2 0 0 0,19 0 0 0,-9 0 0 1,4 0 0-1,0 0 0 0,0 0 0 0,-8 0 0 0,0 0 0 0,6 0 0 1,0 0 0-1,-10 0 0 0,-2 0 0 0,30 0 0 0,-18 0 0 1,1 0 0-1,17 0 0 0,-19 0 0 0,1 0 0 0,-9 0 0 1,1 0 0-1,10 0 0 0,0 0 0 0,1 0 0 0,-1 0 0 0,-10 0 0 1,-1 0 0-1,1 0 0 0,-5 0 0 0,-6 0 0 0,16 0 0 1,-15 0 0-1,30 0 0 0,-7 0 0 0,-11 0 0 0,1 0 0 1,12 0 0-1,-17-2 0 0,-2 4 0 0,15 18 0 0,-22-15 0 0,-4 16 0 1,-1-21 0-1,6 0 0 0,6 0 0 0,2 0 0 0,17 0 0 1,-8 9 0-1,1 2 0 0,-3-8 0 0,0-1 0 0,7 9 0 1,-1-1 0-1,-4-9 0 0,-4-2 0 0,7 1 0 0,-5 0 0 0,-15 0 0 1,-1 0 0-1,-4 0 0 0,-21 0 0 0,0 0 0 0,20 0 0 1,-15 0 0-1,36 0 0 0,-15 0 0 0,-1 0 0 0,-4 0 0 1,-1-21 0-1,-14-25 0 0,14-5 0 0,-19 18 0 0,-2-1 0 0,1-12 0 1,0 0 0-1,0 0 0 0,0 13 0 0,0 0 0 0,0-19 0 1,0 18 0-1,0 2 0 0,0 6 0 0,0-15 0 0,0 6 0 1,0-14 0-1,0-7 0 0,0 9 0 0,0 1 0 0,-20 0 0 0,14 0 0 1,-4 13 0-1,0 0 0 0,10-18 0 0,-10 16 0 0,-1 3 0 1,6 6 0-1,-15-15 0 0,20 36 0 0,0-15 0 0,0-1 0 1,0 16 0-1,0-36 0 0,0 36 0 0,0-36 0 0,0 5 0 0,0-12 0 1,-21-9 0-1,16 32 0 0,-15-16 0 0,20 36 0 0,0-36 0 1,0 36 0-1,0-16 0 0,0 1 0 0,0 15 0 0,-21-16 0 1,16 21 0-1,-36 0 0 0,-5 0 0 0,12-10 0 0,-4 0 0 0,-2 7 0 1,-1 1 0-1,-5-9 0 0,2 1 0 0,-17 10 0 0,17 0 0 1,1 0 0-1,6 0 0 0,2 0 0 0,-1 0 0 0,0 0 0 1,-8 0 0-1,1 0 0 0,-8 0 0 0,18 0 0 0,-1 0 0 0,1 0 0 1,0 0 0-1,-29 0 0 0,28 0 0 0,-1 0 0 0,-21 0 0 1,10-20 0-1,0 15 0 0,0-16 0 0,0 21 0 0,0 0 0 1,12 0 0-1,1 0 0 0,-18 0 0 0,7 0 0 0,1 0 0 0,-8 0 0 1,8 0 0-1,-1 0 0 0,-18 0 0 0,17 0 0 0,1 0 0 1,-18 0 0-1,29 0 0 0,0 0 0 0,-1 0 0 0,1 0 0 1,-18 0 0-1,8 0 0 0,-1 0 0 0,7 0 0 0,2 0 0 0,-1 0 0 1,0 0 0-1,3 0 0 0,0 0 0 0,-6 0 0 0,1 0 0 1,-16 0 0-1,6 0 0 0,-1 0 0 0,12 0 0 0,2 0 0 1,-1 0 0-1,1 0 0 0,1 0 0 0,1 0 0 0,0 0 0 0,0 0 0 1,-3 0 0-1,0 0 0 0,0 0 0 0,0 0 0 0,3 0 0 1,0 0 0-1,-1-1 0 0,1 2 0 0,-28 20 0 0,26-19 0 1,1 1 0-1,-23 17 0 0,11-20 0 0,13-1 0 0,0 2 0 0,-19 20 0 1,0-18 0-1,-3-1 0 0,17 7 0 0,-1 2 0 0,-16 1 0 1,-3-3 0-1,6-7 0 0,2 1 0 0,12 7 0 0,2 0 0 1,-21-10 0-1,17 0 0 0,14 0 0 0,-20 21 0 0,13-19 0 0,-1 1 0 1,-17 17 0-1,18-8 0 0,0-3 0 0,-14-4 0 0,22 15 0 1,-16-20 0-1,-5 0 0 0,-5 21 0 0,8-18 0 0,-1-1 0 1,-18 18 0-1,28-18 0 0,-1-4 0 0,-21 2 0 0,30 21 0 0,-15-16 0 1,16 16 0-1,-21-21 0 0,-1 0 0 0,14-3 0 0,0 6 0 1,-18 27 0-1,16-27 0 0,3 2 0 0,7 26 0 0,-16-31 0 1,35 0 0-1,-35 0 0 0,36 0 0 0,-36 0 0 0,16 0 0 0,-32 0 0 1,23 0 0-1,-1 0 0 0,-26 0 0 0,15 0 0 0,5 0 0 1,36 0 0-1,-16 0 0 0,1 0 0 0,15 0 0 0,-36 0 0 1,36 20 0-1,-36-15 0 0,36 16 0 0,-36-21 0 0,35 0 0 0,-34 0 0 1,34 0 0-1,-35 0 0 0,36 0 0 0,-15 0 0 0,20 0 0 1,0 0 0-1,-21 0 0 0,16 0 0 0,-15 0 0 0,-1 0 0 1,16 0 0-1,-15 0 0 0,20 0 0 0,0 0 0 0,0 0 0 1</inkml:trace>
  <inkml:trace contextRef="#ctx0" brushRef="#br0" timeOffset="2688">18684 12945 24575,'0'26'0,"0"15"0,0-36 0,0 46 0,0-23 0,0 8 0,0 5 0,0-15 0,0 20 0,0-21 0,0-4 0,21-21 0,-16 0 0,46 0 0,-2 0 0,12 0 0,-26 0 0,-3 0 0,-7 0 0,-4 0 0,-21 0 0,0 20 0,0 6 0,0 20 0,0 0 0,-21-20 0,16-6 0,-36 1 0,36-16 0,-36 15 0,36 1 0,-36-16 0,36 15 0,-46-20 0,43 21 0,-23-16 0,31 15 0</inkml:trace>
  <inkml:trace contextRef="#ctx1" brushRef="#br0" timeOffset="7598">18684 12945 24575 0,'0'26'0'48,"0"15"0"0,0-36 0 0,0 46 0 0,0-23 0 0,0 8 0 0,0 5 0 0,0-15 0 0,0 20 0 0,0-21 0 0,0-4 0 0,21-21 0 0,-16 0 0 0,46 0 0 0,-2 0 0 0,12 0 0 0,-26 0 0 0,-3 0 0 0,-7 0 0 0,-4 0 0 0,-21 0 0 0,0 20 0 0,0 6 0 0,0 20 0 0,0 0 0 0,-21-20 0 0,16-6 0 0,-36 1 0 0,36-16 0 0,-36 15 0 0,36 1 0 0,-36-16 0 0,36 15 0 0,-46-20 0 0,43 21 0 0,-23-16 0 0,31 15 0 1</inkml:trace>
  <inkml:trace contextRef="#ctx0" brushRef="#br0" timeOffset="3947">18730 13153 24575,'59'0'0,"-20"0"0,-1 0 0,13 0 0,-5 0 0,-25 0 0</inkml:trace>
  <inkml:trace contextRef="#ctx1" brushRef="#br0" timeOffset="10082">18730 13153 24575 0,'59'0'0'92,"-20"0"0"0,-1 0 0 0,13 0 0 0,-5 0 0 0,-25 0 0 1</inkml:trace>
  <inkml:trace contextRef="#ctx0" brushRef="#br0" timeOffset="5465">19122 13107 24575,'0'25'0,"0"16"0,0-15 0,0-1 0,0-4 0,0-1 0,0-15 0,0 36 0,0-35 0,0 14 0,0-20 0,0 20 0,0-14 0,0 35 0,0-36 0,0 36 0,0-16 0,20 21 0,-14 0 0,14 0 0,-20-20 0,0-6 0</inkml:trace>
  <inkml:trace contextRef="#ctx1" brushRef="#br0" timeOffset="11265">19122 13107 24575 0,'0'25'0'40,"0"16"0"0,0-15 0 0,0-1 0 1,0-4 0-1,0-1 0 0,0-15 0 1,0 36 0-1,0-35 0 0,0 14 0 1,0-20 0-1,0 20 0 0,0-14 0 1,0 35 0-1,0-36 0 0,0 36 0 1,0-16 0-1,20 21 0 0,-14 0 0 1,14 0 0-1,-20-20 0 0,0-6 0 1</inkml:trace>
  <inkml:trace contextRef="#ctx0" brushRef="#br0" timeOffset="8165">19260 13291 24575,'26'0'0,"15"0"0,-36 0 0,36 0 0,-36 0 0,15 0 0,1 0 0,-16 0 0,16 0 0,-21 0 0,20 20 0,-15-14 0,16 14 0,-21 0 0,0-14 0,0 35 0,0-16 0,0 21 0,-21-20 0,16 15 0,-36-36 0,15 15 0,1-20 0,-16 0 0,36 0 0,-16 0 0,42 0 0,4 0 0,21-20 0,2 18 0,2-1 0,-12-17 0,3-1 0,5 10 0,5 4 0,-5-1 0,-5-4 0,-5-1 0,0 1 0,-5 3 0,-11 9 0</inkml:trace>
  <inkml:trace contextRef="#ctx1" brushRef="#br0" timeOffset="13382">19260 13291 24575 0,'26'0'0'35,"15"0"0"1,-36 0 0 0,36 0 0 0,-36 0 0 0,15 0 0 0,1 0 0-1,-16 0 0 1,16 0 0 0,-21 0 0 0,20 20 0 0,-15-14 0 0,16 14 0 0,-21 0 0-1,0-14 0 1,0 35 0 0,0-16 0 0,0 21 0 0,-21-20 0 0,16 15 0 0,-36-36 0-1,15 15 0 1,1-20 0 0,-16 0 0 0,36 0 0 0,-16 0 0 0,42 0 0 0,4 0 0-1,21-20 0 1,2 18 0 0,2-1 0 0,-12-17 0 0,3-1 0 0,5 10 0 0,5 4 0-1,-5-1 0 1,-5-4 0 0,-5-1 0 0,0 1 0 0,-5 3 0 0,-11 9 0 0</inkml:trace>
  <inkml:trace contextRef="#ctx0" brushRef="#br0" timeOffset="17514">20458 13706 24575,'0'58'0,"0"-1"0,0-23 0,0-2 0,0-1 0,0 30 0,0-55 0,0 14 0,0 0 0,0-14 0,0 14 0,0 1 0,0-16 0,0 36 0,0 5 0,0-11 0,0 1 0,0 0 0,0 0 0,0-3 0,0 1 0,0 4 0,0 0 0,0 16 0,0 2 0,0-15 0,0-15 0,0 20 0,0-20 0,0-6 0,0 1 0,0 4 0,0 1 0,0 15 0,0-36 0,0 15 0,0 1 0,0-16 0,0 36 0,0-36 0,0 15 0,0 1 0,0-16 0,0 36 0,0-36 0,0 36 0,0-36 0,0 16 0,0-21 0,0 20 0,0-15 0,0 16 0,0-21 0,0 0 0</inkml:trace>
  <inkml:trace contextRef="#ctx1" brushRef="#br0" timeOffset="22149">20458 13706 24575 0,'0'58'0'38,"0"-1"0"0,0-23 0 0,0-2 0 0,0-1 0 0,0 30 0 0,0-55 0 0,0 14 0 0,0 0 0 0,0-14 0 0,0 14 0 0,0 1 0 0,0-16 0 0,0 36 0 0,0 5 0 0,0-11 0 0,0 1 0 0,0 0 0 0,0 0 0 0,0-3 0 0,0 1 0 0,0 4 0 0,0 0 0 0,0 16 0 0,0 2 0 0,0-15 0 0,0-15 0 0,0 20 0 0,0-20 0 0,0-6 0 0,0 1 0 0,0 4 0 0,0 1 0 0,0 15 0 0,0-36 0 0,0 15 0 0,0 1 0 0,0-16 0 0,0 36 0 0,0-36 0 0,0 15 0 0,0 1 0 0,0-16 0 0,0 36 0 0,0-36 0 0,0 36 0 0,0-36 0 0,0 16 0 0,0-21 0 0,0 20 0 0,0-15 0 0,0 16 0 0,0-21 0 0,0 0 0 1</inkml:trace>
  <inkml:trace contextRef="#ctx0" brushRef="#br0" timeOffset="20687">22163 13429 24575,'0'26'0,"0"15"0,0 5 0,0 2 0,0 6 0,0-5 0,0 2 0,0 12 0,0-3 0,0-23 0,0-3 0,1 0 0,-2-1 0,-9 0 0,0 1 0,7 1 0,0 1 0,-7 10 0,0 0 0,9-8 0,2-4 0,-1 12 0,0-5 0,0-36 0,0 46 0,0-43 0,0 43 0,0-46 0,0 36 0,0-36 0,0 16 0,0-1 0,0-15 0,0 16 0,0-1 0,0-14 0,0 34 0,0-34 0,0 35 0,0-16 0,0 1 0,0-6 0,0 1 0,0-16 0,0 15 0,0 1 0,0-16 0,0 15 0,0 1 0,0-16 0,0 15 0,0 1 0,0-16 0,0 16 0,0-21 0</inkml:trace>
  <inkml:trace contextRef="#ctx1" brushRef="#br0" timeOffset="25332">22163 13429 24575 0,'0'26'0'37,"0"15"0"0,0 5 0 0,0 2 0 0,0 6 0 0,0-5 0 0,0 2 0 0,0 12 0 1,0-3 0-1,0-23 0 0,0-3 0 0,1 0 0 0,-2-1 0 0,-9 0 0 0,0 1 0 0,7 1 0 1,0 1 0-1,-7 10 0 0,0 0 0 0,9-8 0 0,2-4 0 0,-1 12 0 0,0-5 0 0,0-36 0 1,0 46 0-1,0-43 0 0,0 43 0 0,0-46 0 0,0 36 0 0,0-36 0 0,0 16 0 0,0-1 0 1,0-15 0-1,0 16 0 0,0-1 0 0,0-14 0 0,0 34 0 0,0-34 0 0,0 35 0 0,0-16 0 1,0 1 0-1,0-6 0 0,0 1 0 0,0-16 0 0,0 15 0 0,0 1 0 0,0-16 0 0,0 15 0 1,0 1 0-1,0-16 0 0,0 15 0 0,0 1 0 0,0-16 0 0,0 16 0 0,0-21 0 1</inkml:trace>
  <inkml:trace contextRef="#ctx0" brushRef="#br0" timeOffset="23871">23684 13567 24575,'0'34'0,"0"-1"0,0 8 0,0 0 0,0-5 0,0 2 0,0 22 0,0-2 0,0-2 0,0-22 0,0-1 0,0 8 0,0-16 0,0 1 0,0-6 0,0 1 0,0 4 0,0 1 0,0 15 0,0-16 0,0 8 0,0 1 0,0-3 0,0 4 0,0 1 0,0 13 0,0 12 0,0-27 0,0-1 0,0 13 0,0-20 0,0 15 0,0-36 0,0 36 0,0-16 0,0 1 0,0 15 0,0-36 0,0 36 0,0-36 0,0 15 0,0-20 0,0 0 0</inkml:trace>
  <inkml:trace contextRef="#ctx1" brushRef="#br0" timeOffset="28765">23684 13567 24575 0,'0'34'0'41,"0"-1"0"1,0 8 0 0,0 0 0-1,0-5 0 1,0 2 0 0,0 22 0 0,0-2 0-1,0-2 0 1,0-22 0 0,0-1 0-1,0 8 0 1,0-16 0 0,0 1 0 0,0-6 0-1,0 1 0 1,0 4 0 0,0 1 0-1,0 15 0 1,0-16 0 0,0 8 0 0,0 1 0-1,0-3 0 1,0 4 0 0,0 1 0 0,0 13 0-1,0 12 0 1,0-27 0 0,0-1 0-1,0 13 0 1,0-20 0 0,0 15 0 0,0-36 0-1,0 36 0 1,0-16 0 0,0 1 0-1,0 15 0 1,0-36 0 0,0 36 0 0,0-36 0-1,0 15 0 1,0-20 0 0,0 0 0 0</inkml:trace>
</inkml:ink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6-21T17:24:58.630"/>
    </inkml:context>
    <inkml:brush xml:id="br0">
      <inkml:brushProperty name="width" value="0.05292" units="cm"/>
      <inkml:brushProperty name="height" value="0.05292" units="cm"/>
      <inkml:brushProperty name="color" value="#FFFF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  <inkml:brushProperty name="color" value="#A020F0"/>
    </inkml:brush>
  </inkml:definitions>
  <iact:action type="add" startTime="41361">
    <iact:property name="dataType"/>
    <iact:actionData xml:id="d0">
      <inkml:trace xmlns:inkml="http://www.w3.org/2003/InkML" xml:id="stk0" contextRef="#ctx0" brushRef="#br0">19445 13959 24575 0,'0'26'0'142,"0"-6"0"0</inkml:trace>
    </iact:actionData>
  </iact:action>
  <iact:action type="add" startTime="42116">
    <iact:property name="dataType"/>
    <iact:actionData xml:id="d1">
      <inkml:trace xmlns:inkml="http://www.w3.org/2003/InkML" xml:id="stk1" contextRef="#ctx0" brushRef="#br0">18892 14420 8191 0,'-26'38'0'17,"67"-58"1611"1,3-1 0 0,11-5 0 0,5-2-1611 0,-14 5 0 0,4-2 0 0,2-1 0 0,0-1 0 0,-1 0 0 0,-2 0 0 0,0-2 0 0,0 1 0 0,-1 0 0 0,0 2 711 0,8-1 1 0,0 2 0 0,-3 2-1-1,-8 1-711 1,0-9 0 0,-19 16 0 0,-40 44 0 0,-28 29 0 0,-4 3 0 0,12-14 0 0,-2 2 0 0,-2 3 0 0,-2 2 0 0,-2 0-37 0,7-8 1 0,-3 2 0 0,0 2 0 0,-1-1 0 0,0 0 0 0,1-1 0-1,2-3 36 1,-7 8 0 0,0-1 0 0,2-2 0 0,4-3 0 0,6-3 1902 0,-1 9 1 0,6-3-1 0,18-25-1902 0,13-25 110 0,23-9 1 0,10-7-111 0,9-17 0 0,-1-1 0 0,10 3 0 0,-25 11 0 0,-1-1 0 0</inkml:trace>
    </iact:actionData>
  </iact:action>
  <iact:action type="add" startTime="43501">
    <iact:property name="dataType"/>
    <iact:actionData xml:id="d2">
      <inkml:trace xmlns:inkml="http://www.w3.org/2003/InkML" xml:id="stk2" contextRef="#ctx0" brushRef="#br0">20067 14327 24575 0,'0'0'0'120</inkml:trace>
    </iact:actionData>
  </iact:action>
  <iact:action type="add" startTime="44378">
    <iact:property name="dataType"/>
    <iact:actionData xml:id="d3">
      <inkml:trace xmlns:inkml="http://www.w3.org/2003/InkML" xml:id="stk3" contextRef="#ctx0" brushRef="#br0">21172 13821 24575 0,'44'-47'0'15,"-1"0"0"1,1 1 0 0,-1-1 0-1,-3 13 0 1,1 1 0 0,2 1 0 0,-2 0 0-1,-1-1 0 1,6-10 0 0,-2-1 0-1,-1 2 0 1,1 7 0 0,10 1 0 0,-1 6 0-1,-22 24 0 1,-34 29 0 0,-21 23 0-1,-10 10 0 1,3 0 0 0,6-6 0 0,-2 3 0-1,-1 3 0 1,-1 2 0 0,-2 2 0-1,-1-1-206 1,4-7 0 0,-3 2 0 0,-1 0 0-1,-1 2 0 1,0-1 0 0,1 0 0-1,0-1 0 1,3-2 206 0,-1 1 0 0,2-1 0-1,0 1 0 1,0-2 0 0,2-2 0-1,0-3 0 1,2-3 99 0,-6 9 1 0,-1-4 0-1,5-5 0 1,6-10-100 0,-1 6 0-1,21-61 0 1,0 15 0 0,0-16 0 0</inkml:trace>
    </iact:actionData>
  </iact:action>
  <iact:action type="add" startTime="46178">
    <iact:property name="dataType"/>
    <iact:actionData xml:id="d4">
      <inkml:trace xmlns:inkml="http://www.w3.org/2003/InkML" xml:id="stk4" contextRef="#ctx0" brushRef="#br0">22739 13706 24575 0,'0'39'0'31,"0"1"0"1,0 21 0 0,0-15 0-1,0-5 0 1,0-15 0 0,0 0 0 0,0 14 0-1,0-34 0 1,0 35 0 0,-20 5 0-1,18 8 0 1,-2 4 0 0,-16-16 0 0,-1-2 0-1,19 7 0 1,-1-7 0 0,-17-19 0 0</inkml:trace>
    </iact:actionData>
  </iact:action>
  <iact:action type="add" startTime="48578">
    <iact:property name="dataType"/>
    <iact:actionData xml:id="d5">
      <inkml:trace xmlns:inkml="http://www.w3.org/2003/InkML" xml:id="stk5" contextRef="#ctx0" brushRef="#br0">22923 13706 24575 0,'31'-54'0'18,"0"0"0"1,-14 12 0-1,2 2 0 1,25-8 0-1,-1 4 0 1,-18 3 0-1,-4 82 0 1,-36-9 0 0,-11 8 0-1,6 3 0 1,-1 12 0-1,-3 4 0 1,0 1 0-1,0-6-137 1,-2-3 0 0,0-5 0-1,-1 2 0 1,-1 4 137-1,0 2 0 1,-3 7 0-1,-1 2 0 1,0 0 0 0,4-6 0-1,5-7 45 1,1-2 0-1,5-6 1 1,-1-1-46-1,-43 76 0 1,61-117 0 0,0-25 0-1,16-20 0 1,9-7 0-1,-4 12 0 1,2 0 0-1,4-1 137 1,10-4 0-1,4 1 1 1,-1 0-138 0,-6 4 0-1,-2 0 0 1,-1 8 0-1,6-1 0 1,-7 19 0-1,-9 55 0 1,-21 10 0 0,-9 16 0-1,-3 5 0 1,2-15 0-1,-3 4 0 1,-1 2 0-1,-1 2 0 1,0-1-369 0,3-8 0-1,0 1 0 1,-1 1 0-1,0-1 0 1,0-1 0-1,0-3 369 1,-2 2 0 0,1-1 0-1,-1-2 0 1,0-3 0-1,2-5 0 1,-13 32 0-1,11-35 0 1,36-92 0-1,2 16 0 1,9-5 0 0,0-5 0-1,-3-6 0 1,0-6 0-1,2-1 0 1,2 4 0-1,4 8 0 1,3 2 0 0,0 2 0-1,-3 0 0 1,4-15 0-1,-3 1 0 1,-2 15 0-1,21 16 0 1,-37 30 0 0,-20 41 0-1,0-21 2214 1,0-4-2214-1,20-21 0 1,-14 0 0-1,14 0 0 1,-20 0 0 0</inkml:trace>
    </iact:actionData>
  </iact:action>
  <iact:action type="add" startTime="51178">
    <iact:property name="dataType"/>
    <iact:actionData xml:id="d6">
      <inkml:trace xmlns:inkml="http://www.w3.org/2003/InkML" xml:id="stk6" contextRef="#ctx0" brushRef="#br0">24260 13521 24575 0,'0'64'0'21,"0"0"0"0,0-5 0 1,0-3 0-1,0-4 0 1,0-1 0-1,1-5 0 1,-2 0 0-1,-9 1 0 1,-1-2 0-1,10-8 0 1,-3-2 0-1,-17 0 0 1,1-4 0-1,15-5 0 1,5-26 0-1,46-87 0 1,-2 47 0-1,4-2 0 1,-14-3 0-1,-2-5 0 1,-1 12 0-1,21 7 0 1,-74 71 0-1,-23 28 0 1,16-22 0-1,-3 6 0 1,-1 3 0-1,-1 2 0 1,7-12 0-1,-1 3 0 1,-1 2 0-1,1-1 0 1,1-2 0-1,2-2 0 1,-1 3 0-1,1-3 0 0,3-1 0 1,3-2 0-1,-11 34 0 1,19-29 0-1,35-67 0 1,14-17 0-1,3 13 0 1,7-1 0-1,1-2 0 1,2-9 0-1,0-3 0 1,0 1 0-1,2-2 0 1,1 1 0-1,-2 8 0 1,12 10 0-1,-10 6 0 1,-21-5 0-1,-3 38 0 1,-9 15 0-1,-40 21 0 1,-13 7 0-1,26-2 0 1,-1 0 0-1,-24 3 0 1,11-12 0-1,41-29 0 1,16-37 0-1,2-14 0 1,0-22 0-1,1 28 0 1,-9 2 0-1,-31 2 0 1</inkml:trace>
    </iact:actionData>
  </iact:action>
  <iact:action type="add" startTime="62311">
    <iact:property name="dataType"/>
    <iact:actionData xml:id="d7">
      <inkml:trace xmlns:inkml="http://www.w3.org/2003/InkML" xml:id="stk7" contextRef="#ctx0" brushRef="#br1">19652 14097 24575 0,'-26'21'0'13,"6"-16"0"0,20 56 0 0,0-30 0 1,0 3 0-1,0-2 0 0,0-6 0 0,0 15 0 1,-21-15 0-1,16-1 0 0,-25 19 0 0,-11 4 0 1,4-8 0-1,-1 0 0 0,9-6 0 0,-1 3 0 1,2-1 0-1,-8 11 0 0,6-7 0 1,9-14 0-1,42-26 0 0,31-18 0 0,13-10 0 1,-17 6 0-1,1-1 0 0,5-4 0 0,-3 2 0 1,5-3 0-1,2-1 0 0,1-2 0 0,-1 1-187 1,-9 3 0-1,-1 1 0 0,0-1 0 1,1-1 0-1,0-1 0 0,0-1 187 0,-3 1 0 1,0-2 0-1,1-1 0 0,0-1 0 0,-1 1 0 1,1 0 0-1,-1 1 0 0,5-2 0 0,1 1 0 1,-1 0 0-1,0 1 0 0,-2 0 0 0,-1 1 0 1,1-2 0-1,-2 1 0 0,-1 0 0 1,0 3 0-1,-1 1 0 0,5 2 0 0,0 2 0 1,-3 2 0-1,-5 1 0 0,10-12 0 0,-6 7 0 1,-6 17 0-1,-14 11 0 0,-39 23 0 0,-29 17 0 1,-5 6 0-1,12-11 0 0,-5 5 0 1,-4 4 0-1,-2 3 0 0,-2 0 0 0,0 2 0 1,2-2-228-1,6-7 1 0,1 2 0 0,-1 0 0 1,-1 0 0-1,1 1 0 0,-2 0 0 0,1 0 0 1,-1 0-1-1,1-1 228 0,-4 2 0 0,-1 1 0 1,0 1 0-1,-2-1 0 0,2 0 0 1,0 0 0-1,2-2 0 0,2-2 0 0,3-2 167 1,-3 4 0-1,2 0 0 0,2-1 1 0,3-4-1 1,3-3 0-1,4-6-167 0,-18 17 0 0,25-21 0 1,53-37 0-1,23-18 0 0,-11 3 0 1,5-5 0-1,3-3 0 0,3 2 0 0,-2 3 0 1,4 1 0-1,1 0 0 0,1-1 0 0,-2 0 0 1,-2-1 0-1,0-1 0 0,0 1 0 0,-1 0 0 1,-2 3 0-1,5 0 0 0,0 2 0 0,-4 1 0 1,-5 0 721-1,-6-1 0 0,-5 0 1 1,0 2-722-1,14-2 0 0,-5 0 0 0,-20-1 0 1,-1 2 0-1,8 8 0 0,1 2 0 0,12-8 0 1,0-1 0-1,-21-14 0 0,16 6 0 0,-15-22 0 1,20 46 0-1,-20-15 0 0,-6 20 0 1</inkml:trace>
    </iact:actionData>
  </iact:action>
  <iact:action type="add" startTime="65195">
    <iact:property name="dataType"/>
    <iact:actionData xml:id="d8">
      <inkml:trace xmlns:inkml="http://www.w3.org/2003/InkML" xml:id="stk8" contextRef="#ctx0" brushRef="#br1">23062 13613 24575 0,'0'46'0'16,"0"-20"0"0,0 25 0 0,-21-43 0 0,16 43 0 0,-15-25 0 0,0 13 0 1,-1 9 0-1,-5 10 0 0,0 1 0 0,1-7 0 0,-1-1 0 0,-6 5 0 0,3-5 0 1,3-5 0-1,5 0 0 0,-4 6 0 0,-3-7 0 0,-3 2 0 0,3 1 0 1,9-1 0-1,2-1 0 0,-3 0 0 0,-12 1 0 0,-4 0 0 0,6-8 0 0,2 7 0 1,28-26 0-1,28-40 0 0,24 1 0 0,14-8 0 0,-25 1 0 0,2-7 0 1,2-3 0-1,2 0 0 0,2 3-185 0,-2 6 0 0,3 2 1 0,0 1-1 0,2-1 1 1,0-1-1-1,0-3 185 0,-3-2 0 0,2-3 0 0,-1-1 0 0,1-1 0 1,0 0 0-1,-1 3 0 0,-2 2 0 0,10 0 0 0,-2 2 0 0,0 2 0 0,-2 0 0 1,-1-2 0-1,-6-1 0 0,0-1 0 0,-2-1 0 0,-2 1 0 0,-3 1 0 1,9-7 0-1,-6 1 0 0,-2 2 0 0,8-5 0 0,-5 4 0 0,-9 3 0 0,-9 13 0 1,-21 19 0-1,16 30 0 0,-42 19 0 0,-20 12 0 0,13-15 0 0,-3 3 0 1,-3 3 0-1,-1 1 0 0,3-1 0 0,-2 3 0 0,0 2 0 0,-2-2 0 0,1-3 0 1,0-5 0-1,-2-2 0 0,0-2 0 0,3-1 0 0,3-1 1108 0,-61 102-1108 1,92-143 0-1,122-72 0 0,-77 40 0 0,3-6 0 0,1-2 0 0,1 2 0 0,-6 8 0 1,2 0 0-1,1 0 0 0,-1 2 0 0,-3 0 0 0,1 0 0 0,-2 0 0 1,-1 1 0-1,-5 3 0 0,14-16 0 0,-12 18 0 0,-18 43 0 0,-24 16 0 0,-12 13 0 1,-4 4 0-1,-4 6 0 0,1 0 0 0,4-8 0 0,1 0 0 0,-1 0 0 1,-6 6 0-1,-1 0 0 0,10-10 0 0,16-2 0 0,28-41 0 0,11-10 0 0,18-15 0 1,3-6 0-1,-2 0 0 0,-3 0 0 0,-6 3 0 0,-8 0 0 0,-11 3 0 1</inkml:trace>
    </iact:actionData>
  </iact:action>
  <iact:action type="add" startTime="71763">
    <iact:property name="dataType"/>
    <iact:actionData xml:id="d9">
      <inkml:trace xmlns:inkml="http://www.w3.org/2003/InkML" xml:id="stk9" contextRef="#ctx0" brushRef="#br2">19030 14051 24575 0,'0'46'0'19,"0"0"0"0,0 0 0 0,-21 0 0 1,16 0 0-1,-15-20 0 0,-1 15 0 1,16-36 0-1,-15 16 0 0,20-21 0 1,-21 20 0-1,16-15 0 0,-15 46 0 1,20-43 0-1,-21 23 0 0,16-11 0 1,-36 6 0-1,36 20 0 0,-16-21 0 1,21-25 0-1,21-46 0 0,-1 7 0 0,6-3 0 1,1 4 0-1,5-1 0 0,1 0 0 1,4-4 0-1,2-1 0 0,3 3 0 1,4 8 0-1,2 2 0 0,-4-2 0 1,-10-3 0-1,-4-3 0 0,3 7 0 1,21 5 0-1,0 2 0 0,-13-8 0 1,0 0 0-1,7 9 0 0,-1 2 0 0,-16-2 0 1,-1 2 0-1,5 9 0 0,-9 0 0 1,-20-7 0-1,35 20 0 0,-57 20 0 1,11 6 0-1,-14 5 0 0,-8 4 0 1,-5 10 0-1,-3 2 0 0,8-9 0 1,0 2 0-1,-1 0 0 0,3-1 0 1,1 1 0-1,-1-1 0 0,-1-1 0 0,-1-1 0 1,3 0 0-1,0 15 0 0,2-1 0 1,-1-4 0-1,0 1 0 0,-1 4 0 1,2-2 0-1,9-14 0 0,1 0 0 1,-9 8 0-1,1-1 0 0,-6 8 0 1,3-6 0-1,0-3 0 0,-3-11 0 1,6 10 0-1,40-62 0 0,6-25 0 1,3 19 0-1,10-3 0 0,1-5 0 0,-8-1 0 1,1-6 0-1,2-3 0 0,1 0 0 1,2 3 0-1,3 1 0 0,2 0 0 1,2 2 0-1,-1-1 0 0,0-1 0 1,1-4 0-1,0-1 0 0,0-1 0 1,-1 4 0-1,-3 4 0 0,9-3 0 1,-3 5 0-1,-5 3 0 0,-7 0 0 0,-4 7 0 1,10 1 0-1,-15-20 0 0,20 20 0 1,-21 6 0-1,-4 20 0 0,-21 20 0 1,-21 26 0-1,1-2 0 0,-6 5 0 1,-2-12 0-1,-5 1 0 0,2 4 0 1,5 13 0-1,3 3 0 0,-5-2 0 1,-13-7 0-1,-5-2 0 0,5 3 0 0,19-4 0 1,4 3 0-1,2 1 0 0,-4-6 0 1,-10 0 0-1,-3-4 0 0,3-1 0 1,5-1 0-1,2 0 0 0,5-1 0 1,3 8 0-1,4-3 0 0,-9 9 0 1,18-11 0-1,4-3 0 0,-2-9 0 1,0 23 0-1,0-46 0 0,0 16 0 1</inkml:trace>
    </iact:actionData>
  </iact:action>
  <iact:action type="add" startTime="76061">
    <iact:property name="dataType"/>
    <iact:actionData xml:id="d10">
      <inkml:trace xmlns:inkml="http://www.w3.org/2003/InkML" xml:id="stk10" contextRef="#ctx0" brushRef="#br2">21126 13706 24575 0,'0'58'0'34,"0"-1"0"1,0-14 0 0,0 1 0-1,0 12 0 1,0-12 0 0,0-1 0 0,0 3 0-1,0 0 0 1,0 0 0 0,0-13 0-1,0 1 0 1,0 2 0 0,0-1 0 0,0 17 0-1,0-13 0 1,0-7 0 0,0-24 0-1,0 43 0 1,21-25 0 0,-16 20 0 0,6-13 0-1,-2 0 0 1,-9 19 0 0,0-19 0-1,0 0 0 1,0 13 0 0,0-20 0 0,0-6 0-1,0 1 0 1,0 4 0 0,0 21 0-1,0 1 0 1,0-1 0 0,0-21 0 0,0-4 0-1,0-1 0 1,0-15 0 0,0 16 0 0</inkml:trace>
    </iact:actionData>
  </iact:action>
  <iact:action type="add" startTime="77979">
    <iact:property name="dataType"/>
    <iact:actionData xml:id="d11">
      <inkml:trace xmlns:inkml="http://www.w3.org/2003/InkML" xml:id="stk11" contextRef="#ctx0" brushRef="#br2">21080 14535 24575 0,'-25'20'0'16,"-27"6"0"1,29 13 0 0,-2 9 0-1,-12-10 0 1,-7 2 0 0,2 0 0-1,7 0 0 1,2 2 0 0,-1-2 0-1,-5 2 0 1,0-2 0 0,4-9 0-1,-11-5 0 1,25-31 0 0,17-22 0-1,8-13 0 1,6-11 0 0,5-10 0-1,1-1 0 1,-4 11 0 0,1 0 0-1,0-2 0 1,1-2 0 0,-1 4 0-1,1-1 0 1,0-2 0 0,1 2 0 0,0 3 0-1,2-3 0 1,0 1 0 0,0 3 0-1,-1 4 0 1,8-15 0 0,-2 5 0-1,-7 8 0 1,-5 5 0 0,-10 11 0-1,-46 71 0 1,7-12 0 0,-8 5 0-1,0 5 0 1,9 3 0 0,1 6 0-1,0 1 0 1,1-4 0 0,-6 3 0-1,1-4 0 1,1-3 0 0,-3-4 0-1,1-3 0 1,25-15 0 0,32-19 0-1,5-28 0 1,6-13 0 0,9 7 0 0,6-2 0-1,1-2 0 1,0-7 0 0,-1-3 0-1,-1 3 0 1,-7 11 0 0,-1 2 0-1,-5 1 0 1,-2-5 0 0,-9 5 0-1,-16 11 0 1,-21 61 0 0,-17-8 0-1,-11 6 0 1,16-4 0 0,-2 6 0-1,-2 2 0 1,-1-4 0 0,-6-2 0-1,-2-1 0 1,0-3 0 0,3-1 0-1,-6 10 0 1,3-3 0 0,20-25 0-1,29-40 0 1,15-14 0 0,4 5 0 0,8-2 0-1,2-1 0 1,-1 0 0 0,3-1 0-1,-1 0 0 1,-3 6 0 0,14-8 0-1,-21 16 0 1,-44 25 0 0,-11 13 0-1,-12 11 0 1,-3 5 0 0,8-1 0-1,-2 6 0 1,-3 2 0 0,0 1 0-1,0-3 0 1,-2-2 0 0,-1 0 0-1,-1-1 0 1,2 0 0 0,3-1 0-1,-3 7 0 1,1 3 0 0,5-7 0-1,7-15 0 1,-8-23 0 0,66-41 0 0,22-15 0-1,-19 9 0 1,0 4 0 0,7 6 0-1,-9 7 0 1,-26 14 0 0,-33 24 0-1,-16 15 0 1,3 9 0 0,-6 8 0-1,-3 0 0 1,-1-9 0 0,-3-1 0-1,-3 0 0 1,1 4-336 0,7 3 1-1,-1 3-1 1,0 2 1 0,2-2-1-1,3-5 336 1,-10-1 0 0,4-5 0-1,4 0 0 1,-9 15 0 0,14-17 0-1,27-42 0 1,27-11 0 0,6-5 0 0,-8-20 0-1,10 7 0 1,-9 11 0 0,-27 33 1678-1,-4 30-1678 1,-13 17 0 0,-1 8 0-1,10 1 0 1,4-4 0 0,-11 4 0-1,72-45 0 1,25-17 0 0,-14-8 0-1,5-10 0 1,5-6 0 0,2-1 0-1,0 1-162 1,-4 5 0 0,2 0 1-1,1 0-1 1,0-1 0 0,0-1 1-1,-1 1 161 1,0-1 0 0,0 0 0-1,0-1 0 1,-1 1 0 0,-3 0 0 0,-2 1 0-1,7-9 0 1,-1 0 0 0,-6 4 0-1,-8 9 0 1,-5 12 0 0,-9 4 0-1,-9-4 0 1,1 35 0 0,5-20 0-1,5 0 0 1,4 0 970 0,27 0-970-1,-28 0 0 1,1 0 0 0,21 0 0-1,-30 21 0 1,15 4 0 0,-16 1 0-1,21 15 0 1,-20-36 0 0,15 15 0-1,-36-20 0 1,15 0 0 0,-20 0 0 0</inkml:trace>
    </iact:actionData>
  </iact:action>
  <iact:action type="add" startTime="86229">
    <iact:property name="dataType"/>
    <iact:actionData xml:id="d12">
      <inkml:trace xmlns:inkml="http://www.w3.org/2003/InkML" xml:id="stk12" contextRef="#ctx0" brushRef="#br3">21449 13613 24575 0,'0'26'0'23,"0"15"0"1,-21-5 0 0,16 12 0-1,-15-12 0 1,20-15 0 0,0-42 0-1,20-15 0 1,-15-12 0 0,14 18 0-1,3 3 0 1,4 2 0 0,0 4 0-1,35 1 0 1,-30 15 0 0,7-6 0 0,1 1 0-1,-11 10 0 1,2 41 0 0,-49-4 0-1,-13 8 0 1,15 4 0 0,2 6 0-1,-7 2 0 1,-2-14 0 0,-5 2 0-1,-3 0 0 1,1-1 0 0,4 0 0 0,-2 15 0-1,4-1 0 1,-3-1 0 0,1-14 0-1,-3 0 0 1,1-2 0 0,8-5 0-1,6 2 0 1,4-6 0 0,-9 3 0-1,40-65 0 1,1 5 0 0,4-4 0-1,2-3 0 1,4-4 0 0,3 1 0 0,12-3 0-1,5 0 0 1,1 2 0 0,3 3 0-1,1 2 0 1,-1-2 0 0,-2-6 0-1,0-1 0 1,-5 6 0 0,1 5 0-1,-6 7 0 1,-2 1 0 0,-41 67 0 0,-17-3 0-1,-7 7 0 1,3-1 0 0,-2 4 0-1,-5 3 0 1,2-13 0 0,-4 1 0-1,-2 0 0 1,0 1 0 0,4-1 0-1,0 6 0 1,3 1 0 0,0-2 0-1,-2-2 0 1,-4-1 0 0,-2 1 0 0,3-5 0-1,6-8 0 1,-2 12 0 0,26-71 0-1,26-26 0 1,20 5 0 0,0 5 0-1,11 35 0 1,-29 6 0 0,2 26 0-1,-41 15 0 1,-8 5 0 0,11 10 0 0,-16-3 0-1,-3 2 0 1,13-18 0 0,2-2 0-1,-13 16 0 1,4-10 0 0,42-62 0-1,4-4 0 1,-20-1 0 0,11 6 0-1,-57 20 0 1,36 0 0 0,-16 0 0 0</inkml:trace>
    </iact:actionData>
  </iact:action>
  <iact:action type="add" startTime="94045">
    <iact:property name="dataType"/>
    <iact:actionData xml:id="d13">
      <inkml:trace xmlns:inkml="http://www.w3.org/2003/InkML" xml:id="stk13" contextRef="#ctx0" brushRef="#br3">21172 13659 24575 0,'0'26'0'32,"0"25"0"1,0-23 0 0,0 8 0-1,21 26 0 1,-16-52 0 0,16 51 0 0,-21-35 0-1,0 20 0 1,0-20 0 0,20 15 0-1,-15-16 0 1,16 1 0 0,-21 15 0 0,0-36 0-1,0 15 0 1,0 1 0 0,0 4 0-1,0 21 0 1,0 0 0 0,0-20 0 0,0 15 0-1,0-36 0 1,0 46 0 0,0-22 0-1,0 27 0 1,0-10 0 0,0 0 0 0,0 0 0-1,0-20 0 1,0 15 0 0,0-36 0-1,0 36 0 1,0-16 0 0,0 21 0 0,0 0 0-1,0 0 0 1,0 1 0 0,0-1 0-1,0-21 0 1,0 16 0 0,0-36 0 0,0 16 0-1,0-21 0 1,0 30 0 0,0-22 0-1,0 23 0 1,0-31 0 0,0 0 0 0</inkml:trace>
    </iact:actionData>
  </iact:action>
  <iact:action type="add" startTime="97446">
    <iact:property name="dataType"/>
    <iact:actionData xml:id="d14">
      <inkml:trace xmlns:inkml="http://www.w3.org/2003/InkML" xml:id="stk14" contextRef="#ctx0" brushRef="#br3">20965 13659 24575 0,'59'0'0'27,"-21"0"0"0,1 0 0 0,-3 0 0 0,-1 0 0 1,1 0 0-1,0 0 0 0,-2 0 0 0,-1 0 0 0,13 0 0 1,0 0 0-1,0 0 0 0,0-20 0 0,0 15 0 1,0-16 0-1,-20 21 0 0,15 0 0 0,-5 0 0 0,12 0 0 1,-12 0 0-1,5 0 0 0,-36 0 0 0,16 0 0 1,-21 0 0-1,20 0 0 0,6 0 0 0,-1 0 0 0,-4 21 0 1,-21 4 0-1,0 11 0 0,0 5 0 0,0-5 0 1,0 2 0-1,0 22 0 0,0 3 0 0,0-4 0 0,0 0 0 1,0 0 0-1,0 0 0 0,0-2 0 0,0-2 0 0,1-3 0 1,-2-1 0-1,-9-3 0 0,-1-1 0 0,9-6 0 1,-1-1 0-1,-6-5 0 0,-2-3 0 0,-10 14 0 0,16 0 0 1,-36 0 0-1,37-13 0 0,3 1 0 0,-20 17 0 1,21-5 0-1,0-5 0 0,-20-36 0 0,15 16 0 0,-46-21 0 1,43 0 0-1,-43 0 0 0,25 0 0 0,-5 0 0 1,-4 0 0-1,-2 0 0 0,2 0 0 0,-16 0 0 0,-11 0 0 1,37 0 0-1,-1-21 0 0,6 16 0 0,20-16 0 1</inkml:trace>
    </iact:actionData>
  </iact:action>
  <iact:action type="add" startTime="100129">
    <iact:property name="dataType"/>
    <iact:actionData xml:id="d15">
      <inkml:trace xmlns:inkml="http://www.w3.org/2003/InkML" xml:id="stk15" contextRef="#ctx0" brushRef="#br3">21587 13613 24575 0,'0'0'0'83</inkml:trace>
    </iact:actionData>
  </iact:action>
  <iact:action type="add" startTime="100302">
    <iact:property name="dataType"/>
    <iact:actionData xml:id="d16">
      <inkml:trace xmlns:inkml="http://www.w3.org/2003/InkML" xml:id="stk16" contextRef="#ctx0" brushRef="#br3">21587 13613 24575 0,'0'26'0'33,"0"15"0"0,0-36 0 0,0 16 0 0,0 9 0 0,0-22 0 0,2 24 0 0,-4 8 0 0,-18 11 0 0,17-17 0 1,1 3 0-1,-7 8 0 0,-3-3 0 0,-8 10 0 0,18-19 0 0,-2 0 0 0,-37 13 0 0,36-20 0 0,-15-6 0 1</inkml:trace>
    </iact:actionData>
  </iact:action>
  <iact:action type="add" startTime="103896">
    <iact:property name="dataType"/>
    <iact:actionData xml:id="d17">
      <inkml:trace xmlns:inkml="http://www.w3.org/2003/InkML" xml:id="stk17" contextRef="#ctx0" brushRef="#br3">18684 13913 24575 0,'0'33'0'15,"0"0"0"1,0 13 0 0,0 1 0 0,0-9 0 0,0 0 0 0,0 15 0 0,0 2 0 0,0 6 0 0,0 1 0 0,0 0 0 0,0 1 0 0,0-14 0 0,0 2 0 0,0-2 0-1,-1 9 0 1,2-4 0 0,9-6 0 0,1-4 0 0,-9-8 0 0,1 0 0 0,5 7 0 0,4 1 0 0,5-3 0 0,-3 0 0 0,-12-3 0 0,4-2 0 0,18-5 0 0,3-6 0-1,-1-4 0 1,-1-21 0 0,37 0 0 0,-11 0 0 0,-7 0 0 0,4 0 0 0,8 0 0 0,1 0 0 0,-9 0 0 0,1 0 0 0,6 0 0 0,2 0 0 0,5 0 0 0,-1 0 0-1,-1 0 0 1,1 0 0 0,-12 0 0 0,2 0 0 0,-3 0 0 0,2 0 0 0,-3 0 0 0,8 0 0 0,-2 0 0 0,-17 0 0 0,0 0 0 0,15 0 0 0,0 0 0 0,-14 1 0 0,0-2 0-1,12-9 0 1,-1-1 0 0,-12 10 0 0,0-3 0 0,5-10 0 0,5-6 0 0,0 3 0 0,2 7 0 0,1 3 0 0,-2-4 0 0,-6-7 0 0,-1-3 0 0,1 4 0 0,7 6 0-1,1 4 0 1,-7-1 0 0,11-12 0 0,-14 20 0 0,-1 0 0 0,8-21 0 0,-20 16 0 0,14-4 0 0,2-2 0 0,-6-10 0 0,5 18 0 0,5 1 0 0,-12-9 0 0,-2 1 0-1,19 10 0 1,-18 2 0 0,1-4 0 0,0-7 0 0,-1-2 0 0,28 6 0 0,-26-6 0 0,-1 1 0 0,22 10 0 0,-9 0 0 0,-1-20 0 0,0 15 0 0,0-16 0 0,-21 21 0-1,37 0 0 1,-52 0 0 0,31 0 0 0,-41 0 0 0,20-20 0 0,-15-18 0 0,-4-11 0 0,5 7 0 0,2-3 0 0,-2-1 0 0,-4-2 0 0,-3-1 0 0,0 0 0 0,1 0 0 0,0 0 0-1,0 3 0 1,0-2 0 0,0 4 0 0,0 8 0 0,0 1 0 0,0-1 0 0,0 5 0 0,0 6 0 0,-20-37 0 0,14 31 0 0,-2-12 0 0,-4-1 0 0,-8 14 0 0,14-32 0-1,-14 26 0 1,20-12 0 0,-21-9 0 0,16 11 0 0,-15 21 0 0,20-16 0 0,0 36 0 0,-21-16 0 0,16 21 0 0,-36 0 0 0,16 0 0 0,-21 0 0 0,14 0 0 0,-3 0 0-1,-24 0 0 1,-5 0 0 0,2 0 0 0,-1 0 0 0,15 0 0 0,-2-1 0 0,-1 2 0 0,-7 5 0 0,-2 2 0 0,4-1 0 0,-3-5 0 0,0 1 0 0,2 3 0 0,-5 3 0-1,5-4 0 1,2-4 0 0,2-2 0 0,-3 0 0 0,0 2 0 0,-2 9 0 0,3 1 0 0,17-9 0 0,-1 1 0 0,-16 8 0 0,3-2 0 0,1-9 0 0,2 0 0 0,0 0 0 0,-4 0 0-1,14 0 0 1,1 0 0 0,-8 0 0 0,0 21 0 0,13-18 0 0,-1-1 0 0,-17 18 0 0,17-20 0 0,1 0 0 0,-13 21 0 0,0-16 0 0,24 20 0 0,-2 1 0 0,-9-21 0-1,-1-2 0 1,-17 28 0 0,13-31 0 0,-1 0 0 0,-9 20 0 0,12-15 0 0,-5 16 0 0,36-21 0 0,-36 0 0 0,36 20 0 0,-36-15 0 0,15 16 0 0,1-1 0 0,-16-15 0-1,15 16 0 1,-20-1 0 0,20-15 0 0,-14 16 0 0,34-21 0 0,-35 0 0 0,36 0 0 0,-36 0 0 0,36 0 0 0,-36 0 0 0,36 0 0 0,-15 20 0 0,20-14 0 0,0 14 0 0</inkml:trace>
    </iact:actionData>
  </iact:action>
  <iact:action type="add" startTime="110496">
    <iact:property name="dataType"/>
    <iact:actionData xml:id="d18">
      <inkml:trace xmlns:inkml="http://www.w3.org/2003/InkML" xml:id="stk18" contextRef="#ctx0" brushRef="#br3">21311 13913 24575 0,'0'25'0'26,"0"16"0"0,0 5 0 0,0 6 0 1,0-19 0-1,0 0 0 0,0 13 0 0,0 0 0 1,-21 0 0-1,16-20 0 0,26-46 0 1,10-22 0-1,9-9 0 0,-3 12 0 0,3-2 0 1,1-1 0-1,2-6 0 0,1 0 0 1,-3 5 0-1,-3 3 0 0,-2 9 0 0,15 10 0 1,-45 56 0-1,-12 17 0 0,-7 7 0 1,-4 5 0-1,8-13 0 0,1 4 0 0,-3 3 0 1,-2-7 0-1,-3 4 0 0,-1 2 0 1,1-1 0-1,1-4 0 0,-3 12 0 0,1-3 0 1,1 1 0-1,3-7 0 0,1 2 0 1,1-1 0-1,0-9 0 0,-1 10 0 0,4-27 0 1,8-50 0-1,0 9 0 0,0-30 0 1</inkml:trace>
    </iact:actionData>
  </iact:action>
  <iact:action type="add" startTime="132246">
    <iact:property name="dataType"/>
    <iact:actionData xml:id="d19">
      <inkml:trace xmlns:inkml="http://www.w3.org/2003/InkML" xml:id="stk19" contextRef="#ctx0" brushRef="#br3">18316 13475 24575 0,'-44'0'0'23,"1"0"0"0,-21 0 0 1,0 0 0-1,11 0 0 1,1 0 0-1,5 0 0 0,-3 0 0 1,8 0 0-1,-9 0 0 1,17 0 0-1,2 0 0 0,6 0 0 1,-15 0 0-1,36 0 0 1,-15-20 0-1,20-6 0 1,20-20 0-1,6 0 0 0,5 22 0 1,4 2 0-1,-9-1 0 1,-1 0 0-1,9-1 0 0,-1 2 0 1,13-4 0-1,-20 6 0 1,-6 20 0-1,-20 0 0 1,0 20 0-1,0 6 0 0,0 5 0 1,0 4 0-1,1 0 0 1,-2 2 0-1,-3 4 0 0,-3 4 0 1,-2 2 0-1,-6 9 0 1,-1 3 0-1,1 0 0 0,4-2 0 1,1 1 0-1,0-1 0 1,-5 1 0-1,-1 0 0 1,6-5 0-1,8-4 0 0,4-6 0 1,-2 3 0-1,0-26 0 1,0-20 0-1,-21 0 0 0,16-20 0 1,-4-12 0-1,-2-3 0 1,-10-21 0-1,18-5 0 1,1-6 0-1,-7 13 0 0,-2 0 0 1,3 9 0-1,1-3 0 1,1 1 0-1,5-18 0 0,-3 2 0 1,-17 4 0-1,1 5 0 1,17 17 0-1,1 2 0 0,-7 1 0 1,-2 2 0-1,-10-14 0 1,16 0 0-1,-6 7 0 1,1 1 0-1,10 5 0 0,0-19 0 1,21 73 0-1,5 15 0 1,-5-2 0-1,4 1 0 0,8-4 0 1,0-1 0-1,-8 5 0 1,1-3 0-1,18-8 0 1,-1-2 0-1,-17 1 0 0,0 0 0 1,12 0 0-1,0 0 0 1,-13 1 0-1,-1-2 0 0,32 4 0 1,-10 15 0-1,-20-36 0 1,-6 15 0-1,-20-20 0 1</inkml:trace>
    </iact:actionData>
  </iact:action>
  <iact:action type="add" startTime="134647">
    <iact:property name="dataType"/>
    <iact:actionData xml:id="d20">
      <inkml:trace xmlns:inkml="http://www.w3.org/2003/InkML" xml:id="stk20" contextRef="#ctx0" brushRef="#br3">18223 13521 24575 0,'0'0'0'116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2026. 6. 22.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저희가 </a:t>
            </a:r>
            <a:r>
              <a:rPr lang="en-US" altLang="ko-KR" dirty="0" err="1"/>
              <a:t>Liboqs</a:t>
            </a:r>
            <a:r>
              <a:rPr lang="ko-KR" altLang="en-US" dirty="0" err="1"/>
              <a:t>를</a:t>
            </a:r>
            <a:r>
              <a:rPr lang="ko-KR" altLang="en-US" dirty="0"/>
              <a:t> 사용한 이유에 대해 </a:t>
            </a:r>
            <a:r>
              <a:rPr lang="ko-KR" altLang="en-US" dirty="0" err="1"/>
              <a:t>설명드리자면</a:t>
            </a:r>
            <a:r>
              <a:rPr lang="ko-KR" altLang="en-US" dirty="0"/>
              <a:t> 기존 </a:t>
            </a:r>
            <a:r>
              <a:rPr lang="en" altLang="ko-KR" dirty="0" err="1"/>
              <a:t>PQClean</a:t>
            </a:r>
            <a:r>
              <a:rPr lang="en" altLang="ko-KR" dirty="0"/>
              <a:t> </a:t>
            </a:r>
            <a:r>
              <a:rPr lang="ko-KR" altLang="en-US" dirty="0"/>
              <a:t>방식은 변종마다 코드가 통째로 복제됩니다</a:t>
            </a:r>
            <a:r>
              <a:rPr lang="en-US" altLang="ko-KR" dirty="0"/>
              <a:t>. </a:t>
            </a:r>
            <a:r>
              <a:rPr lang="en" altLang="ko-KR" dirty="0" err="1"/>
              <a:t>AIMer</a:t>
            </a:r>
            <a:r>
              <a:rPr lang="ko-KR" altLang="en-US" dirty="0"/>
              <a:t>만 해도 </a:t>
            </a:r>
            <a:r>
              <a:rPr lang="en-US" altLang="ko-KR" dirty="0"/>
              <a:t>6</a:t>
            </a:r>
            <a:r>
              <a:rPr lang="ko-KR" altLang="en-US" dirty="0"/>
              <a:t>변종 </a:t>
            </a:r>
            <a:r>
              <a:rPr lang="en-US" altLang="ko-KR" dirty="0"/>
              <a:t>× 2</a:t>
            </a:r>
            <a:r>
              <a:rPr lang="ko-KR" altLang="en-US" dirty="0"/>
              <a:t>벌이니까 같은 파일이 </a:t>
            </a:r>
            <a:r>
              <a:rPr lang="en-US" altLang="ko-KR" dirty="0"/>
              <a:t>12</a:t>
            </a:r>
            <a:r>
              <a:rPr lang="ko-KR" altLang="en-US" dirty="0"/>
              <a:t>군데 흩어져 있고</a:t>
            </a:r>
            <a:r>
              <a:rPr lang="en-US" altLang="ko-KR" dirty="0"/>
              <a:t>, </a:t>
            </a:r>
            <a:r>
              <a:rPr lang="en" altLang="ko-KR" dirty="0"/>
              <a:t>API </a:t>
            </a:r>
            <a:r>
              <a:rPr lang="ko-KR" altLang="en-US" dirty="0"/>
              <a:t>이름도 변종마다 다 달라요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 </a:t>
            </a:r>
            <a:r>
              <a:rPr lang="en" altLang="ko-KR" dirty="0" err="1"/>
              <a:t>liboqs</a:t>
            </a:r>
            <a:r>
              <a:rPr lang="ko-KR" altLang="en-US" dirty="0"/>
              <a:t>는 간단합니다</a:t>
            </a:r>
            <a:r>
              <a:rPr lang="en-US" altLang="ko-KR" dirty="0"/>
              <a:t>. </a:t>
            </a:r>
            <a:r>
              <a:rPr lang="ko-KR" altLang="en-US" b="1" dirty="0"/>
              <a:t>코드는 </a:t>
            </a:r>
            <a:r>
              <a:rPr lang="en-US" altLang="ko-KR" b="1" dirty="0"/>
              <a:t>1</a:t>
            </a:r>
            <a:r>
              <a:rPr lang="ko-KR" altLang="en-US" b="1" dirty="0"/>
              <a:t>벌</a:t>
            </a:r>
            <a:r>
              <a:rPr lang="en-US" altLang="ko-KR" b="1" dirty="0"/>
              <a:t>, </a:t>
            </a:r>
            <a:r>
              <a:rPr lang="en" altLang="ko-KR" b="1" dirty="0"/>
              <a:t>API</a:t>
            </a:r>
            <a:r>
              <a:rPr lang="ko-KR" altLang="en-US" b="1" dirty="0"/>
              <a:t>는 통일</a:t>
            </a:r>
            <a:r>
              <a:rPr lang="en-US" altLang="ko-KR" b="1" dirty="0"/>
              <a:t>, </a:t>
            </a:r>
            <a:r>
              <a:rPr lang="ko-KR" altLang="en-US" b="1" dirty="0"/>
              <a:t>최적화는 </a:t>
            </a:r>
            <a:r>
              <a:rPr lang="en" altLang="ko-KR" b="1" dirty="0"/>
              <a:t>CPU </a:t>
            </a:r>
            <a:r>
              <a:rPr lang="ko-KR" altLang="en-US" b="1" dirty="0"/>
              <a:t>보고 자동 선택</a:t>
            </a:r>
            <a:r>
              <a:rPr lang="en-US" altLang="ko-KR" b="1" dirty="0"/>
              <a:t>.</a:t>
            </a:r>
            <a:r>
              <a:rPr lang="ko-KR" altLang="en-US" dirty="0"/>
              <a:t> </a:t>
            </a:r>
            <a:r>
              <a:rPr lang="en" altLang="ko-KR" dirty="0"/>
              <a:t>AVX-512 </a:t>
            </a:r>
            <a:r>
              <a:rPr lang="ko-KR" altLang="en-US" dirty="0"/>
              <a:t>뭔가 고치면 전 변종에 한 번에 반영됩니다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저희 연구에서 </a:t>
            </a:r>
            <a:r>
              <a:rPr lang="en" altLang="ko-KR" dirty="0" err="1"/>
              <a:t>liboqs</a:t>
            </a:r>
            <a:r>
              <a:rPr lang="ko-KR" altLang="en-US" dirty="0" err="1"/>
              <a:t>를</a:t>
            </a:r>
            <a:r>
              <a:rPr lang="ko-KR" altLang="en-US" dirty="0"/>
              <a:t> 기반으로 선택했습니다</a:t>
            </a:r>
            <a:r>
              <a:rPr lang="en-US" altLang="ko-KR" dirty="0"/>
              <a:t>."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122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 dirty="0">
                <a:latin typeface="+mj-lt"/>
              </a:rPr>
              <a:t>Q &amp; A</a:t>
            </a:r>
            <a:endParaRPr lang="ko-KR" altLang="en-US" sz="8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JP" panose="02000503000000020004" pitchFamily="2" charset="-128"/>
            </a:endParaRPr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411163" y="1152525"/>
            <a:ext cx="11369675" cy="505777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defRPr>
            </a:lvl1pPr>
            <a:lvl2pPr>
              <a:lnSpc>
                <a:spcPct val="100000"/>
              </a:lnSpc>
              <a:defRPr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defRPr>
            </a:lvl2pPr>
            <a:lvl3pPr>
              <a:lnSpc>
                <a:spcPct val="100000"/>
              </a:lnSpc>
              <a:defRPr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defRPr>
            </a:lvl3pPr>
            <a:lvl4pPr>
              <a:lnSpc>
                <a:spcPct val="100000"/>
              </a:lnSpc>
              <a:defRPr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defRPr>
            </a:lvl4pPr>
            <a:lvl5pPr>
              <a:lnSpc>
                <a:spcPct val="100000"/>
              </a:lnSpc>
              <a:defRPr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28269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  <p:sldLayoutId id="2147483670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hyperlink" Target="https://youtu.be/sdDKIUcYeP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8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slideLayout" Target="../slideLayouts/slideLayout5.xml"/><Relationship Id="rId7" Type="http://schemas.openxmlformats.org/officeDocument/2006/relationships/image" Target="NUL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10" Type="http://schemas.openxmlformats.org/officeDocument/2006/relationships/image" Target="../media/image3.png"/><Relationship Id="rId4" Type="http://schemas.openxmlformats.org/officeDocument/2006/relationships/chart" Target="../charts/chart1.xml"/><Relationship Id="rId9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png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8.png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7" Type="http://schemas.microsoft.com/office/2011/relationships/inkAction" Target="../ink/inkAction1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20.png"/><Relationship Id="rId5" Type="http://schemas.openxmlformats.org/officeDocument/2006/relationships/customXml" Target="../ink/ink1.xml"/><Relationship Id="rId4" Type="http://schemas.openxmlformats.org/officeDocument/2006/relationships/image" Target="../media/image19.png"/><Relationship Id="rId9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AIMer</a:t>
            </a:r>
            <a:r>
              <a:rPr lang="ko-KR" altLang="en-US" dirty="0"/>
              <a:t>전자서명 </a:t>
            </a:r>
            <a:r>
              <a:rPr lang="en-US" altLang="ko-KR" dirty="0"/>
              <a:t>AVX512 </a:t>
            </a:r>
            <a:r>
              <a:rPr lang="ko-KR" altLang="en-US" dirty="0"/>
              <a:t>최적화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ko-KR" altLang="en-US" dirty="0"/>
              <a:t>일시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2026</a:t>
            </a:r>
            <a:r>
              <a:rPr lang="ko-KR" altLang="en-US" dirty="0"/>
              <a:t>년 </a:t>
            </a:r>
            <a:r>
              <a:rPr lang="en-US" altLang="ko-KR" dirty="0"/>
              <a:t>6</a:t>
            </a:r>
            <a:r>
              <a:rPr lang="ko-KR" altLang="en-US" dirty="0"/>
              <a:t>월</a:t>
            </a:r>
            <a:endParaRPr lang="en-US" altLang="ko-KR" dirty="0"/>
          </a:p>
          <a:p>
            <a:pPr algn="l"/>
            <a:r>
              <a:rPr lang="ko-KR" altLang="en-US" dirty="0"/>
              <a:t>유튜브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" altLang="ko-KR" dirty="0">
                <a:hlinkClick r:id="rId4"/>
              </a:rPr>
              <a:t>https://youtu.be/</a:t>
            </a:r>
            <a:r>
              <a:rPr lang="en" altLang="ko-KR">
                <a:hlinkClick r:id="rId4"/>
              </a:rPr>
              <a:t>sdDKIUcYePk</a:t>
            </a:r>
            <a:endParaRPr lang="en-US" altLang="ko-KR" dirty="0"/>
          </a:p>
          <a:p>
            <a:pPr algn="r"/>
            <a:r>
              <a:rPr lang="ko-KR" altLang="en-US" dirty="0"/>
              <a:t>발표자</a:t>
            </a:r>
            <a:r>
              <a:rPr lang="en-US" altLang="ko-KR" dirty="0"/>
              <a:t>:</a:t>
            </a:r>
            <a:r>
              <a:rPr lang="ko-KR" altLang="en-US" dirty="0"/>
              <a:t> 이승원</a:t>
            </a:r>
          </a:p>
        </p:txBody>
      </p:sp>
      <p:pic>
        <p:nvPicPr>
          <p:cNvPr id="6" name="오디오 5">
            <a:extLst>
              <a:ext uri="{FF2B5EF4-FFF2-40B4-BE49-F238E27FC236}">
                <a16:creationId xmlns:a16="http://schemas.microsoft.com/office/drawing/2014/main" id="{7D0A3DF9-FF9D-4984-39A3-92AD32A8D9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762"/>
    </mc:Choice>
    <mc:Fallback>
      <p:transition spd="slow" advTm="137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89A23-9C52-EE90-D5DE-EEDAF7089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1024B7-D13E-C509-D462-481DD8016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dirty="0"/>
              <a:t>0. </a:t>
            </a:r>
            <a:r>
              <a:rPr kumimoji="1" lang="ko-KR" altLang="en-US" b="1" dirty="0"/>
              <a:t>프로젝트 구현 목표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BDF48-AF83-533C-2CAC-AD46832A3B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920" y="1873875"/>
            <a:ext cx="8655880" cy="45956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kumimoji="1" lang="ko-KR" altLang="en-US" sz="2400" dirty="0"/>
              <a:t>2026년 1월 30일 양자내성암호연구단에서 AIMer 표준 문서 및 코드 공개</a:t>
            </a:r>
          </a:p>
          <a:p>
            <a:pPr>
              <a:spcBef>
                <a:spcPts val="1200"/>
              </a:spcBef>
            </a:pPr>
            <a:r>
              <a:rPr kumimoji="1" lang="ko-KR" altLang="en-US" sz="2400" dirty="0"/>
              <a:t>Reference Code로 Github에 공개된 코드는 Optimized Code가 제외된 </a:t>
            </a:r>
            <a:r>
              <a:rPr kumimoji="1" lang="en-US" altLang="ko-KR" sz="2400" dirty="0"/>
              <a:t>C</a:t>
            </a:r>
            <a:r>
              <a:rPr kumimoji="1" lang="ko-KR" altLang="en-US" sz="2400" dirty="0"/>
              <a:t> 코드만 공개</a:t>
            </a:r>
          </a:p>
          <a:p>
            <a:pPr>
              <a:spcBef>
                <a:spcPts val="1200"/>
              </a:spcBef>
            </a:pPr>
            <a:r>
              <a:rPr kumimoji="1" lang="ko-KR" altLang="en-US" sz="2400" dirty="0"/>
              <a:t>이전에 공개된 Reference 코드에서는 Opt 코드가 함께 공개되었고, 해당 코드를 활용하여 KpqClean 통합에 활용</a:t>
            </a:r>
          </a:p>
          <a:p>
            <a:pPr lvl="1">
              <a:spcBef>
                <a:spcPts val="400"/>
              </a:spcBef>
            </a:pPr>
            <a:r>
              <a:rPr kumimoji="1" lang="ko-KR" altLang="en-US" sz="2000" dirty="0"/>
              <a:t>이때 opt 코드는 avx2를 활용한 최적화 구현</a:t>
            </a:r>
          </a:p>
          <a:p>
            <a:pPr>
              <a:spcBef>
                <a:spcPts val="1200"/>
              </a:spcBef>
            </a:pPr>
            <a:r>
              <a:rPr kumimoji="1" lang="ko-KR" altLang="en-US" sz="2400" b="1" dirty="0"/>
              <a:t>본 프로젝트는 최신 프로세서에서 제공하는 </a:t>
            </a:r>
            <a:r>
              <a:rPr kumimoji="1" lang="ko-KR" altLang="en-US" sz="2400" b="1" dirty="0">
                <a:highlight>
                  <a:srgbClr val="FFFF00"/>
                </a:highlight>
              </a:rPr>
              <a:t>AVX512를 활용한 AIMer의 최적화 구현을 목표</a:t>
            </a:r>
            <a:r>
              <a:rPr kumimoji="1" lang="ko-KR" altLang="en-US" sz="2400" b="1" dirty="0"/>
              <a:t>로 함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9A5D51-0E31-4653-A9D4-21A675FF4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8106" y="2152966"/>
            <a:ext cx="2342387" cy="34029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오디오 10">
            <a:extLst>
              <a:ext uri="{FF2B5EF4-FFF2-40B4-BE49-F238E27FC236}">
                <a16:creationId xmlns:a16="http://schemas.microsoft.com/office/drawing/2014/main" id="{0361DDF4-46D5-ED84-6A6A-CA76A2B91A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28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554"/>
    </mc:Choice>
    <mc:Fallback>
      <p:transition spd="slow" advTm="515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91DE-4FB3-508F-659C-2A923192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C0A665-FF37-1BCA-5275-065CE00CF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dirty="0"/>
              <a:t>1. Open Quantum Safe </a:t>
            </a:r>
            <a:r>
              <a:rPr kumimoji="1" lang="ko-KR" altLang="en-US" b="1" dirty="0"/>
              <a:t>라이브러리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FEE0D5-891C-BA05-3C3E-267F951BB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559857" cy="5398670"/>
          </a:xfrm>
        </p:spPr>
        <p:txBody>
          <a:bodyPr/>
          <a:lstStyle/>
          <a:p>
            <a:pPr>
              <a:buNone/>
            </a:pPr>
            <a:r>
              <a:rPr kumimoji="1" lang="en-US" altLang="ko-KR" sz="2400" b="1" dirty="0">
                <a:highlight>
                  <a:srgbClr val="FFFF00"/>
                </a:highlight>
              </a:rPr>
              <a:t>Open Quantum Safe </a:t>
            </a:r>
            <a:r>
              <a:rPr kumimoji="1" lang="ko-KR" altLang="en-US" sz="2400" b="1" dirty="0">
                <a:highlight>
                  <a:srgbClr val="FFFF00"/>
                </a:highlight>
              </a:rPr>
              <a:t>라이브러리(</a:t>
            </a:r>
            <a:r>
              <a:rPr kumimoji="1" lang="en-US" altLang="ko-KR" sz="2400" b="1" dirty="0">
                <a:highlight>
                  <a:srgbClr val="FFFF00"/>
                </a:highlight>
              </a:rPr>
              <a:t>liboqs)</a:t>
            </a:r>
          </a:p>
          <a:p>
            <a:pPr>
              <a:spcBef>
                <a:spcPts val="800"/>
              </a:spcBef>
            </a:pPr>
            <a:r>
              <a:rPr kumimoji="1" lang="ko-KR" altLang="en-US" sz="2200" dirty="0">
                <a:solidFill>
                  <a:srgbClr val="2E75B6"/>
                </a:solidFill>
              </a:rPr>
              <a:t>양자내성암호(PQC) 알고리즘</a:t>
            </a:r>
            <a:r>
              <a:rPr kumimoji="1" lang="ko-KR" altLang="en-US" sz="2200" dirty="0"/>
              <a:t>을 위한 오픈소스 C 라이브러리</a:t>
            </a:r>
            <a:endParaRPr kumimoji="1" lang="en-US" altLang="ko-KR" sz="2200" dirty="0"/>
          </a:p>
          <a:p>
            <a:pPr>
              <a:spcBef>
                <a:spcPts val="800"/>
              </a:spcBef>
            </a:pPr>
            <a:r>
              <a:rPr kumimoji="1" lang="ko-KR" altLang="en-US" sz="2200" dirty="0"/>
              <a:t>KEM(키 캡슐화)·전자서명 알고리즘 구현체를 모아 제공하고, </a:t>
            </a:r>
            <a:r>
              <a:rPr kumimoji="1" lang="ko-KR" altLang="en-US" sz="2200" b="1" dirty="0">
                <a:solidFill>
                  <a:srgbClr val="2E75B6"/>
                </a:solidFill>
              </a:rPr>
              <a:t>알고리즘 간 전환이 쉬운 공통 API 지원</a:t>
            </a:r>
          </a:p>
          <a:p>
            <a:pPr lvl="1">
              <a:spcBef>
                <a:spcPts val="300"/>
              </a:spcBef>
            </a:pPr>
            <a:r>
              <a:rPr kumimoji="1" lang="ko-KR" altLang="en-US" sz="1900" dirty="0"/>
              <a:t>NIST 표준 ML-KEM(FIPS 203)·ML-DSA(FIPS 204)와 Falcon, SPHINCS+ 등 표준화 진행 알고리즘 포함</a:t>
            </a:r>
          </a:p>
          <a:p>
            <a:pPr>
              <a:spcBef>
                <a:spcPts val="800"/>
              </a:spcBef>
            </a:pPr>
            <a:r>
              <a:rPr kumimoji="1" lang="ko-KR" altLang="en-US" sz="2200" dirty="0"/>
              <a:t>테스트·벤치마킹 기능을 내장해 알고리즘 성능 </a:t>
            </a:r>
            <a:r>
              <a:rPr kumimoji="1" lang="ko-KR" altLang="en-US" sz="2200" dirty="0" err="1"/>
              <a:t>비교·평가에</a:t>
            </a:r>
            <a:r>
              <a:rPr kumimoji="1" lang="ko-KR" altLang="en-US" sz="2200" dirty="0"/>
              <a:t> 활용</a:t>
            </a:r>
            <a:endParaRPr kumimoji="1" lang="en-US" altLang="ko-KR" sz="2200" dirty="0"/>
          </a:p>
          <a:p>
            <a:pPr lvl="1">
              <a:spcBef>
                <a:spcPts val="800"/>
              </a:spcBef>
            </a:pPr>
            <a:r>
              <a:rPr kumimoji="1" lang="ko-KR" altLang="en-US" sz="1800" dirty="0"/>
              <a:t>다양한 플랫폼(Linux·macOS·Windows, x86_64·ARM)과 언어 래퍼</a:t>
            </a:r>
            <a:endParaRPr kumimoji="1" lang="en-US" altLang="ko-KR" sz="1800" dirty="0"/>
          </a:p>
          <a:p>
            <a:pPr lvl="1">
              <a:spcBef>
                <a:spcPts val="800"/>
              </a:spcBef>
            </a:pPr>
            <a:r>
              <a:rPr kumimoji="1" lang="ko-KR" altLang="en-US" sz="1800" dirty="0" err="1"/>
              <a:t>OpenSSL</a:t>
            </a:r>
            <a:r>
              <a:rPr kumimoji="1" lang="ko-KR" altLang="en-US" sz="1800" dirty="0"/>
              <a:t>/OpenSSH 통합 제공</a:t>
            </a:r>
          </a:p>
          <a:p>
            <a:pPr>
              <a:spcBef>
                <a:spcPts val="800"/>
              </a:spcBef>
            </a:pPr>
            <a:r>
              <a:rPr kumimoji="1" lang="ko-KR" altLang="en-US" sz="2200" dirty="0"/>
              <a:t>공통 API와 표준화 기반 구조를 갖춰 AIMer 최적화 구현에 활용 가능하며</a:t>
            </a:r>
            <a:r>
              <a:rPr kumimoji="1" lang="en-US" altLang="ko-KR" sz="2200" dirty="0"/>
              <a:t>, </a:t>
            </a:r>
            <a:r>
              <a:rPr kumimoji="1" lang="ko-KR" altLang="en-US" sz="2200" dirty="0"/>
              <a:t>구현을 liboqs 구조에 맞춰 통합해 두면 </a:t>
            </a:r>
            <a:r>
              <a:rPr kumimoji="1" lang="ko-KR" altLang="en-US" sz="2200" b="1" dirty="0">
                <a:solidFill>
                  <a:srgbClr val="2E75B6"/>
                </a:solidFill>
              </a:rPr>
              <a:t>향후 OQS에 합치기에도 용이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6D0CF20-E21F-97ED-8080-405F7A0BD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120" y="5256381"/>
            <a:ext cx="3617155" cy="1393872"/>
          </a:xfrm>
          <a:prstGeom prst="rect">
            <a:avLst/>
          </a:prstGeom>
        </p:spPr>
      </p:pic>
      <p:pic>
        <p:nvPicPr>
          <p:cNvPr id="13" name="오디오 12">
            <a:extLst>
              <a:ext uri="{FF2B5EF4-FFF2-40B4-BE49-F238E27FC236}">
                <a16:creationId xmlns:a16="http://schemas.microsoft.com/office/drawing/2014/main" id="{12B73C92-529C-66B7-63C8-9F30542B1D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21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824"/>
    </mc:Choice>
    <mc:Fallback>
      <p:transition spd="slow" advTm="578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12" x="3856038" y="4460875"/>
          <p14:tracePt t="128" x="3856038" y="4337050"/>
          <p14:tracePt t="145" x="3856038" y="4287838"/>
          <p14:tracePt t="162" x="3856038" y="4179888"/>
          <p14:tracePt t="179" x="3856038" y="4129088"/>
          <p14:tracePt t="195" x="3856038" y="4097338"/>
          <p14:tracePt t="295" x="3832225" y="4097338"/>
          <p14:tracePt t="345" x="3814763" y="4113213"/>
          <p14:tracePt t="378" x="3798888" y="4146550"/>
          <p14:tracePt t="395" x="3798888" y="4162425"/>
          <p14:tracePt t="412" x="3781425" y="4179888"/>
          <p14:tracePt t="428" x="3781425" y="4203700"/>
          <p14:tracePt t="462" x="3781425" y="4221163"/>
          <p14:tracePt t="32565" x="3798888" y="4221163"/>
          <p14:tracePt t="32583" x="3889375" y="4203700"/>
          <p14:tracePt t="32598" x="3973513" y="4179888"/>
          <p14:tracePt t="32612" x="4130675" y="4162425"/>
          <p14:tracePt t="32628" x="4213225" y="4146550"/>
          <p14:tracePt t="32645" x="4570413" y="4097338"/>
          <p14:tracePt t="32661" x="4760913" y="4079875"/>
          <p14:tracePt t="32678" x="4984750" y="4079875"/>
          <p14:tracePt t="32695" x="5175250" y="4079875"/>
          <p14:tracePt t="32711" x="5275263" y="4079875"/>
          <p14:tracePt t="32728" x="5341938" y="4079875"/>
          <p14:tracePt t="32745" x="5407025" y="4064000"/>
          <p14:tracePt t="32761" x="5499100" y="4064000"/>
          <p14:tracePt t="32778" x="5532438" y="4064000"/>
          <p14:tracePt t="32794" x="5614988" y="4046538"/>
          <p14:tracePt t="32811" x="5705475" y="4030663"/>
          <p14:tracePt t="32828" x="5789613" y="4030663"/>
          <p14:tracePt t="32845" x="5888038" y="4013200"/>
          <p14:tracePt t="32861" x="6062663" y="3997325"/>
          <p14:tracePt t="32878" x="6303963" y="3979863"/>
          <p14:tracePt t="32895" x="6453188" y="3979863"/>
          <p14:tracePt t="32911" x="6659563" y="3979863"/>
          <p14:tracePt t="32928" x="6834188" y="3979863"/>
          <p14:tracePt t="32945" x="6950075" y="3979863"/>
          <p14:tracePt t="32961" x="6999288" y="3997325"/>
          <p14:tracePt t="32978" x="7016750" y="3997325"/>
          <p14:tracePt t="33277" x="6999288" y="3997325"/>
          <p14:tracePt t="33311" x="6983413" y="3997325"/>
          <p14:tracePt t="33344" x="6967538" y="3997325"/>
          <p14:tracePt t="33394" x="6950075" y="3997325"/>
          <p14:tracePt t="33427" x="6950075" y="3979863"/>
          <p14:tracePt t="33444" x="6934200" y="3979863"/>
          <p14:tracePt t="33531" x="6934200" y="3963988"/>
          <p14:tracePt t="33702" x="6934200" y="3946525"/>
          <p14:tracePt t="33727" x="6950075" y="3946525"/>
          <p14:tracePt t="34069" x="6967538" y="3946525"/>
          <p14:tracePt t="34127" x="6983413" y="3946525"/>
          <p14:tracePt t="34160" x="6999288" y="3922713"/>
          <p14:tracePt t="34194" x="7042150" y="3922713"/>
          <p14:tracePt t="34211" x="7058025" y="3905250"/>
          <p14:tracePt t="34228" x="7091363" y="3905250"/>
          <p14:tracePt t="34244" x="7124700" y="3889375"/>
          <p14:tracePt t="34262" x="7158038" y="3871913"/>
          <p14:tracePt t="34278" x="7224713" y="3856038"/>
          <p14:tracePt t="34294" x="7240588" y="3856038"/>
          <p14:tracePt t="34311" x="7299325" y="3856038"/>
          <p14:tracePt t="34328" x="7315200" y="3856038"/>
          <p14:tracePt t="34345" x="7364413" y="3856038"/>
          <p14:tracePt t="34361" x="7415213" y="3840163"/>
          <p14:tracePt t="34378" x="7431088" y="3840163"/>
          <p14:tracePt t="34394" x="7464425" y="3840163"/>
          <p14:tracePt t="34411" x="7480300" y="3840163"/>
          <p14:tracePt t="34428" x="7497763" y="3840163"/>
          <p14:tracePt t="34445" x="7513638" y="3840163"/>
          <p14:tracePt t="34461" x="7546975" y="3840163"/>
          <p14:tracePt t="34478" x="7621588" y="3840163"/>
          <p14:tracePt t="34495" x="7654925" y="3840163"/>
          <p14:tracePt t="34511" x="7672388" y="3822700"/>
          <p14:tracePt t="34528" x="7705725" y="3822700"/>
          <p14:tracePt t="34544" x="7737475" y="3822700"/>
          <p14:tracePt t="34561" x="7770813" y="3806825"/>
          <p14:tracePt t="34578" x="7788275" y="3806825"/>
          <p14:tracePt t="34595" x="7829550" y="3806825"/>
          <p14:tracePt t="34611" x="7862888" y="3789363"/>
          <p14:tracePt t="34628" x="7912100" y="3789363"/>
          <p14:tracePt t="34645" x="7962900" y="3773488"/>
          <p14:tracePt t="34661" x="7978775" y="3773488"/>
          <p14:tracePt t="34678" x="8045450" y="3773488"/>
          <p14:tracePt t="34695" x="8102600" y="3773488"/>
          <p14:tracePt t="34711" x="8120063" y="3773488"/>
          <p14:tracePt t="34728" x="8153400" y="3773488"/>
          <p14:tracePt t="34745" x="8186738" y="3756025"/>
          <p14:tracePt t="34761" x="8235950" y="3756025"/>
          <p14:tracePt t="34778" x="8302625" y="3740150"/>
          <p14:tracePt t="34795" x="8393113" y="3722688"/>
          <p14:tracePt t="34811" x="8426450" y="3722688"/>
          <p14:tracePt t="34828" x="8493125" y="3706813"/>
          <p14:tracePt t="34845" x="8575675" y="3690938"/>
          <p14:tracePt t="34861" x="8683625" y="3665538"/>
          <p14:tracePt t="34878" x="8732838" y="3665538"/>
          <p14:tracePt t="34895" x="8783638" y="3665538"/>
          <p14:tracePt t="34911" x="8799513" y="3665538"/>
          <p14:tracePt t="34928" x="8816975" y="3665538"/>
          <p14:tracePt t="34945" x="8832850" y="3665538"/>
          <p14:tracePt t="34977" x="8850313" y="3665538"/>
          <p14:tracePt t="35077" x="8866188" y="3665538"/>
          <p14:tracePt t="35144" x="8891588" y="3665538"/>
          <p14:tracePt t="35228" x="8907463" y="3665538"/>
          <p14:tracePt t="36995" x="8866188" y="3665538"/>
          <p14:tracePt t="37011" x="8783638" y="3706813"/>
          <p14:tracePt t="37028" x="8667750" y="3756025"/>
          <p14:tracePt t="37045" x="8559800" y="3806825"/>
          <p14:tracePt t="37061" x="8218488" y="3963988"/>
          <p14:tracePt t="37078" x="7912100" y="4079875"/>
          <p14:tracePt t="37095" x="7605713" y="4179888"/>
          <p14:tracePt t="37111" x="7315200" y="4270375"/>
          <p14:tracePt t="37128" x="7042150" y="4337050"/>
          <p14:tracePt t="37145" x="6900863" y="4352925"/>
          <p14:tracePt t="37161" x="6850063" y="4370388"/>
          <p14:tracePt t="37178" x="6784975" y="4386263"/>
          <p14:tracePt t="37195" x="6767513" y="4386263"/>
          <p14:tracePt t="37211" x="6710363" y="4386263"/>
          <p14:tracePt t="37228" x="6677025" y="4403725"/>
          <p14:tracePt t="37245" x="6626225" y="4419600"/>
          <p14:tracePt t="37261" x="6577013" y="4419600"/>
          <p14:tracePt t="37278" x="6561138" y="4437063"/>
          <p14:tracePt t="37295" x="6510338" y="4437063"/>
          <p14:tracePt t="37327" x="6486525" y="4460875"/>
          <p14:tracePt t="37345" x="6469063" y="4460875"/>
          <p14:tracePt t="53348" x="6469063" y="4437063"/>
          <p14:tracePt t="53378" x="6469063" y="4419600"/>
          <p14:tracePt t="53410" x="6469063" y="4403725"/>
          <p14:tracePt t="53428" x="6453188" y="4386263"/>
          <p14:tracePt t="53444" x="6453188" y="4370388"/>
          <p14:tracePt t="53461" x="6453188" y="4352925"/>
          <p14:tracePt t="53478" x="6453188" y="4337050"/>
          <p14:tracePt t="53527" x="6453188" y="4321175"/>
          <p14:tracePt t="53544" x="6453188" y="4303713"/>
          <p14:tracePt t="53561" x="6453188" y="4270375"/>
          <p14:tracePt t="53578" x="6435725" y="4254500"/>
          <p14:tracePt t="53610" x="6435725" y="4237038"/>
          <p14:tracePt t="53628" x="6435725" y="4221163"/>
          <p14:tracePt t="53660" x="6435725" y="4203700"/>
          <p14:tracePt t="53678" x="6419850" y="4179888"/>
          <p14:tracePt t="53694" x="6419850" y="4162425"/>
          <p14:tracePt t="53727" x="6419850" y="4146550"/>
          <p14:tracePt t="53765" x="6419850" y="4129088"/>
          <p14:tracePt t="53778" x="6402388" y="4129088"/>
          <p14:tracePt t="53844" x="6402388" y="4113213"/>
          <p14:tracePt t="54947" x="6402388" y="4064000"/>
          <p14:tracePt t="54961" x="6402388" y="3997325"/>
          <p14:tracePt t="54978" x="6402388" y="3922713"/>
          <p14:tracePt t="54994" x="6402388" y="3582988"/>
          <p14:tracePt t="55011" x="6402388" y="3449638"/>
          <p14:tracePt t="55028" x="6419850" y="3151188"/>
          <p14:tracePt t="55044" x="6435725" y="3001963"/>
          <p14:tracePt t="55061" x="6469063" y="2744788"/>
          <p14:tracePt t="55078" x="6543675" y="2454275"/>
          <p14:tracePt t="55094" x="6592888" y="2281238"/>
          <p14:tracePt t="55111" x="6710363" y="1939925"/>
          <p14:tracePt t="55127" x="6916738" y="1368425"/>
          <p14:tracePt t="55144" x="7058025" y="928688"/>
          <p14:tracePt t="55161" x="7073900" y="854075"/>
          <p14:tracePt t="55178" x="7124700" y="671513"/>
          <p14:tracePt t="55194" x="7207250" y="465138"/>
          <p14:tracePt t="55211" x="7240588" y="273050"/>
          <p14:tracePt t="55227" x="7256463" y="115888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B437-FD86-5591-21B1-464FE899D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ADC10-EA98-CD9B-CF4D-47032EB69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dirty="0"/>
              <a:t>1. Open Quantum Safe </a:t>
            </a:r>
            <a:r>
              <a:rPr kumimoji="1" lang="ko-KR" altLang="en-US" b="1" dirty="0"/>
              <a:t>라이브러리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212A954C-B5CD-4A89-02B9-0D8B5724F08C}"/>
              </a:ext>
            </a:extLst>
          </p:cNvPr>
          <p:cNvSpPr/>
          <p:nvPr/>
        </p:nvSpPr>
        <p:spPr>
          <a:xfrm>
            <a:off x="411920" y="1401318"/>
            <a:ext cx="5285232" cy="3310128"/>
          </a:xfrm>
          <a:prstGeom prst="roundRect">
            <a:avLst>
              <a:gd name="adj" fmla="val 6308"/>
            </a:avLst>
          </a:prstGeom>
          <a:noFill/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2FBFE-90CB-884B-B589-5033FEF333A1}"/>
              </a:ext>
            </a:extLst>
          </p:cNvPr>
          <p:cNvSpPr txBox="1"/>
          <p:nvPr/>
        </p:nvSpPr>
        <p:spPr>
          <a:xfrm>
            <a:off x="457640" y="1778273"/>
            <a:ext cx="5193792" cy="31239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KpqClean_Ver2</a:t>
            </a:r>
            <a:r>
              <a:rPr sz="11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·  </a:t>
            </a:r>
            <a:r>
              <a:rPr sz="11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PQClean</a:t>
            </a:r>
            <a:r>
              <a:rPr sz="11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1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방식</a:t>
            </a:r>
            <a:r>
              <a:rPr sz="11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(</a:t>
            </a:r>
            <a:r>
              <a:rPr sz="11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변종마다</a:t>
            </a:r>
            <a:r>
              <a:rPr sz="11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1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자기완결</a:t>
            </a:r>
            <a:r>
              <a:rPr sz="11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10C0F-C9DE-DECA-DFB3-59A3DAABFAEE}"/>
              </a:ext>
            </a:extLst>
          </p:cNvPr>
          <p:cNvSpPr txBox="1"/>
          <p:nvPr/>
        </p:nvSpPr>
        <p:spPr>
          <a:xfrm>
            <a:off x="576512" y="2092717"/>
            <a:ext cx="5010912" cy="159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crypto_sign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/
 ├ AIMer128f/ {clean, avx2}/
 │   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api.h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sign.c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hash.c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field.c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
 │    aim2.c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tree.c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params.h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
 │   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Makefile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PQCsignKAT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…  (17개)
 ├ AIMer128s/ … 192f/s … 256f/s
 │        ↑ 6변종 × 2</a:t>
            </a:r>
            <a:r>
              <a:rPr lang="en-US"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(clean, avx2)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=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전부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복제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
common/  fips202·aes·rng  (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일부만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공유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)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60B48A89-55C9-E581-5272-0ED0159ED2DA}"/>
              </a:ext>
            </a:extLst>
          </p:cNvPr>
          <p:cNvSpPr/>
          <p:nvPr/>
        </p:nvSpPr>
        <p:spPr>
          <a:xfrm>
            <a:off x="576512" y="3827316"/>
            <a:ext cx="4956048" cy="746102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lang="ko-KR" altLang="en-US" sz="1000" b="1" dirty="0">
                <a:solidFill>
                  <a:srgbClr val="FF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문제</a:t>
            </a:r>
            <a:r>
              <a:rPr lang="ko-KR" altLang="en-US" sz="1000" dirty="0">
                <a:solidFill>
                  <a:srgbClr val="FF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1000" dirty="0">
                <a:solidFill>
                  <a:srgbClr val="C0392B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br>
              <a:rPr lang="ko-KR" altLang="en-US" sz="1000" dirty="0">
                <a:solidFill>
                  <a:srgbClr val="C0392B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lang="en-US" altLang="ko-KR" sz="100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hash·field·Makefile·KAT</a:t>
            </a: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ko-KR" altLang="en-US" sz="1000" b="1" dirty="0">
                <a:solidFill>
                  <a:srgbClr val="FF0000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중복</a:t>
            </a:r>
            <a:r>
              <a:rPr lang="ko-KR" altLang="en-US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/ </a:t>
            </a:r>
            <a:br>
              <a:rPr lang="ko-KR" altLang="en-US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lang="ko-KR" altLang="en-US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호출 </a:t>
            </a: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API</a:t>
            </a:r>
            <a:r>
              <a:rPr lang="ko-KR" altLang="en-US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가 변종별로 다름</a:t>
            </a: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</a:t>
            </a:r>
            <a:r>
              <a:rPr lang="en-US" altLang="ko-KR" sz="100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crypto_sign</a:t>
            </a: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_*) / </a:t>
            </a:r>
            <a:b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clean·avx2 </a:t>
            </a:r>
            <a:r>
              <a:rPr lang="ko-KR" altLang="en-US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폴더</a:t>
            </a: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·</a:t>
            </a:r>
            <a:r>
              <a:rPr lang="ko-KR" altLang="en-US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빌드 분리</a:t>
            </a:r>
          </a:p>
        </p:txBody>
      </p:sp>
      <p:sp>
        <p:nvSpPr>
          <p:cNvPr id="9" name="Right Arrow 9">
            <a:extLst>
              <a:ext uri="{FF2B5EF4-FFF2-40B4-BE49-F238E27FC236}">
                <a16:creationId xmlns:a16="http://schemas.microsoft.com/office/drawing/2014/main" id="{E018E188-798B-CDA0-60DA-5AAF91561743}"/>
              </a:ext>
            </a:extLst>
          </p:cNvPr>
          <p:cNvSpPr/>
          <p:nvPr/>
        </p:nvSpPr>
        <p:spPr>
          <a:xfrm>
            <a:off x="5869749" y="2840355"/>
            <a:ext cx="452502" cy="323950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5FFEA617-D456-7684-F624-63D62BF2895B}"/>
              </a:ext>
            </a:extLst>
          </p:cNvPr>
          <p:cNvSpPr/>
          <p:nvPr/>
        </p:nvSpPr>
        <p:spPr>
          <a:xfrm>
            <a:off x="6501824" y="1401318"/>
            <a:ext cx="5285232" cy="3310128"/>
          </a:xfrm>
          <a:prstGeom prst="roundRect">
            <a:avLst>
              <a:gd name="adj" fmla="val 4854"/>
            </a:avLst>
          </a:prstGeom>
          <a:noFill/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B65628-62CD-2A29-6AB1-0BBF54C6C15D}"/>
              </a:ext>
            </a:extLst>
          </p:cNvPr>
          <p:cNvSpPr txBox="1"/>
          <p:nvPr/>
        </p:nvSpPr>
        <p:spPr>
          <a:xfrm>
            <a:off x="6547544" y="1778273"/>
            <a:ext cx="5193792" cy="31239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5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OQS (</a:t>
            </a:r>
            <a:r>
              <a:rPr sz="155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liboqs</a:t>
            </a:r>
            <a:r>
              <a:rPr sz="155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) </a:t>
            </a:r>
            <a:r>
              <a:rPr sz="155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구</a:t>
            </a:r>
            <a:r>
              <a:rPr lang="ko-KR" altLang="en-US" sz="155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조</a:t>
            </a:r>
            <a:endParaRPr sz="1100" dirty="0"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99F14D-9F68-F98E-52DB-579C39BB652C}"/>
              </a:ext>
            </a:extLst>
          </p:cNvPr>
          <p:cNvSpPr txBox="1"/>
          <p:nvPr/>
        </p:nvSpPr>
        <p:spPr>
          <a:xfrm>
            <a:off x="6666416" y="2130594"/>
            <a:ext cx="5010912" cy="15973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include/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oqs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/      ←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공개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헤더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단일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트리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
     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sig.h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common.h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sha3.h …
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src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/common/       ←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공통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코드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1벌만
      sha3(Keccak)  sha2 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aes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rand
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src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/sig/aimer/
      sig_aimer_128f.c   ←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통합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래퍼</a:t>
            </a:r>
            <a:r>
              <a:rPr sz="103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
      aimer-128f_{ref, avx2, avx512}/
tests/KAT/        ← </a:t>
            </a:r>
            <a:r>
              <a:rPr sz="103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중앙집중</a:t>
            </a:r>
            <a:endParaRPr sz="1030" dirty="0">
              <a:solidFill>
                <a:srgbClr val="1F2A37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E0E2B953-2970-BF65-15C2-18D43315ADC5}"/>
              </a:ext>
            </a:extLst>
          </p:cNvPr>
          <p:cNvSpPr/>
          <p:nvPr/>
        </p:nvSpPr>
        <p:spPr>
          <a:xfrm>
            <a:off x="6659440" y="3827316"/>
            <a:ext cx="4956048" cy="746101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4000"/>
              </a:lnSpc>
              <a:spcAft>
                <a:spcPts val="200"/>
              </a:spcAft>
            </a:pPr>
            <a:r>
              <a:rPr lang="ko-KR" altLang="en-US" sz="1000" b="1" dirty="0">
                <a:solidFill>
                  <a:schemeClr val="accent5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이점</a:t>
            </a:r>
            <a:r>
              <a:rPr lang="ko-KR" altLang="en-US" sz="1000" dirty="0">
                <a:solidFill>
                  <a:srgbClr val="1E7A4D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 </a:t>
            </a:r>
            <a:br>
              <a:rPr lang="ko-KR" altLang="en-US" sz="1000" dirty="0">
                <a:solidFill>
                  <a:srgbClr val="1E7A4D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lang="ko-KR" altLang="en-US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통합 </a:t>
            </a: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API OQS_SIG / </a:t>
            </a:r>
            <a:b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common 1</a:t>
            </a:r>
            <a:r>
              <a:rPr lang="ko-KR" altLang="en-US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벌 공유 </a:t>
            </a: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/ </a:t>
            </a:r>
            <a:b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lang="ko-KR" altLang="en-US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런타임 </a:t>
            </a:r>
            <a:r>
              <a:rPr lang="en-US" altLang="ko-KR" sz="1000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ref·avx2·avx512 </a:t>
            </a:r>
            <a:r>
              <a:rPr lang="ko-KR" altLang="en-US" sz="1000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디스패치</a:t>
            </a:r>
            <a:endParaRPr lang="ko-KR" altLang="en-US" sz="1000" dirty="0">
              <a:solidFill>
                <a:srgbClr val="1F2A37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FD517E-CFAD-8FDA-DA52-965C521A476A}"/>
              </a:ext>
            </a:extLst>
          </p:cNvPr>
          <p:cNvSpPr txBox="1"/>
          <p:nvPr/>
        </p:nvSpPr>
        <p:spPr>
          <a:xfrm>
            <a:off x="402776" y="4954826"/>
            <a:ext cx="2907352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5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왜</a:t>
            </a:r>
            <a:r>
              <a:rPr sz="15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5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common을</a:t>
            </a:r>
            <a:r>
              <a:rPr sz="15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500" dirty="0" err="1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OQS로</a:t>
            </a:r>
            <a:r>
              <a:rPr sz="1500" dirty="0">
                <a:latin typeface="Gmarket Sans Medium" panose="02000000000000000000" pitchFamily="2" charset="-128"/>
                <a:ea typeface="Gmarket Sans Medium" panose="02000000000000000000" pitchFamily="2" charset="-128"/>
              </a:rPr>
              <a:t>?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68701A-E997-9F5C-4AB1-6433A4442E5A}"/>
              </a:ext>
            </a:extLst>
          </p:cNvPr>
          <p:cNvSpPr txBox="1"/>
          <p:nvPr/>
        </p:nvSpPr>
        <p:spPr>
          <a:xfrm>
            <a:off x="429768" y="5463304"/>
            <a:ext cx="2697479" cy="2585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① common </a:t>
            </a:r>
            <a:r>
              <a:rPr sz="1200" b="1" dirty="0" err="1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단일화</a:t>
            </a:r>
            <a:endParaRPr sz="1200" b="1" dirty="0">
              <a:highlight>
                <a:srgbClr val="FFFF00"/>
              </a:highlight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6595CF-AA98-4C39-6D78-2E1B442D2CCC}"/>
              </a:ext>
            </a:extLst>
          </p:cNvPr>
          <p:cNvSpPr txBox="1"/>
          <p:nvPr/>
        </p:nvSpPr>
        <p:spPr>
          <a:xfrm>
            <a:off x="429768" y="5720084"/>
            <a:ext cx="2697479" cy="751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Keccak/SHA/AES/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rand를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한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곳에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 </a:t>
            </a:r>
            <a:br>
              <a:rPr lang="en-US"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AVX512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Keccak을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common에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한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번만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넣으면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6변종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전부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즉시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가속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—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중복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제거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·</a:t>
            </a:r>
            <a:br>
              <a:rPr lang="en-US"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유지보수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1지점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4B16B4-4861-5FD5-8077-F9A8A5302361}"/>
              </a:ext>
            </a:extLst>
          </p:cNvPr>
          <p:cNvSpPr txBox="1"/>
          <p:nvPr/>
        </p:nvSpPr>
        <p:spPr>
          <a:xfrm>
            <a:off x="3310128" y="5463304"/>
            <a:ext cx="2697479" cy="2585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② </a:t>
            </a:r>
            <a:r>
              <a:rPr sz="1200" b="1" dirty="0" err="1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통합</a:t>
            </a:r>
            <a:r>
              <a:rPr sz="1200" b="1" dirty="0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API (OQS_SIG)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DBD014-6EAD-4884-026F-DC444809FDF0}"/>
              </a:ext>
            </a:extLst>
          </p:cNvPr>
          <p:cNvSpPr txBox="1"/>
          <p:nvPr/>
        </p:nvSpPr>
        <p:spPr>
          <a:xfrm>
            <a:off x="3310128" y="5720084"/>
            <a:ext cx="2697479" cy="751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변종을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이름으로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고르는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단일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인터페이스</a:t>
            </a:r>
            <a:br>
              <a:rPr lang="en-US"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(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함수포인터+길이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메타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).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PQClean식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변종별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crypto_sign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_*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분기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제거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br>
              <a:rPr lang="en-US"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→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벤치·연동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일관</a:t>
            </a:r>
            <a:endParaRPr sz="1019" dirty="0">
              <a:solidFill>
                <a:srgbClr val="1F2A37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B0CFCB-7121-C875-BD3A-50D0B5D2DEB4}"/>
              </a:ext>
            </a:extLst>
          </p:cNvPr>
          <p:cNvSpPr txBox="1"/>
          <p:nvPr/>
        </p:nvSpPr>
        <p:spPr>
          <a:xfrm>
            <a:off x="6190488" y="5463304"/>
            <a:ext cx="2697479" cy="2585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③ </a:t>
            </a:r>
            <a:r>
              <a:rPr sz="1200" b="1" dirty="0" err="1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런타임</a:t>
            </a:r>
            <a:r>
              <a:rPr sz="1200" b="1" dirty="0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200" b="1" dirty="0" err="1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디스패치</a:t>
            </a:r>
            <a:endParaRPr sz="1200" b="1" dirty="0">
              <a:highlight>
                <a:srgbClr val="FFFF00"/>
              </a:highlight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B38862-E249-13B3-F961-BFA44F6C8EBF}"/>
              </a:ext>
            </a:extLst>
          </p:cNvPr>
          <p:cNvSpPr txBox="1"/>
          <p:nvPr/>
        </p:nvSpPr>
        <p:spPr>
          <a:xfrm>
            <a:off x="6190488" y="5720084"/>
            <a:ext cx="2697479" cy="58208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래퍼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1개가 CPU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기능에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맞춰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br>
              <a:rPr lang="en-US"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ref/avx2/avx512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선택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 </a:t>
            </a:r>
            <a:br>
              <a:rPr lang="en-US"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한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바이너리로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이식성과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최적화를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동시에</a:t>
            </a:r>
            <a:endParaRPr sz="1019" dirty="0">
              <a:solidFill>
                <a:srgbClr val="1F2A37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3AC787-C26C-B4CB-94FA-785057954852}"/>
              </a:ext>
            </a:extLst>
          </p:cNvPr>
          <p:cNvSpPr txBox="1"/>
          <p:nvPr/>
        </p:nvSpPr>
        <p:spPr>
          <a:xfrm>
            <a:off x="9070848" y="5463304"/>
            <a:ext cx="2697479" cy="2585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dirty="0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④ </a:t>
            </a:r>
            <a:r>
              <a:rPr sz="1200" b="1" dirty="0" err="1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표준</a:t>
            </a:r>
            <a:r>
              <a:rPr sz="1200" b="1" dirty="0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200" b="1" dirty="0" err="1">
                <a:highlight>
                  <a:srgbClr val="FFFF00"/>
                </a:highlight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생태계</a:t>
            </a:r>
            <a:endParaRPr sz="1200" b="1" dirty="0">
              <a:highlight>
                <a:srgbClr val="FFFF00"/>
              </a:highlight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1E494D-8605-E14A-B821-480C93C3C9A0}"/>
              </a:ext>
            </a:extLst>
          </p:cNvPr>
          <p:cNvSpPr txBox="1"/>
          <p:nvPr/>
        </p:nvSpPr>
        <p:spPr>
          <a:xfrm>
            <a:off x="9070848" y="5720084"/>
            <a:ext cx="2716208" cy="412677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liboqs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=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사실상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PQC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통합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표준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. </a:t>
            </a:r>
            <a:br>
              <a:rPr lang="en-US"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</a:b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그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구조를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dirty="0" err="1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따르면</a:t>
            </a:r>
            <a:r>
              <a:rPr sz="1019" dirty="0">
                <a:solidFill>
                  <a:srgbClr val="1F2A37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b="1" dirty="0" err="1">
                <a:solidFill>
                  <a:srgbClr val="2E75B6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외부</a:t>
            </a:r>
            <a:r>
              <a:rPr sz="1019" b="1" dirty="0">
                <a:solidFill>
                  <a:srgbClr val="2E75B6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b="1" dirty="0" err="1">
                <a:solidFill>
                  <a:srgbClr val="2E75B6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비교·제출·통합이</a:t>
            </a:r>
            <a:r>
              <a:rPr sz="1019" b="1" dirty="0">
                <a:solidFill>
                  <a:srgbClr val="2E75B6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 </a:t>
            </a:r>
            <a:r>
              <a:rPr sz="1019" b="1" dirty="0" err="1">
                <a:solidFill>
                  <a:srgbClr val="2E75B6"/>
                </a:solidFill>
                <a:latin typeface="Gmarket Sans Medium" panose="02000000000000000000" pitchFamily="2" charset="-128"/>
                <a:ea typeface="Gmarket Sans Medium" panose="02000000000000000000" pitchFamily="2" charset="-128"/>
              </a:rPr>
              <a:t>쉬움</a:t>
            </a:r>
            <a:endParaRPr sz="1019" dirty="0">
              <a:solidFill>
                <a:srgbClr val="1F2A37"/>
              </a:solidFill>
              <a:latin typeface="Gmarket Sans Medium" panose="02000000000000000000" pitchFamily="2" charset="-128"/>
              <a:ea typeface="Gmarket Sans Medium" panose="02000000000000000000" pitchFamily="2" charset="-128"/>
            </a:endParaRPr>
          </a:p>
        </p:txBody>
      </p:sp>
      <p:pic>
        <p:nvPicPr>
          <p:cNvPr id="14" name="오디오 13">
            <a:extLst>
              <a:ext uri="{FF2B5EF4-FFF2-40B4-BE49-F238E27FC236}">
                <a16:creationId xmlns:a16="http://schemas.microsoft.com/office/drawing/2014/main" id="{9B30B2CC-BF50-4341-809E-7AAD10DB64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610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373"/>
    </mc:Choice>
    <mc:Fallback>
      <p:transition spd="slow" advTm="843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808" x="3135313" y="6276975"/>
          <p14:tracePt t="9836" x="2446338" y="5365750"/>
          <p14:tracePt t="9844" x="2347913" y="5232400"/>
          <p14:tracePt t="9856" x="2139950" y="5041900"/>
          <p14:tracePt t="9889" x="1898650" y="4884738"/>
          <p14:tracePt t="9901" x="1800225" y="4818063"/>
          <p14:tracePt t="9917" x="1592263" y="4735513"/>
          <p14:tracePt t="9933" x="1476375" y="4735513"/>
          <p14:tracePt t="9950" x="1301750" y="4784725"/>
          <p14:tracePt t="9966" x="1203325" y="4833938"/>
          <p14:tracePt t="9983" x="1077913" y="4867275"/>
          <p14:tracePt t="10000" x="1028700" y="4884738"/>
          <p14:tracePt t="10016" x="962025" y="4900613"/>
          <p14:tracePt t="10033" x="920750" y="4900613"/>
          <p14:tracePt t="10050" x="871538" y="4867275"/>
          <p14:tracePt t="10066" x="804863" y="4718050"/>
          <p14:tracePt t="10083" x="754063" y="4511675"/>
          <p14:tracePt t="10100" x="647700" y="3822700"/>
          <p14:tracePt t="10117" x="647700" y="3598863"/>
          <p14:tracePt t="10133" x="647700" y="2844800"/>
          <p14:tracePt t="10150" x="647700" y="2570163"/>
          <p14:tracePt t="10166" x="704850" y="2281238"/>
          <p14:tracePt t="10183" x="804863" y="2106613"/>
          <p14:tracePt t="10200" x="854075" y="2039938"/>
          <p14:tracePt t="10216" x="903288" y="2006600"/>
          <p14:tracePt t="10233" x="946150" y="1990725"/>
          <p14:tracePt t="10266" x="962025" y="1990725"/>
          <p14:tracePt t="10667" x="946150" y="2006600"/>
          <p14:tracePt t="10683" x="903288" y="2039938"/>
          <p14:tracePt t="10700" x="820738" y="2122488"/>
          <p14:tracePt t="10717" x="688975" y="2214563"/>
          <p14:tracePt t="10734" x="596900" y="2247900"/>
          <p14:tracePt t="10750" x="530225" y="2297113"/>
          <p14:tracePt t="10767" x="496888" y="2297113"/>
          <p14:tracePt t="10783" x="465138" y="2312988"/>
          <p14:tracePt t="10800" x="447675" y="2312988"/>
          <p14:tracePt t="10899" x="465138" y="2312988"/>
          <p14:tracePt t="10932" x="496888" y="2312988"/>
          <p14:tracePt t="10950" x="514350" y="2312988"/>
          <p14:tracePt t="10966" x="563563" y="2312988"/>
          <p14:tracePt t="10983" x="647700" y="2312988"/>
          <p14:tracePt t="11000" x="738188" y="2312988"/>
          <p14:tracePt t="11017" x="854075" y="2312988"/>
          <p14:tracePt t="11033" x="946150" y="2312988"/>
          <p14:tracePt t="11050" x="1028700" y="2312988"/>
          <p14:tracePt t="11067" x="1095375" y="2312988"/>
          <p14:tracePt t="11083" x="1128713" y="2312988"/>
          <p14:tracePt t="11100" x="1144588" y="2312988"/>
          <p14:tracePt t="11117" x="1177925" y="2312988"/>
          <p14:tracePt t="11133" x="1219200" y="2312988"/>
          <p14:tracePt t="11150" x="1252538" y="2312988"/>
          <p14:tracePt t="11167" x="1301750" y="2312988"/>
          <p14:tracePt t="11183" x="1352550" y="2312988"/>
          <p14:tracePt t="11200" x="1401763" y="2312988"/>
          <p14:tracePt t="11217" x="1450975" y="2312988"/>
          <p14:tracePt t="11233" x="1509713" y="2312988"/>
          <p14:tracePt t="11250" x="1543050" y="2312988"/>
          <p14:tracePt t="11267" x="1558925" y="2330450"/>
          <p14:tracePt t="11409" x="1558925" y="2346325"/>
          <p14:tracePt t="11417" x="1543050" y="2346325"/>
          <p14:tracePt t="11433" x="1509713" y="2346325"/>
          <p14:tracePt t="11450" x="1450975" y="2346325"/>
          <p14:tracePt t="11467" x="1417638" y="2346325"/>
          <p14:tracePt t="11483" x="1368425" y="2346325"/>
          <p14:tracePt t="11500" x="1335088" y="2346325"/>
          <p14:tracePt t="11516" x="1319213" y="2346325"/>
          <p14:tracePt t="11533" x="1301750" y="2346325"/>
          <p14:tracePt t="11550" x="1235075" y="2346325"/>
          <p14:tracePt t="11566" x="1128713" y="2346325"/>
          <p14:tracePt t="11583" x="995363" y="2346325"/>
          <p14:tracePt t="11600" x="838200" y="2346325"/>
          <p14:tracePt t="11616" x="688975" y="2346325"/>
          <p14:tracePt t="11633" x="530225" y="2346325"/>
          <p14:tracePt t="11650" x="447675" y="2346325"/>
          <p14:tracePt t="11666" x="357188" y="2346325"/>
          <p14:tracePt t="11683" x="306388" y="2346325"/>
          <p14:tracePt t="11700" x="290513" y="2346325"/>
          <p14:tracePt t="12049" x="273050" y="2346325"/>
          <p14:tracePt t="12083" x="257175" y="2346325"/>
          <p14:tracePt t="12116" x="257175" y="2330450"/>
          <p14:tracePt t="12182" x="257175" y="2312988"/>
          <p14:tracePt t="12232" x="273050" y="2312988"/>
          <p14:tracePt t="12250" x="306388" y="2312988"/>
          <p14:tracePt t="12267" x="373063" y="2312988"/>
          <p14:tracePt t="12283" x="447675" y="2312988"/>
          <p14:tracePt t="12300" x="530225" y="2312988"/>
          <p14:tracePt t="12317" x="671513" y="2312988"/>
          <p14:tracePt t="12333" x="754063" y="2312988"/>
          <p14:tracePt t="12350" x="820738" y="2312988"/>
          <p14:tracePt t="12367" x="887413" y="2312988"/>
          <p14:tracePt t="12383" x="946150" y="2312988"/>
          <p14:tracePt t="12400" x="995363" y="2312988"/>
          <p14:tracePt t="12416" x="1011238" y="2297113"/>
          <p14:tracePt t="12433" x="1028700" y="2297113"/>
          <p14:tracePt t="12450" x="1044575" y="2297113"/>
          <p14:tracePt t="12482" x="1077913" y="2297113"/>
          <p14:tracePt t="12500" x="1095375" y="2297113"/>
          <p14:tracePt t="12516" x="1128713" y="2297113"/>
          <p14:tracePt t="12533" x="1160463" y="2297113"/>
          <p14:tracePt t="12550" x="1203325" y="2297113"/>
          <p14:tracePt t="12567" x="1235075" y="2297113"/>
          <p14:tracePt t="12583" x="1268413" y="2281238"/>
          <p14:tracePt t="12600" x="1319213" y="2281238"/>
          <p14:tracePt t="12617" x="1368425" y="2281238"/>
          <p14:tracePt t="12633" x="1450975" y="2281238"/>
          <p14:tracePt t="12650" x="1609725" y="2263775"/>
          <p14:tracePt t="12666" x="1658938" y="2263775"/>
          <p14:tracePt t="12683" x="1733550" y="2263775"/>
          <p14:tracePt t="12700" x="1782763" y="2263775"/>
          <p14:tracePt t="12717" x="1816100" y="2263775"/>
          <p14:tracePt t="12733" x="1833563" y="2263775"/>
          <p14:tracePt t="12766" x="1849438" y="2263775"/>
          <p14:tracePt t="13162" x="1833563" y="2263775"/>
          <p14:tracePt t="14166" x="1849438" y="2263775"/>
          <p14:tracePt t="14216" x="1866900" y="2263775"/>
          <p14:tracePt t="14233" x="1898650" y="2263775"/>
          <p14:tracePt t="14250" x="1982788" y="2263775"/>
          <p14:tracePt t="14266" x="2090738" y="2263775"/>
          <p14:tracePt t="14283" x="2155825" y="2263775"/>
          <p14:tracePt t="14300" x="2222500" y="2263775"/>
          <p14:tracePt t="14316" x="2239963" y="2263775"/>
          <p14:tracePt t="14333" x="2263775" y="2263775"/>
          <p14:tracePt t="14350" x="2281238" y="2281238"/>
          <p14:tracePt t="14549" x="2263775" y="2281238"/>
          <p14:tracePt t="14567" x="2239963" y="2281238"/>
          <p14:tracePt t="14583" x="2206625" y="2281238"/>
          <p14:tracePt t="14600" x="2189163" y="2297113"/>
          <p14:tracePt t="14617" x="2173288" y="2297113"/>
          <p14:tracePt t="14633" x="2139950" y="2297113"/>
          <p14:tracePt t="14650" x="2106613" y="2297113"/>
          <p14:tracePt t="14666" x="2039938" y="2312988"/>
          <p14:tracePt t="14683" x="1949450" y="2330450"/>
          <p14:tracePt t="14700" x="1882775" y="2330450"/>
          <p14:tracePt t="14717" x="1816100" y="2330450"/>
          <p14:tracePt t="14734" x="1766888" y="2330450"/>
          <p14:tracePt t="14766" x="1749425" y="2330450"/>
          <p14:tracePt t="14799" x="1708150" y="2330450"/>
          <p14:tracePt t="15625" x="1733550" y="2330450"/>
          <p14:tracePt t="15634" x="1782763" y="2330450"/>
          <p14:tracePt t="15650" x="1833563" y="2330450"/>
          <p14:tracePt t="15667" x="2090738" y="2312988"/>
          <p14:tracePt t="15683" x="2155825" y="2297113"/>
          <p14:tracePt t="15700" x="2297113" y="2297113"/>
          <p14:tracePt t="15716" x="2363788" y="2297113"/>
          <p14:tracePt t="15733" x="2397125" y="2297113"/>
          <p14:tracePt t="15766" x="2413000" y="2297113"/>
          <p14:tracePt t="15816" x="2430463" y="2297113"/>
          <p14:tracePt t="15866" x="2479675" y="2312988"/>
          <p14:tracePt t="15883" x="2538413" y="2330450"/>
          <p14:tracePt t="15900" x="2636838" y="2346325"/>
          <p14:tracePt t="15917" x="2736850" y="2363788"/>
          <p14:tracePt t="15933" x="2811463" y="2379663"/>
          <p14:tracePt t="15950" x="2878138" y="2420938"/>
          <p14:tracePt t="15967" x="2927350" y="2420938"/>
          <p14:tracePt t="15983" x="2944813" y="2438400"/>
          <p14:tracePt t="16000" x="2960688" y="2438400"/>
          <p14:tracePt t="16032" x="2978150" y="2454275"/>
          <p14:tracePt t="16066" x="2994025" y="2454275"/>
          <p14:tracePt t="16083" x="3009900" y="2471738"/>
          <p14:tracePt t="16100" x="3027363" y="2471738"/>
          <p14:tracePt t="16132" x="3052763" y="2471738"/>
          <p14:tracePt t="16166" x="3068638" y="2471738"/>
          <p14:tracePt t="16183" x="3086100" y="2471738"/>
          <p14:tracePt t="16200" x="3101975" y="2471738"/>
          <p14:tracePt t="16216" x="3135313" y="2471738"/>
          <p14:tracePt t="16233" x="3168650" y="2487613"/>
          <p14:tracePt t="16250" x="3201988" y="2487613"/>
          <p14:tracePt t="16266" x="3267075" y="2487613"/>
          <p14:tracePt t="16283" x="3325813" y="2505075"/>
          <p14:tracePt t="16300" x="3359150" y="2520950"/>
          <p14:tracePt t="16317" x="3408363" y="2520950"/>
          <p14:tracePt t="16333" x="3441700" y="2536825"/>
          <p14:tracePt t="16350" x="3459163" y="2536825"/>
          <p14:tracePt t="16367" x="3475038" y="2554288"/>
          <p14:tracePt t="16399" x="3492500" y="2554288"/>
          <p14:tracePt t="16417" x="3492500" y="2570163"/>
          <p14:tracePt t="16433" x="3508375" y="2570163"/>
          <p14:tracePt t="16450" x="3508375" y="2587625"/>
          <p14:tracePt t="16467" x="3508375" y="2603500"/>
          <p14:tracePt t="16499" x="3508375" y="2620963"/>
          <p14:tracePt t="16532" x="3524250" y="2620963"/>
          <p14:tracePt t="16550" x="3524250" y="2636838"/>
          <p14:tracePt t="16566" x="3524250" y="2654300"/>
          <p14:tracePt t="16599" x="3524250" y="2678113"/>
          <p14:tracePt t="16616" x="3524250" y="2695575"/>
          <p14:tracePt t="16633" x="3524250" y="2711450"/>
          <p14:tracePt t="16666" x="3524250" y="2728913"/>
          <p14:tracePt t="16718" x="3524250" y="2744788"/>
          <p14:tracePt t="16766" x="3524250" y="2760663"/>
          <p14:tracePt t="16799" x="3524250" y="2778125"/>
          <p14:tracePt t="16832" x="3524250" y="2794000"/>
          <p14:tracePt t="16850" x="3524250" y="2811463"/>
          <p14:tracePt t="16866" x="3524250" y="2827338"/>
          <p14:tracePt t="16899" x="3541713" y="2844800"/>
          <p14:tracePt t="16916" x="3541713" y="2860675"/>
          <p14:tracePt t="16949" x="3541713" y="2878138"/>
          <p14:tracePt t="16966" x="3557588" y="2878138"/>
          <p14:tracePt t="21282" x="3557588" y="2860675"/>
          <p14:tracePt t="21300" x="3557588" y="2778125"/>
          <p14:tracePt t="21317" x="3557588" y="2711450"/>
          <p14:tracePt t="21333" x="3582988" y="2520950"/>
          <p14:tracePt t="21350" x="3598863" y="2438400"/>
          <p14:tracePt t="21366" x="3649663" y="2297113"/>
          <p14:tracePt t="21383" x="3716338" y="2214563"/>
          <p14:tracePt t="21400" x="3732213" y="2197100"/>
          <p14:tracePt t="21417" x="3765550" y="2163763"/>
          <p14:tracePt t="21433" x="3832225" y="2139950"/>
          <p14:tracePt t="21450" x="3856038" y="2139950"/>
          <p14:tracePt t="21466" x="3889375" y="2139950"/>
          <p14:tracePt t="21483" x="3906838" y="2139950"/>
          <p14:tracePt t="21500" x="3922713" y="2139950"/>
          <p14:tracePt t="21516" x="3940175" y="2139950"/>
          <p14:tracePt t="21566" x="3956050" y="2163763"/>
          <p14:tracePt t="21599" x="3956050" y="2181225"/>
          <p14:tracePt t="21616" x="3973513" y="2197100"/>
          <p14:tracePt t="21633" x="3973513" y="2214563"/>
          <p14:tracePt t="21665" x="3973513" y="2230438"/>
          <p14:tracePt t="21683" x="3989388" y="2247900"/>
          <p14:tracePt t="21700" x="3989388" y="2263775"/>
          <p14:tracePt t="21733" x="3989388" y="2281238"/>
          <p14:tracePt t="33732" x="3989388" y="2214563"/>
          <p14:tracePt t="33750" x="3989388" y="2122488"/>
          <p14:tracePt t="33767" x="4005263" y="1666875"/>
          <p14:tracePt t="33784" x="4071938" y="1335088"/>
          <p14:tracePt t="33800" x="4229100" y="771525"/>
          <p14:tracePt t="33817" x="4329113" y="373063"/>
          <p14:tracePt t="43792" x="5465763" y="704850"/>
          <p14:tracePt t="43810" x="5465763" y="1335088"/>
          <p14:tracePt t="43822" x="5481638" y="1443038"/>
          <p14:tracePt t="43839" x="5532438" y="2106613"/>
          <p14:tracePt t="43850" x="5532438" y="2197100"/>
          <p14:tracePt t="43867" x="5565775" y="2520950"/>
          <p14:tracePt t="43883" x="5565775" y="2744788"/>
          <p14:tracePt t="43900" x="5565775" y="2935288"/>
          <p14:tracePt t="43916" x="5514975" y="3084513"/>
          <p14:tracePt t="43933" x="5481638" y="3167063"/>
          <p14:tracePt t="43950" x="5424488" y="3275013"/>
          <p14:tracePt t="43966" x="5373688" y="3341688"/>
          <p14:tracePt t="43983" x="5341938" y="3390900"/>
          <p14:tracePt t="43999" x="5308600" y="3449638"/>
          <p14:tracePt t="44016" x="5275263" y="3532188"/>
          <p14:tracePt t="44033" x="5257800" y="3616325"/>
          <p14:tracePt t="44050" x="5224463" y="3722688"/>
          <p14:tracePt t="44066" x="5175250" y="3806825"/>
          <p14:tracePt t="44083" x="5118100" y="3889375"/>
          <p14:tracePt t="44100" x="5067300" y="3963988"/>
          <p14:tracePt t="44116" x="5018088" y="3997325"/>
          <p14:tracePt t="44133" x="4967288" y="4030663"/>
          <p14:tracePt t="44150" x="4876800" y="4046538"/>
          <p14:tracePt t="44166" x="4794250" y="4046538"/>
          <p14:tracePt t="44183" x="4678363" y="4013200"/>
          <p14:tracePt t="44200" x="4570413" y="3963988"/>
          <p14:tracePt t="44216" x="4486275" y="3889375"/>
          <p14:tracePt t="44233" x="4421188" y="3773488"/>
          <p14:tracePt t="44250" x="4329113" y="3498850"/>
          <p14:tracePt t="44266" x="4313238" y="3375025"/>
          <p14:tracePt t="44283" x="4313238" y="3167063"/>
          <p14:tracePt t="44299" x="4313238" y="3035300"/>
          <p14:tracePt t="44316" x="4362450" y="2911475"/>
          <p14:tracePt t="44333" x="4362450" y="2878138"/>
          <p14:tracePt t="44350" x="4387850" y="2860675"/>
          <p14:tracePt t="44366" x="4403725" y="2860675"/>
          <p14:tracePt t="44399" x="4421188" y="2860675"/>
          <p14:tracePt t="44432" x="4437063" y="2860675"/>
          <p14:tracePt t="44450" x="4454525" y="2860675"/>
          <p14:tracePt t="44482" x="4470400" y="2860675"/>
          <p14:tracePt t="44551" x="4486275" y="2860675"/>
          <p14:tracePt t="44582" x="4503738" y="2878138"/>
          <p14:tracePt t="44615" x="4519613" y="2878138"/>
          <p14:tracePt t="44633" x="4552950" y="2894013"/>
          <p14:tracePt t="44650" x="4570413" y="2894013"/>
          <p14:tracePt t="44666" x="4586288" y="2911475"/>
          <p14:tracePt t="44699" x="4603750" y="2911475"/>
          <p14:tracePt t="47198" x="4660900" y="2911475"/>
          <p14:tracePt t="47216" x="4760913" y="2911475"/>
          <p14:tracePt t="47233" x="4843463" y="2911475"/>
          <p14:tracePt t="47249" x="4935538" y="2911475"/>
          <p14:tracePt t="47266" x="4967288" y="2935288"/>
          <p14:tracePt t="47283" x="5000625" y="2935288"/>
          <p14:tracePt t="47300" x="5000625" y="2952750"/>
          <p14:tracePt t="47349" x="5000625" y="2986088"/>
          <p14:tracePt t="47366" x="4967288" y="3017838"/>
          <p14:tracePt t="47383" x="4918075" y="3051175"/>
          <p14:tracePt t="47400" x="4860925" y="3084513"/>
          <p14:tracePt t="47416" x="4843463" y="3084513"/>
          <p14:tracePt t="47433" x="4810125" y="3101975"/>
          <p14:tracePt t="47450" x="4794250" y="3101975"/>
          <p14:tracePt t="47466" x="4794250" y="3117850"/>
          <p14:tracePt t="47483" x="4776788" y="3117850"/>
          <p14:tracePt t="48099" x="4794250" y="3117850"/>
          <p14:tracePt t="48116" x="4843463" y="3101975"/>
          <p14:tracePt t="48133" x="4918075" y="3084513"/>
          <p14:tracePt t="48150" x="4984750" y="3068638"/>
          <p14:tracePt t="48166" x="5033963" y="3051175"/>
          <p14:tracePt t="48183" x="5051425" y="3035300"/>
          <p14:tracePt t="48200" x="5084763" y="3035300"/>
          <p14:tracePt t="48216" x="5100638" y="3035300"/>
          <p14:tracePt t="48233" x="5118100" y="3017838"/>
          <p14:tracePt t="48250" x="5133975" y="3017838"/>
          <p14:tracePt t="48266" x="5149850" y="3001963"/>
          <p14:tracePt t="48283" x="5192713" y="3001963"/>
          <p14:tracePt t="48299" x="5224463" y="3001963"/>
          <p14:tracePt t="48316" x="5241925" y="2986088"/>
          <p14:tracePt t="48349" x="5257800" y="2986088"/>
          <p14:tracePt t="48433" x="5257800" y="2968625"/>
          <p14:tracePt t="48466" x="5257800" y="2952750"/>
          <p14:tracePt t="48483" x="5275263" y="2952750"/>
          <p14:tracePt t="48499" x="5275263" y="2935288"/>
          <p14:tracePt t="48516" x="5291138" y="2911475"/>
          <p14:tracePt t="48533" x="5324475" y="2894013"/>
          <p14:tracePt t="48549" x="5407025" y="2844800"/>
          <p14:tracePt t="48566" x="5581650" y="2778125"/>
          <p14:tracePt t="48583" x="5772150" y="2728913"/>
          <p14:tracePt t="48600" x="6013450" y="2678113"/>
          <p14:tracePt t="48616" x="6303963" y="2620963"/>
          <p14:tracePt t="48633" x="6453188" y="2587625"/>
          <p14:tracePt t="48649" x="6626225" y="2554288"/>
          <p14:tracePt t="48666" x="6710363" y="2536825"/>
          <p14:tracePt t="48683" x="6726238" y="2536825"/>
          <p14:tracePt t="48700" x="6743700" y="2520950"/>
          <p14:tracePt t="48716" x="6767513" y="2520950"/>
          <p14:tracePt t="48782" x="6743700" y="2520950"/>
          <p14:tracePt t="48799" x="6726238" y="2520950"/>
          <p14:tracePt t="48832" x="6710363" y="2520950"/>
          <p14:tracePt t="48882" x="6692900" y="2520950"/>
          <p14:tracePt t="48915" x="6677025" y="2505075"/>
          <p14:tracePt t="48933" x="6659563" y="2487613"/>
          <p14:tracePt t="48950" x="6643688" y="2471738"/>
          <p14:tracePt t="48966" x="6626225" y="2471738"/>
          <p14:tracePt t="48983" x="6626225" y="2454275"/>
          <p14:tracePt t="49000" x="6610350" y="2454275"/>
          <p14:tracePt t="49016" x="6610350" y="2438400"/>
          <p14:tracePt t="49033" x="6610350" y="2420938"/>
          <p14:tracePt t="49049" x="6610350" y="2397125"/>
          <p14:tracePt t="49066" x="6610350" y="2379663"/>
          <p14:tracePt t="49083" x="6610350" y="2363788"/>
          <p14:tracePt t="49099" x="6610350" y="2346325"/>
          <p14:tracePt t="49132" x="6626225" y="2330450"/>
          <p14:tracePt t="49149" x="6692900" y="2330450"/>
          <p14:tracePt t="49166" x="6818313" y="2312988"/>
          <p14:tracePt t="49183" x="6967538" y="2297113"/>
          <p14:tracePt t="49200" x="7256463" y="2263775"/>
          <p14:tracePt t="49216" x="7364413" y="2263775"/>
          <p14:tracePt t="49233" x="7546975" y="2230438"/>
          <p14:tracePt t="49249" x="7588250" y="2230438"/>
          <p14:tracePt t="49266" x="7639050" y="2230438"/>
          <p14:tracePt t="49283" x="7672388" y="2230438"/>
          <p14:tracePt t="49350" x="7654925" y="2230438"/>
          <p14:tracePt t="49366" x="7621588" y="2214563"/>
          <p14:tracePt t="49383" x="7572375" y="2197100"/>
          <p14:tracePt t="49400" x="7381875" y="2139950"/>
          <p14:tracePt t="49416" x="7158038" y="2089150"/>
          <p14:tracePt t="49433" x="6743700" y="1973263"/>
          <p14:tracePt t="49450" x="6577013" y="1939925"/>
          <p14:tracePt t="49466" x="6453188" y="1898650"/>
          <p14:tracePt t="49483" x="6369050" y="1898650"/>
          <p14:tracePt t="49499" x="6337300" y="1898650"/>
          <p14:tracePt t="49516" x="6319838" y="1898650"/>
          <p14:tracePt t="49628" x="6319838" y="1882775"/>
          <p14:tracePt t="49682" x="6337300" y="1882775"/>
          <p14:tracePt t="49700" x="6369050" y="1882775"/>
          <p14:tracePt t="49715" x="6435725" y="1882775"/>
          <p14:tracePt t="49733" x="6527800" y="1882775"/>
          <p14:tracePt t="49750" x="6577013" y="1882775"/>
          <p14:tracePt t="49766" x="6659563" y="1882775"/>
          <p14:tracePt t="49783" x="6726238" y="1898650"/>
          <p14:tracePt t="49800" x="6743700" y="1898650"/>
          <p14:tracePt t="49832" x="6767513" y="1898650"/>
          <p14:tracePt t="49882" x="6743700" y="1898650"/>
          <p14:tracePt t="49899" x="6677025" y="1849438"/>
          <p14:tracePt t="49916" x="6626225" y="1816100"/>
          <p14:tracePt t="49933" x="6577013" y="1749425"/>
          <p14:tracePt t="49949" x="6543675" y="1716088"/>
          <p14:tracePt t="49966" x="6527800" y="1682750"/>
          <p14:tracePt t="49983" x="6510338" y="1641475"/>
          <p14:tracePt t="49999" x="6510338" y="1625600"/>
          <p14:tracePt t="50016" x="6510338" y="1608138"/>
          <p14:tracePt t="50132" x="6486525" y="1625600"/>
          <p14:tracePt t="50165" x="6486525" y="1641475"/>
          <p14:tracePt t="50199" x="6486525" y="1666875"/>
          <p14:tracePt t="50216" x="6486525" y="1682750"/>
          <p14:tracePt t="50249" x="6469063" y="1700213"/>
          <p14:tracePt t="50282" x="6453188" y="1700213"/>
          <p14:tracePt t="50300" x="6453188" y="1666875"/>
          <p14:tracePt t="50316" x="6453188" y="1608138"/>
          <p14:tracePt t="50333" x="6453188" y="1525588"/>
          <p14:tracePt t="50350" x="6453188" y="1335088"/>
          <p14:tracePt t="50367" x="6453188" y="596900"/>
          <p14:tracePt t="50383" x="6486525" y="239713"/>
          <p14:tracePt t="52553" x="7829550" y="1111250"/>
          <p14:tracePt t="52572" x="7994650" y="1849438"/>
          <p14:tracePt t="52587" x="8045450" y="2214563"/>
          <p14:tracePt t="52603" x="8135938" y="2554288"/>
          <p14:tracePt t="52617" x="8169275" y="2744788"/>
          <p14:tracePt t="52633" x="8202613" y="2935288"/>
          <p14:tracePt t="52650" x="8235950" y="3068638"/>
          <p14:tracePt t="52666" x="8269288" y="3135313"/>
          <p14:tracePt t="52683" x="8302625" y="3225800"/>
          <p14:tracePt t="52699" x="8318500" y="3275013"/>
          <p14:tracePt t="52716" x="8335963" y="3308350"/>
          <p14:tracePt t="52733" x="8335963" y="3325813"/>
          <p14:tracePt t="52750" x="8335963" y="3341688"/>
          <p14:tracePt t="52866" x="8318500" y="3359150"/>
          <p14:tracePt t="52883" x="8269288" y="3359150"/>
          <p14:tracePt t="52899" x="8235950" y="3375025"/>
          <p14:tracePt t="52916" x="8153400" y="3390900"/>
          <p14:tracePt t="52933" x="8102600" y="3390900"/>
          <p14:tracePt t="52949" x="8012113" y="3390900"/>
          <p14:tracePt t="52966" x="7962900" y="3390900"/>
          <p14:tracePt t="52983" x="7912100" y="3390900"/>
          <p14:tracePt t="53000" x="7862888" y="3390900"/>
          <p14:tracePt t="53016" x="7845425" y="3390900"/>
          <p14:tracePt t="53033" x="7788275" y="3375025"/>
          <p14:tracePt t="53065" x="7770813" y="3341688"/>
          <p14:tracePt t="53083" x="7754938" y="3341688"/>
          <p14:tracePt t="53100" x="7754938" y="3325813"/>
          <p14:tracePt t="53166" x="7754938" y="3308350"/>
          <p14:tracePt t="53199" x="7754938" y="3275013"/>
          <p14:tracePt t="65635" x="7788275" y="3275013"/>
          <p14:tracePt t="65650" x="7845425" y="3275013"/>
          <p14:tracePt t="65666" x="7945438" y="3241675"/>
          <p14:tracePt t="65683" x="8045450" y="3209925"/>
          <p14:tracePt t="65699" x="8202613" y="3151188"/>
          <p14:tracePt t="65716" x="8410575" y="3068638"/>
          <p14:tracePt t="65733" x="8699500" y="2986088"/>
          <p14:tracePt t="65749" x="8732838" y="2986088"/>
          <p14:tracePt t="65766" x="8832850" y="2935288"/>
          <p14:tracePt t="65783" x="8956675" y="2911475"/>
          <p14:tracePt t="65799" x="9007475" y="2878138"/>
          <p14:tracePt t="65816" x="9056688" y="2860675"/>
          <p14:tracePt t="65833" x="9105900" y="2844800"/>
          <p14:tracePt t="65849" x="9164638" y="2827338"/>
          <p14:tracePt t="65866" x="9213850" y="2811463"/>
          <p14:tracePt t="65883" x="9231313" y="2794000"/>
          <p14:tracePt t="65900" x="9280525" y="2778125"/>
          <p14:tracePt t="65916" x="9313863" y="2778125"/>
          <p14:tracePt t="65933" x="9313863" y="2760663"/>
          <p14:tracePt t="65949" x="9331325" y="2760663"/>
          <p14:tracePt t="66035" x="9313863" y="2778125"/>
          <p14:tracePt t="66049" x="9297988" y="2778125"/>
          <p14:tracePt t="66066" x="9280525" y="2794000"/>
          <p14:tracePt t="66083" x="9264650" y="2794000"/>
          <p14:tracePt t="66099" x="9247188" y="2794000"/>
          <p14:tracePt t="68203" x="9264650" y="2778125"/>
          <p14:tracePt t="68216" x="9280525" y="2744788"/>
          <p14:tracePt t="68233" x="9331325" y="2695575"/>
          <p14:tracePt t="68249" x="9396413" y="2636838"/>
          <p14:tracePt t="68266" x="9471025" y="2603500"/>
          <p14:tracePt t="68282" x="9504363" y="2587625"/>
          <p14:tracePt t="68299" x="9555163" y="2570163"/>
          <p14:tracePt t="68316" x="9588500" y="2570163"/>
          <p14:tracePt t="68349" x="9604375" y="2570163"/>
          <p14:tracePt t="68366" x="9620250" y="2570163"/>
          <p14:tracePt t="68383" x="9637713" y="2587625"/>
          <p14:tracePt t="68399" x="9637713" y="2620963"/>
          <p14:tracePt t="68416" x="9653588" y="2654300"/>
          <p14:tracePt t="68433" x="9653588" y="2695575"/>
          <p14:tracePt t="68449" x="9678988" y="2744788"/>
          <p14:tracePt t="68466" x="9678988" y="2760663"/>
          <p14:tracePt t="68483" x="9678988" y="2794000"/>
          <p14:tracePt t="68499" x="9653588" y="2811463"/>
          <p14:tracePt t="68516" x="9637713" y="2811463"/>
          <p14:tracePt t="68533" x="9620250" y="2827338"/>
          <p14:tracePt t="68565" x="9604375" y="2844800"/>
          <p14:tracePt t="68583" x="9588500" y="2844800"/>
          <p14:tracePt t="68599" x="9571038" y="2860675"/>
          <p14:tracePt t="68616" x="9555163" y="2860675"/>
          <p14:tracePt t="70956" x="9521825" y="2860675"/>
          <p14:tracePt t="70966" x="9488488" y="2878138"/>
          <p14:tracePt t="70983" x="9421813" y="2911475"/>
          <p14:tracePt t="70999" x="9380538" y="2935288"/>
          <p14:tracePt t="71016" x="9313863" y="2968625"/>
          <p14:tracePt t="71033" x="9297988" y="2968625"/>
          <p14:tracePt t="71049" x="9264650" y="2968625"/>
          <p14:tracePt t="71066" x="9213850" y="2968625"/>
          <p14:tracePt t="71083" x="9164638" y="2935288"/>
          <p14:tracePt t="71099" x="9148763" y="2878138"/>
          <p14:tracePt t="71116" x="9123363" y="2860675"/>
          <p14:tracePt t="71133" x="9123363" y="2827338"/>
          <p14:tracePt t="71149" x="9123363" y="2760663"/>
          <p14:tracePt t="71166" x="9123363" y="2744788"/>
          <p14:tracePt t="71182" x="9148763" y="2695575"/>
          <p14:tracePt t="71199" x="9231313" y="2620963"/>
          <p14:tracePt t="71216" x="9331325" y="2587625"/>
          <p14:tracePt t="71233" x="9396413" y="2570163"/>
          <p14:tracePt t="71249" x="9521825" y="2570163"/>
          <p14:tracePt t="71266" x="9555163" y="2570163"/>
          <p14:tracePt t="71283" x="9678988" y="2587625"/>
          <p14:tracePt t="71300" x="9761538" y="2654300"/>
          <p14:tracePt t="71316" x="9794875" y="2744788"/>
          <p14:tracePt t="71333" x="9828213" y="2827338"/>
          <p14:tracePt t="71349" x="9844088" y="2911475"/>
          <p14:tracePt t="71366" x="9844088" y="2935288"/>
          <p14:tracePt t="71383" x="9844088" y="3001963"/>
          <p14:tracePt t="71399" x="9844088" y="3035300"/>
          <p14:tracePt t="71416" x="9828213" y="3068638"/>
          <p14:tracePt t="71433" x="9812338" y="3084513"/>
          <p14:tracePt t="71449" x="9779000" y="3117850"/>
          <p14:tracePt t="71466" x="9745663" y="3135313"/>
          <p14:tracePt t="71483" x="9694863" y="3151188"/>
          <p14:tracePt t="71499" x="9637713" y="3167063"/>
          <p14:tracePt t="71516" x="9588500" y="3167063"/>
          <p14:tracePt t="71533" x="9521825" y="3167063"/>
          <p14:tracePt t="71549" x="9437688" y="3117850"/>
          <p14:tracePt t="71566" x="9363075" y="3068638"/>
          <p14:tracePt t="71583" x="9313863" y="3017838"/>
          <p14:tracePt t="71599" x="9264650" y="2968625"/>
          <p14:tracePt t="71616" x="9247188" y="2935288"/>
          <p14:tracePt t="71633" x="9247188" y="2894013"/>
          <p14:tracePt t="71649" x="9247188" y="2827338"/>
          <p14:tracePt t="71666" x="9280525" y="2760663"/>
          <p14:tracePt t="71683" x="9331325" y="2711450"/>
          <p14:tracePt t="71699" x="9421813" y="2620963"/>
          <p14:tracePt t="71716" x="9488488" y="2603500"/>
          <p14:tracePt t="71733" x="9537700" y="2587625"/>
          <p14:tracePt t="71749" x="9588500" y="2570163"/>
          <p14:tracePt t="71766" x="9620250" y="2570163"/>
          <p14:tracePt t="71783" x="9678988" y="2570163"/>
          <p14:tracePt t="71799" x="9728200" y="2636838"/>
          <p14:tracePt t="71816" x="9779000" y="2744788"/>
          <p14:tracePt t="71833" x="9828213" y="2827338"/>
          <p14:tracePt t="71849" x="9861550" y="2894013"/>
          <p14:tracePt t="71866" x="9877425" y="2968625"/>
          <p14:tracePt t="71882" x="9877425" y="3001963"/>
          <p14:tracePt t="71899" x="9877425" y="3035300"/>
          <p14:tracePt t="71916" x="9877425" y="3068638"/>
          <p14:tracePt t="71932" x="9844088" y="3101975"/>
          <p14:tracePt t="71949" x="9794875" y="3135313"/>
          <p14:tracePt t="71966" x="9728200" y="3151188"/>
          <p14:tracePt t="71983" x="9678988" y="3167063"/>
          <p14:tracePt t="71999" x="9620250" y="3192463"/>
          <p14:tracePt t="72016" x="9604375" y="3192463"/>
          <p14:tracePt t="73033" x="9604375" y="3167063"/>
          <p14:tracePt t="73049" x="9678988" y="3117850"/>
          <p14:tracePt t="73066" x="9779000" y="3035300"/>
          <p14:tracePt t="73082" x="9877425" y="2952750"/>
          <p14:tracePt t="73099" x="9952038" y="2911475"/>
          <p14:tracePt t="73116" x="10036175" y="2860675"/>
          <p14:tracePt t="73132" x="10069513" y="2844800"/>
          <p14:tracePt t="73149" x="10101263" y="2827338"/>
          <p14:tracePt t="73166" x="10134600" y="2827338"/>
          <p14:tracePt t="73182" x="10134600" y="2811463"/>
          <p14:tracePt t="73248" x="10118725" y="2778125"/>
          <p14:tracePt t="73266" x="10036175" y="2636838"/>
          <p14:tracePt t="73283" x="10018713" y="2587625"/>
          <p14:tracePt t="73299" x="9969500" y="2420938"/>
          <p14:tracePt t="73316" x="9928225" y="2163763"/>
          <p14:tracePt t="73333" x="9928225" y="1924050"/>
          <p14:tracePt t="73349" x="9928225" y="1525588"/>
          <p14:tracePt t="73366" x="10002838" y="1201738"/>
          <p14:tracePt t="73383" x="10209213" y="141288"/>
          <p14:tracePt t="74852" x="10906125" y="596900"/>
          <p14:tracePt t="74869" x="10906125" y="838200"/>
          <p14:tracePt t="74884" x="10906125" y="912813"/>
          <p14:tracePt t="74900" x="10906125" y="1028700"/>
          <p14:tracePt t="74916" x="10890250" y="1169988"/>
          <p14:tracePt t="74933" x="10823575" y="1350963"/>
          <p14:tracePt t="74949" x="10715625" y="1608138"/>
          <p14:tracePt t="74966" x="10599738" y="1898650"/>
          <p14:tracePt t="74983" x="10499725" y="2163763"/>
          <p14:tracePt t="74999" x="10358438" y="2487613"/>
          <p14:tracePt t="75016" x="10185400" y="2911475"/>
          <p14:tracePt t="75033" x="10069513" y="3167063"/>
          <p14:tracePt t="75049" x="9910763" y="3408363"/>
          <p14:tracePt t="75066" x="9779000" y="3549650"/>
          <p14:tracePt t="75083" x="9620250" y="3632200"/>
          <p14:tracePt t="75099" x="9504363" y="3665538"/>
          <p14:tracePt t="75116" x="9363075" y="3690938"/>
          <p14:tracePt t="75133" x="9247188" y="3706813"/>
          <p14:tracePt t="75149" x="9105900" y="3722688"/>
          <p14:tracePt t="75166" x="8990013" y="3740150"/>
          <p14:tracePt t="75183" x="8816975" y="3773488"/>
          <p14:tracePt t="75199" x="8542338" y="3789363"/>
          <p14:tracePt t="75216" x="8335963" y="3789363"/>
          <p14:tracePt t="75233" x="7962900" y="3665538"/>
          <p14:tracePt t="75533" x="7929563" y="3665538"/>
          <p14:tracePt t="75549" x="7804150" y="3722688"/>
          <p14:tracePt t="75566" x="7672388" y="3789363"/>
          <p14:tracePt t="75583" x="7364413" y="3946525"/>
          <p14:tracePt t="75599" x="6967538" y="4129088"/>
          <p14:tracePt t="75616" x="6561138" y="4287838"/>
          <p14:tracePt t="75633" x="6286500" y="4386263"/>
          <p14:tracePt t="75650" x="5838825" y="4511675"/>
          <p14:tracePt t="75666" x="5722938" y="4545013"/>
          <p14:tracePt t="75683" x="5391150" y="4594225"/>
          <p14:tracePt t="75699" x="5275263" y="4610100"/>
          <p14:tracePt t="75716" x="5192713" y="4610100"/>
          <p14:tracePt t="75733" x="5100638" y="4610100"/>
          <p14:tracePt t="75749" x="5033963" y="4610100"/>
          <p14:tracePt t="75766" x="5000625" y="4610100"/>
          <p14:tracePt t="75783" x="4967288" y="4610100"/>
          <p14:tracePt t="75799" x="4951413" y="4610100"/>
          <p14:tracePt t="75816" x="4935538" y="4610100"/>
          <p14:tracePt t="76077" x="4935538" y="4627563"/>
          <p14:tracePt t="76468" x="4918075" y="4627563"/>
          <p14:tracePt t="76498" x="4860925" y="4627563"/>
          <p14:tracePt t="76516" x="4827588" y="4627563"/>
          <p14:tracePt t="76533" x="4743450" y="4627563"/>
          <p14:tracePt t="76549" x="4678363" y="4627563"/>
          <p14:tracePt t="76566" x="4619625" y="4627563"/>
          <p14:tracePt t="76583" x="4586288" y="4627563"/>
          <p14:tracePt t="76599" x="4570413" y="4627563"/>
          <p14:tracePt t="76616" x="4537075" y="4610100"/>
          <p14:tracePt t="76633" x="4537075" y="4594225"/>
          <p14:tracePt t="76649" x="4519613" y="4594225"/>
          <p14:tracePt t="76666" x="4519613" y="4576763"/>
          <p14:tracePt t="76682" x="4519613" y="4560888"/>
          <p14:tracePt t="76715" x="4519613" y="4545013"/>
          <p14:tracePt t="76766" x="4537075" y="4545013"/>
          <p14:tracePt t="76783" x="4619625" y="4545013"/>
          <p14:tracePt t="76799" x="4727575" y="4545013"/>
          <p14:tracePt t="76816" x="4892675" y="4545013"/>
          <p14:tracePt t="76833" x="5067300" y="4576763"/>
          <p14:tracePt t="76849" x="5175250" y="4627563"/>
          <p14:tracePt t="76866" x="5257800" y="4660900"/>
          <p14:tracePt t="76882" x="5291138" y="4676775"/>
          <p14:tracePt t="76899" x="5324475" y="4694238"/>
          <p14:tracePt t="76932" x="5324475" y="4718050"/>
          <p14:tracePt t="76982" x="5324475" y="4735513"/>
          <p14:tracePt t="77015" x="5291138" y="4735513"/>
          <p14:tracePt t="77033" x="5275263" y="4751388"/>
          <p14:tracePt t="77049" x="5208588" y="4768850"/>
          <p14:tracePt t="77066" x="5067300" y="4784725"/>
          <p14:tracePt t="77083" x="4918075" y="4802188"/>
          <p14:tracePt t="77099" x="4810125" y="4802188"/>
          <p14:tracePt t="77116" x="4760913" y="4818063"/>
          <p14:tracePt t="77132" x="4678363" y="4818063"/>
          <p14:tracePt t="77149" x="4645025" y="4818063"/>
          <p14:tracePt t="77166" x="4603750" y="4818063"/>
          <p14:tracePt t="77183" x="4586288" y="4818063"/>
          <p14:tracePt t="77924" x="4603750" y="4818063"/>
          <p14:tracePt t="77933" x="4660900" y="4818063"/>
          <p14:tracePt t="77949" x="4711700" y="4818063"/>
          <p14:tracePt t="77966" x="4876800" y="4818063"/>
          <p14:tracePt t="77983" x="4951413" y="4818063"/>
          <p14:tracePt t="77999" x="5018088" y="4818063"/>
          <p14:tracePt t="78016" x="5084763" y="4818063"/>
          <p14:tracePt t="78033" x="5133975" y="4818063"/>
          <p14:tracePt t="78049" x="5149850" y="4818063"/>
          <p14:tracePt t="78066" x="5149850" y="4833938"/>
          <p14:tracePt t="78083" x="5175250" y="4833938"/>
          <p14:tracePt t="78115" x="5192713" y="4833938"/>
          <p14:tracePt t="78133" x="5224463" y="4833938"/>
          <p14:tracePt t="78149" x="5324475" y="4833938"/>
          <p14:tracePt t="78166" x="5373688" y="4833938"/>
          <p14:tracePt t="78182" x="5448300" y="4833938"/>
          <p14:tracePt t="78199" x="5465763" y="4833938"/>
          <p14:tracePt t="78216" x="5499100" y="4833938"/>
          <p14:tracePt t="78233" x="5514975" y="4833938"/>
          <p14:tracePt t="78249" x="5532438" y="4833938"/>
          <p14:tracePt t="78398" x="5548313" y="4833938"/>
          <p14:tracePt t="78416" x="5581650" y="4833938"/>
          <p14:tracePt t="78433" x="5614988" y="4833938"/>
          <p14:tracePt t="78449" x="5705475" y="4833938"/>
          <p14:tracePt t="78466" x="5756275" y="4833938"/>
          <p14:tracePt t="78483" x="5789613" y="4833938"/>
          <p14:tracePt t="78499" x="5905500" y="4818063"/>
          <p14:tracePt t="78516" x="5980113" y="4802188"/>
          <p14:tracePt t="78533" x="6062663" y="4784725"/>
          <p14:tracePt t="78549" x="6111875" y="4768850"/>
          <p14:tracePt t="78566" x="6145213" y="4751388"/>
          <p14:tracePt t="78599" x="6162675" y="4751388"/>
          <p14:tracePt t="78799" x="6145213" y="4751388"/>
          <p14:tracePt t="78816" x="6129338" y="4751388"/>
          <p14:tracePt t="78832" x="6029325" y="4751388"/>
          <p14:tracePt t="78849" x="5905500" y="4768850"/>
          <p14:tracePt t="78866" x="5772150" y="4784725"/>
          <p14:tracePt t="78883" x="5599113" y="4784725"/>
          <p14:tracePt t="78899" x="5499100" y="4784725"/>
          <p14:tracePt t="78916" x="5424488" y="4784725"/>
          <p14:tracePt t="78933" x="5357813" y="4784725"/>
          <p14:tracePt t="78949" x="5324475" y="4784725"/>
          <p14:tracePt t="78966" x="5291138" y="4784725"/>
          <p14:tracePt t="78983" x="5275263" y="4768850"/>
          <p14:tracePt t="78999" x="5257800" y="4768850"/>
          <p14:tracePt t="79016" x="5241925" y="4768850"/>
          <p14:tracePt t="79048" x="5224463" y="4768850"/>
          <p14:tracePt t="79066" x="5208588" y="4768850"/>
          <p14:tracePt t="79083" x="5175250" y="4768850"/>
          <p14:tracePt t="79099" x="5118100" y="4768850"/>
          <p14:tracePt t="79116" x="5084763" y="4768850"/>
          <p14:tracePt t="79132" x="5051425" y="4784725"/>
          <p14:tracePt t="79149" x="5033963" y="4784725"/>
          <p14:tracePt t="79172" x="5033963" y="4802188"/>
          <p14:tracePt t="79220" x="5051425" y="4802188"/>
          <p14:tracePt t="79233" x="5067300" y="4802188"/>
          <p14:tracePt t="79249" x="5149850" y="4802188"/>
          <p14:tracePt t="79266" x="5291138" y="4802188"/>
          <p14:tracePt t="79283" x="5481638" y="4802188"/>
          <p14:tracePt t="79299" x="5805488" y="4802188"/>
          <p14:tracePt t="79316" x="6046788" y="4802188"/>
          <p14:tracePt t="79333" x="6211888" y="4802188"/>
          <p14:tracePt t="79349" x="6353175" y="4784725"/>
          <p14:tracePt t="79366" x="6402388" y="4784725"/>
          <p14:tracePt t="79383" x="6435725" y="4784725"/>
          <p14:tracePt t="79465" x="6369050" y="4784725"/>
          <p14:tracePt t="79483" x="6286500" y="4784725"/>
          <p14:tracePt t="79499" x="6145213" y="4802188"/>
          <p14:tracePt t="79516" x="6029325" y="4818063"/>
          <p14:tracePt t="79533" x="5888038" y="4833938"/>
          <p14:tracePt t="79549" x="5738813" y="4833938"/>
          <p14:tracePt t="79566" x="5630863" y="4833938"/>
          <p14:tracePt t="79583" x="5532438" y="4833938"/>
          <p14:tracePt t="79599" x="5465763" y="4833938"/>
          <p14:tracePt t="79616" x="5407025" y="4818063"/>
          <p14:tracePt t="79633" x="5391150" y="4818063"/>
          <p14:tracePt t="79649" x="5373688" y="4818063"/>
          <p14:tracePt t="79666" x="5373688" y="4802188"/>
          <p14:tracePt t="79682" x="5357813" y="4802188"/>
          <p14:tracePt t="79699" x="5341938" y="4802188"/>
          <p14:tracePt t="79716" x="5324475" y="4802188"/>
          <p14:tracePt t="80570" x="5324475" y="4784725"/>
          <p14:tracePt t="80583" x="5308600" y="4768850"/>
          <p14:tracePt t="80599" x="5275263" y="4718050"/>
          <p14:tracePt t="80616" x="5241925" y="4660900"/>
          <p14:tracePt t="80632" x="5208588" y="4627563"/>
          <p14:tracePt t="80649" x="5192713" y="4576763"/>
          <p14:tracePt t="80666" x="5133975" y="4527550"/>
          <p14:tracePt t="80682" x="5118100" y="4478338"/>
          <p14:tracePt t="80699" x="5084763" y="4370388"/>
          <p14:tracePt t="80716" x="5033963" y="4254500"/>
          <p14:tracePt t="80733" x="5000625" y="4146550"/>
          <p14:tracePt t="80749" x="4984750" y="4079875"/>
          <p14:tracePt t="80766" x="4951413" y="4030663"/>
          <p14:tracePt t="80783" x="4951413" y="3997325"/>
          <p14:tracePt t="80815" x="4935538" y="3979863"/>
          <p14:tracePt t="80848" x="4935538" y="3963988"/>
          <p14:tracePt t="80866" x="4935538" y="3922713"/>
          <p14:tracePt t="80882" x="4935538" y="3889375"/>
          <p14:tracePt t="82649" x="4935538" y="3840163"/>
          <p14:tracePt t="82666" x="4935538" y="3516313"/>
          <p14:tracePt t="82683" x="4967288" y="2952750"/>
          <p14:tracePt t="82699" x="5051425" y="2089150"/>
          <p14:tracePt t="82716" x="5224463" y="7874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29012-AE63-68AE-CB4E-06AF0950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F5D7B3-3C63-DA79-75F9-F466EE2A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dirty="0"/>
              <a:t>2.</a:t>
            </a:r>
            <a:r>
              <a:rPr kumimoji="1" lang="ko-KR" altLang="en-US" b="1" dirty="0"/>
              <a:t> </a:t>
            </a:r>
            <a:r>
              <a:rPr kumimoji="1" lang="en-US" altLang="ko-KR" b="1" dirty="0" err="1"/>
              <a:t>AIMer</a:t>
            </a:r>
            <a:r>
              <a:rPr kumimoji="1" lang="ko-KR" altLang="en-US" b="1" dirty="0"/>
              <a:t> 표준화 변경 사항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511418-0089-175F-209A-6DF65D2BAA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398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ko-KR" sz="2400" dirty="0" err="1"/>
              <a:t>KpqClean</a:t>
            </a:r>
            <a:r>
              <a:rPr kumimoji="1" lang="en-US" altLang="ko-KR" sz="2400" dirty="0"/>
              <a:t> Ver2</a:t>
            </a:r>
          </a:p>
          <a:p>
            <a:pPr lvl="1"/>
            <a:r>
              <a:rPr kumimoji="1" lang="en-US" altLang="ko-KR" sz="2000" dirty="0"/>
              <a:t>2024</a:t>
            </a:r>
            <a:r>
              <a:rPr kumimoji="1" lang="ko-KR" altLang="en-US" sz="2000" dirty="0"/>
              <a:t>년 </a:t>
            </a:r>
            <a:r>
              <a:rPr kumimoji="1" lang="en-US" altLang="ko-KR" sz="2000" dirty="0"/>
              <a:t>7</a:t>
            </a:r>
            <a:r>
              <a:rPr kumimoji="1" lang="ko-KR" altLang="en-US" sz="2000" dirty="0"/>
              <a:t>월 </a:t>
            </a:r>
            <a:r>
              <a:rPr kumimoji="1" lang="en-US" altLang="ko-KR" sz="2000" dirty="0"/>
              <a:t>17</a:t>
            </a:r>
            <a:r>
              <a:rPr kumimoji="1" lang="ko-KR" altLang="en-US" sz="2000" dirty="0"/>
              <a:t>일 공개</a:t>
            </a:r>
            <a:endParaRPr kumimoji="1" lang="en-US" altLang="ko-KR" sz="2000" dirty="0"/>
          </a:p>
          <a:p>
            <a:pPr lvl="1"/>
            <a:r>
              <a:rPr kumimoji="1" lang="en-US" altLang="ko-KR" sz="2000" dirty="0" err="1"/>
              <a:t>KpqC</a:t>
            </a:r>
            <a:r>
              <a:rPr kumimoji="1" lang="ko-KR" altLang="en-US" sz="2000" dirty="0"/>
              <a:t> 공모전 </a:t>
            </a:r>
            <a:r>
              <a:rPr kumimoji="1" lang="en-US" altLang="ko-KR" sz="2000" dirty="0"/>
              <a:t>2</a:t>
            </a:r>
            <a:r>
              <a:rPr kumimoji="1" lang="ko-KR" altLang="en-US" sz="2000" dirty="0"/>
              <a:t>차 공모를 진행하는 알고리즘의 벤치마크 라이브러리</a:t>
            </a:r>
            <a:endParaRPr kumimoji="1" lang="en-US" altLang="ko-KR" sz="2000" dirty="0"/>
          </a:p>
          <a:p>
            <a:pPr marL="0" indent="0">
              <a:buNone/>
            </a:pPr>
            <a:r>
              <a:rPr kumimoji="1" lang="en-US" altLang="ko-KR" sz="2400" dirty="0"/>
              <a:t>2025.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01.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16</a:t>
            </a:r>
            <a:r>
              <a:rPr kumimoji="1" lang="ko-KR" altLang="en-US" sz="2400" dirty="0"/>
              <a:t> 최종 선정 알고리즘 공개</a:t>
            </a:r>
            <a:endParaRPr kumimoji="1" lang="en-US" altLang="ko-KR" sz="2400" dirty="0"/>
          </a:p>
          <a:p>
            <a:pPr marL="0" indent="0">
              <a:buNone/>
            </a:pPr>
            <a:endParaRPr kumimoji="1" lang="en-US" altLang="ko-KR" sz="2400" dirty="0"/>
          </a:p>
          <a:p>
            <a:pPr marL="0" indent="0">
              <a:buNone/>
            </a:pPr>
            <a:r>
              <a:rPr kumimoji="1" lang="en-US" altLang="ko-KR" sz="2400" dirty="0"/>
              <a:t>2026.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01.</a:t>
            </a:r>
            <a:r>
              <a:rPr kumimoji="1" lang="ko-KR" altLang="en-US" sz="2400" dirty="0"/>
              <a:t> </a:t>
            </a:r>
            <a:r>
              <a:rPr kumimoji="1" lang="en-US" altLang="ko-KR" sz="2400" dirty="0"/>
              <a:t>30</a:t>
            </a:r>
            <a:r>
              <a:rPr kumimoji="1" lang="ko-KR" altLang="en-US" sz="2400" dirty="0"/>
              <a:t> 표준 문서 및 코드 공개</a:t>
            </a:r>
            <a:endParaRPr kumimoji="1" lang="en-US" altLang="ko-KR" sz="2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201B6DB-CA6F-FC6C-F840-7A72AF7D160A}"/>
              </a:ext>
            </a:extLst>
          </p:cNvPr>
          <p:cNvSpPr/>
          <p:nvPr/>
        </p:nvSpPr>
        <p:spPr>
          <a:xfrm>
            <a:off x="411162" y="1152525"/>
            <a:ext cx="8504238" cy="16821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77475A7-1B01-D872-8A68-C11DC0E20494}"/>
              </a:ext>
            </a:extLst>
          </p:cNvPr>
          <p:cNvSpPr/>
          <p:nvPr/>
        </p:nvSpPr>
        <p:spPr>
          <a:xfrm>
            <a:off x="411162" y="3304911"/>
            <a:ext cx="5218095" cy="5124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7" name="꺾인 연결선[E] 6">
            <a:extLst>
              <a:ext uri="{FF2B5EF4-FFF2-40B4-BE49-F238E27FC236}">
                <a16:creationId xmlns:a16="http://schemas.microsoft.com/office/drawing/2014/main" id="{BAC22D36-D593-B6A8-F518-859F5DBEA65C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 flipH="1">
            <a:off x="5629257" y="1993583"/>
            <a:ext cx="3286143" cy="1567551"/>
          </a:xfrm>
          <a:prstGeom prst="bentConnector3">
            <a:avLst>
              <a:gd name="adj1" fmla="val -695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BFE4CB-549C-8549-4669-7C41A17C22C1}"/>
              </a:ext>
            </a:extLst>
          </p:cNvPr>
          <p:cNvSpPr txBox="1"/>
          <p:nvPr/>
        </p:nvSpPr>
        <p:spPr>
          <a:xfrm>
            <a:off x="9472940" y="2663605"/>
            <a:ext cx="1947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 err="1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AIMer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코드 변경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0597F9-8CE6-3CFA-F69C-1089CF96A57D}"/>
                  </a:ext>
                </a:extLst>
              </p:cNvPr>
              <p:cNvSpPr txBox="1"/>
              <p:nvPr/>
            </p:nvSpPr>
            <p:spPr>
              <a:xfrm>
                <a:off x="6863892" y="4021844"/>
                <a:ext cx="5218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KpqClean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  <a:ea typeface="G마켓 산스 Medium" panose="02000000000000000000" pitchFamily="50" charset="-127"/>
                        <a:cs typeface="Pretendard JP" panose="02000503000000020004" pitchFamily="2" charset="-128"/>
                      </a:rPr>
                      <m:t>↔</m:t>
                    </m:r>
                  </m:oMath>
                </a14:m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en-US" altLang="ko-KR" dirty="0" err="1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AIMer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표준 코드 간 </a:t>
                </a:r>
                <a:r>
                  <a:rPr kumimoji="1" lang="en-US" altLang="ko-KR" b="1" dirty="0">
                    <a:solidFill>
                      <a:srgbClr val="FF0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KAT </a:t>
                </a:r>
                <a:r>
                  <a:rPr kumimoji="1" lang="ko-KR" altLang="en-US" b="1" dirty="0">
                    <a:solidFill>
                      <a:srgbClr val="FF0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불일치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0597F9-8CE6-3CFA-F69C-1089CF96A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892" y="4021844"/>
                <a:ext cx="5218095" cy="369332"/>
              </a:xfrm>
              <a:prstGeom prst="rect">
                <a:avLst/>
              </a:prstGeom>
              <a:blipFill>
                <a:blip r:embed="rId4"/>
                <a:stretch>
                  <a:fillRect l="-467" t="-6667" r="-467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6832203-CAA7-7E7F-903C-68F0507B217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0446925" y="3032937"/>
            <a:ext cx="0" cy="8989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67E346F2-3288-79F5-87B5-6ABDAB81A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179" y="4206510"/>
            <a:ext cx="5668821" cy="9689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00EF8DE5-E8D1-3A72-185B-1F2C59F39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179" y="5537679"/>
            <a:ext cx="5668821" cy="101351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71416F4-32FA-F216-925D-66CEC16F52AE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921861" y="4456329"/>
            <a:ext cx="0" cy="99517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0EE1E03-B501-DE5C-75C2-244AAA5EFF7F}"/>
              </a:ext>
            </a:extLst>
          </p:cNvPr>
          <p:cNvSpPr/>
          <p:nvPr/>
        </p:nvSpPr>
        <p:spPr>
          <a:xfrm>
            <a:off x="312102" y="4086996"/>
            <a:ext cx="1219518" cy="3693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AD373FB-2C36-DCD1-3F96-59C23E5FF4B4}"/>
              </a:ext>
            </a:extLst>
          </p:cNvPr>
          <p:cNvSpPr/>
          <p:nvPr/>
        </p:nvSpPr>
        <p:spPr>
          <a:xfrm>
            <a:off x="312102" y="5451505"/>
            <a:ext cx="1756728" cy="3693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3A242E-4C3C-82BD-DD0D-C649533F65C2}"/>
              </a:ext>
            </a:extLst>
          </p:cNvPr>
          <p:cNvSpPr txBox="1"/>
          <p:nvPr/>
        </p:nvSpPr>
        <p:spPr>
          <a:xfrm>
            <a:off x="7861978" y="4535674"/>
            <a:ext cx="37305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FIPS 204(ML-DSA)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와 동일하게 </a:t>
            </a:r>
            <a:b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</a:br>
            <a:r>
              <a:rPr kumimoji="1" lang="en-US" altLang="ko-KR" b="1" dirty="0">
                <a:solidFill>
                  <a:srgbClr val="2E75B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Sign</a:t>
            </a:r>
            <a:r>
              <a:rPr kumimoji="1" lang="ko-KR" altLang="en-US" b="1" dirty="0">
                <a:solidFill>
                  <a:srgbClr val="2E75B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메시지에 </a:t>
            </a:r>
            <a:r>
              <a:rPr kumimoji="1" lang="en-US" altLang="ko-KR" b="1" dirty="0">
                <a:solidFill>
                  <a:srgbClr val="2E75B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context </a:t>
            </a:r>
            <a:r>
              <a:rPr kumimoji="1" lang="ko-KR" altLang="en-US" b="1" dirty="0">
                <a:solidFill>
                  <a:srgbClr val="2E75B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추가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7F1EBE8D-9029-AE1D-A751-508BF9F8CA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8348" y="5326504"/>
            <a:ext cx="5299706" cy="12246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7A781E2-6BB1-8C04-5BA4-63EA182E8455}"/>
              </a:ext>
            </a:extLst>
          </p:cNvPr>
          <p:cNvSpPr txBox="1"/>
          <p:nvPr/>
        </p:nvSpPr>
        <p:spPr>
          <a:xfrm>
            <a:off x="6295072" y="6578867"/>
            <a:ext cx="60640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/>
              <a:t>https</a:t>
            </a:r>
            <a:r>
              <a:rPr lang="ko-KR" altLang="en-US" sz="1100" dirty="0"/>
              <a:t>://</a:t>
            </a:r>
            <a:r>
              <a:rPr lang="ko-KR" altLang="en-US" sz="1100" dirty="0" err="1"/>
              <a:t>www.ietf.org</a:t>
            </a:r>
            <a:r>
              <a:rPr lang="ko-KR" altLang="en-US" sz="1100" dirty="0"/>
              <a:t>/</a:t>
            </a:r>
            <a:r>
              <a:rPr lang="ko-KR" altLang="en-US" sz="1100" dirty="0" err="1"/>
              <a:t>archive</a:t>
            </a:r>
            <a:r>
              <a:rPr lang="ko-KR" altLang="en-US" sz="1100" dirty="0"/>
              <a:t>/</a:t>
            </a:r>
            <a:r>
              <a:rPr lang="ko-KR" altLang="en-US" sz="1100" dirty="0" err="1"/>
              <a:t>id</a:t>
            </a:r>
            <a:r>
              <a:rPr lang="ko-KR" altLang="en-US" sz="1100" dirty="0"/>
              <a:t>/draft-connolly-cfrg-ml-dsa-security-considerations-02.html</a:t>
            </a:r>
          </a:p>
        </p:txBody>
      </p:sp>
      <p:pic>
        <p:nvPicPr>
          <p:cNvPr id="20" name="오디오 19">
            <a:extLst>
              <a:ext uri="{FF2B5EF4-FFF2-40B4-BE49-F238E27FC236}">
                <a16:creationId xmlns:a16="http://schemas.microsoft.com/office/drawing/2014/main" id="{6D5CB35A-D243-A1BD-0A13-C2B8DA9E22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293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1109"/>
    </mc:Choice>
    <mc:Fallback>
      <p:transition spd="slow" advTm="411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" x="431800" y="2106613"/>
          <p14:tracePt t="514" x="447675" y="2106613"/>
          <p14:tracePt t="531" x="465138" y="2106613"/>
          <p14:tracePt t="548" x="496888" y="2106613"/>
          <p14:tracePt t="564" x="530225" y="2106613"/>
          <p14:tracePt t="581" x="547688" y="2106613"/>
          <p14:tracePt t="614" x="563563" y="2106613"/>
          <p14:tracePt t="731" x="581025" y="2106613"/>
          <p14:tracePt t="764" x="596900" y="2106613"/>
          <p14:tracePt t="781" x="647700" y="2106613"/>
          <p14:tracePt t="798" x="671513" y="2106613"/>
          <p14:tracePt t="814" x="704850" y="2089150"/>
          <p14:tracePt t="831" x="722313" y="2089150"/>
          <p14:tracePt t="864" x="738188" y="2089150"/>
          <p14:tracePt t="3968" x="771525" y="2089150"/>
          <p14:tracePt t="3984" x="804863" y="2089150"/>
          <p14:tracePt t="3998" x="838200" y="2089150"/>
          <p14:tracePt t="4014" x="854075" y="2089150"/>
          <p14:tracePt t="4031" x="903288" y="2073275"/>
          <p14:tracePt t="4047" x="920750" y="2073275"/>
          <p14:tracePt t="4064" x="946150" y="2073275"/>
          <p14:tracePt t="4129" x="887413" y="2039938"/>
          <p14:tracePt t="4147" x="871538" y="2024063"/>
          <p14:tracePt t="4164" x="820738" y="1990725"/>
          <p14:tracePt t="4181" x="804863" y="1973263"/>
          <p14:tracePt t="4197" x="771525" y="1939925"/>
          <p14:tracePt t="4214" x="754063" y="1924050"/>
          <p14:tracePt t="4263" x="738188" y="1924050"/>
          <p14:tracePt t="7099" x="820738" y="1924050"/>
          <p14:tracePt t="7115" x="871538" y="1924050"/>
          <p14:tracePt t="7131" x="946150" y="1924050"/>
          <p14:tracePt t="7147" x="977900" y="1924050"/>
          <p14:tracePt t="7164" x="1028700" y="1924050"/>
          <p14:tracePt t="7180" x="1044575" y="1924050"/>
          <p14:tracePt t="7213" x="1062038" y="1924050"/>
          <p14:tracePt t="7230" x="1077913" y="1924050"/>
          <p14:tracePt t="7360" x="1077913" y="1939925"/>
          <p14:tracePt t="7430" x="1077913" y="1957388"/>
          <p14:tracePt t="7480" x="1077913" y="1973263"/>
          <p14:tracePt t="7530" x="1062038" y="1973263"/>
          <p14:tracePt t="7563" x="1044575" y="1973263"/>
          <p14:tracePt t="7596" x="1028700" y="1973263"/>
          <p14:tracePt t="7614" x="1011238" y="1973263"/>
          <p14:tracePt t="7646" x="995363" y="1973263"/>
          <p14:tracePt t="7664" x="977900" y="1990725"/>
          <p14:tracePt t="7696" x="962025" y="1990725"/>
          <p14:tracePt t="7714" x="946150" y="1990725"/>
          <p14:tracePt t="7730" x="903288" y="1990725"/>
          <p14:tracePt t="7747" x="887413" y="1990725"/>
          <p14:tracePt t="7780" x="871538" y="1990725"/>
          <p14:tracePt t="7797" x="854075" y="1990725"/>
          <p14:tracePt t="7882" x="871538" y="1990725"/>
          <p14:tracePt t="7897" x="887413" y="1990725"/>
          <p14:tracePt t="7914" x="903288" y="1990725"/>
          <p14:tracePt t="7930" x="962025" y="1990725"/>
          <p14:tracePt t="7947" x="1011238" y="1990725"/>
          <p14:tracePt t="7964" x="1062038" y="2006600"/>
          <p14:tracePt t="7981" x="1111250" y="2024063"/>
          <p14:tracePt t="7997" x="1160463" y="2024063"/>
          <p14:tracePt t="8014" x="1177925" y="2039938"/>
          <p14:tracePt t="8031" x="1203325" y="2039938"/>
          <p14:tracePt t="8063" x="1219200" y="2039938"/>
          <p14:tracePt t="8096" x="1235075" y="2039938"/>
          <p14:tracePt t="8114" x="1252538" y="2039938"/>
          <p14:tracePt t="8130" x="1268413" y="2039938"/>
          <p14:tracePt t="8147" x="1285875" y="2039938"/>
          <p14:tracePt t="8164" x="1319213" y="2039938"/>
          <p14:tracePt t="8196" x="1352550" y="2039938"/>
          <p14:tracePt t="8214" x="1368425" y="2039938"/>
          <p14:tracePt t="8230" x="1384300" y="2039938"/>
          <p14:tracePt t="8363" x="1368425" y="2039938"/>
          <p14:tracePt t="8413" x="1352550" y="2039938"/>
          <p14:tracePt t="8430" x="1335088" y="2039938"/>
          <p14:tracePt t="8463" x="1319213" y="2039938"/>
          <p14:tracePt t="8698" x="1335088" y="2039938"/>
          <p14:tracePt t="8763" x="1352550" y="2039938"/>
          <p14:tracePt t="8820" x="1352550" y="2024063"/>
          <p14:tracePt t="9113" x="1384300" y="2006600"/>
          <p14:tracePt t="9130" x="1417638" y="2006600"/>
          <p14:tracePt t="9147" x="1509713" y="1990725"/>
          <p14:tracePt t="9164" x="1609725" y="1973263"/>
          <p14:tracePt t="9180" x="1692275" y="1973263"/>
          <p14:tracePt t="9197" x="1816100" y="1973263"/>
          <p14:tracePt t="9214" x="1882775" y="1973263"/>
          <p14:tracePt t="9230" x="1949450" y="1973263"/>
          <p14:tracePt t="9247" x="2006600" y="1973263"/>
          <p14:tracePt t="9264" x="2039938" y="1973263"/>
          <p14:tracePt t="9281" x="2057400" y="1973263"/>
          <p14:tracePt t="9297" x="2073275" y="1973263"/>
          <p14:tracePt t="9330" x="2090738" y="1973263"/>
          <p14:tracePt t="9380" x="2106613" y="1973263"/>
          <p14:tracePt t="9430" x="2122488" y="1973263"/>
          <p14:tracePt t="9479" x="2139950" y="1973263"/>
          <p14:tracePt t="9530" x="2155825" y="1973263"/>
          <p14:tracePt t="9563" x="2173288" y="1973263"/>
          <p14:tracePt t="9596" x="2189163" y="1973263"/>
          <p14:tracePt t="9614" x="2222500" y="1973263"/>
          <p14:tracePt t="9631" x="2263775" y="1973263"/>
          <p14:tracePt t="9647" x="2314575" y="1973263"/>
          <p14:tracePt t="9664" x="2363788" y="1957388"/>
          <p14:tracePt t="9680" x="2413000" y="1957388"/>
          <p14:tracePt t="9697" x="2479675" y="1957388"/>
          <p14:tracePt t="9714" x="2497138" y="1957388"/>
          <p14:tracePt t="9730" x="2571750" y="1957388"/>
          <p14:tracePt t="9747" x="2636838" y="1957388"/>
          <p14:tracePt t="9764" x="2654300" y="1939925"/>
          <p14:tracePt t="9780" x="2670175" y="1939925"/>
          <p14:tracePt t="9813" x="2687638" y="1939925"/>
          <p14:tracePt t="9863" x="2703513" y="1939925"/>
          <p14:tracePt t="11243" x="2687638" y="1939925"/>
          <p14:tracePt t="11280" x="2670175" y="1939925"/>
          <p14:tracePt t="11397" x="2670175" y="1924050"/>
          <p14:tracePt t="11414" x="2687638" y="1924050"/>
          <p14:tracePt t="11430" x="2703513" y="1924050"/>
          <p14:tracePt t="11447" x="2754313" y="1898650"/>
          <p14:tracePt t="11464" x="2795588" y="1898650"/>
          <p14:tracePt t="11480" x="2860675" y="1898650"/>
          <p14:tracePt t="11497" x="2944813" y="1898650"/>
          <p14:tracePt t="11514" x="3009900" y="1898650"/>
          <p14:tracePt t="11530" x="3052763" y="1898650"/>
          <p14:tracePt t="11547" x="3086100" y="1898650"/>
          <p14:tracePt t="11564" x="3101975" y="1898650"/>
          <p14:tracePt t="11596" x="3135313" y="1898650"/>
          <p14:tracePt t="11614" x="3151188" y="1898650"/>
          <p14:tracePt t="11631" x="3168650" y="1898650"/>
          <p14:tracePt t="11647" x="3184525" y="1898650"/>
          <p14:tracePt t="11696" x="3201988" y="1898650"/>
          <p14:tracePt t="11763" x="3217863" y="1898650"/>
          <p14:tracePt t="11796" x="3235325" y="1898650"/>
          <p14:tracePt t="11814" x="3251200" y="1898650"/>
          <p14:tracePt t="11830" x="3267075" y="1898650"/>
          <p14:tracePt t="11847" x="3284538" y="1898650"/>
          <p14:tracePt t="11864" x="3300413" y="1898650"/>
          <p14:tracePt t="11880" x="3341688" y="1898650"/>
          <p14:tracePt t="11897" x="3359150" y="1898650"/>
          <p14:tracePt t="11914" x="3408363" y="1898650"/>
          <p14:tracePt t="11930" x="3441700" y="1898650"/>
          <p14:tracePt t="11947" x="3475038" y="1898650"/>
          <p14:tracePt t="11964" x="3524250" y="1898650"/>
          <p14:tracePt t="11980" x="3541713" y="1898650"/>
          <p14:tracePt t="12080" x="3524250" y="1898650"/>
          <p14:tracePt t="12098" x="3475038" y="1924050"/>
          <p14:tracePt t="12113" x="3425825" y="1924050"/>
          <p14:tracePt t="12130" x="3408363" y="1939925"/>
          <p14:tracePt t="12147" x="3325813" y="1957388"/>
          <p14:tracePt t="12164" x="3251200" y="1990725"/>
          <p14:tracePt t="12180" x="3117850" y="2055813"/>
          <p14:tracePt t="12197" x="3068638" y="2089150"/>
          <p14:tracePt t="12214" x="2978150" y="2122488"/>
          <p14:tracePt t="12230" x="2844800" y="2230438"/>
          <p14:tracePt t="12247" x="2736850" y="2297113"/>
          <p14:tracePt t="12264" x="2636838" y="2346325"/>
          <p14:tracePt t="12280" x="2513013" y="2420938"/>
          <p14:tracePt t="12297" x="2430463" y="2471738"/>
          <p14:tracePt t="12314" x="2347913" y="2505075"/>
          <p14:tracePt t="12330" x="2314575" y="2520950"/>
          <p14:tracePt t="12347" x="2222500" y="2554288"/>
          <p14:tracePt t="12364" x="2155825" y="2570163"/>
          <p14:tracePt t="12380" x="2106613" y="2570163"/>
          <p14:tracePt t="12397" x="2057400" y="2587625"/>
          <p14:tracePt t="12414" x="1931988" y="2620963"/>
          <p14:tracePt t="12430" x="1882775" y="2636838"/>
          <p14:tracePt t="12447" x="1782763" y="2654300"/>
          <p14:tracePt t="12464" x="1733550" y="2678113"/>
          <p14:tracePt t="12480" x="1592263" y="2711450"/>
          <p14:tracePt t="12497" x="1525588" y="2744788"/>
          <p14:tracePt t="12514" x="1417638" y="2760663"/>
          <p14:tracePt t="12530" x="1352550" y="2778125"/>
          <p14:tracePt t="12547" x="1335088" y="2778125"/>
          <p14:tracePt t="12563" x="1301750" y="2794000"/>
          <p14:tracePt t="12581" x="1285875" y="2794000"/>
          <p14:tracePt t="12613" x="1268413" y="2794000"/>
          <p14:tracePt t="12631" x="1252538" y="2794000"/>
          <p14:tracePt t="12647" x="1235075" y="2794000"/>
          <p14:tracePt t="12696" x="1219200" y="2794000"/>
          <p14:tracePt t="12793" x="1235075" y="2794000"/>
          <p14:tracePt t="12846" x="1252538" y="2794000"/>
          <p14:tracePt t="12879" x="1268413" y="2794000"/>
          <p14:tracePt t="12897" x="1285875" y="2811463"/>
          <p14:tracePt t="12914" x="1319213" y="2811463"/>
          <p14:tracePt t="12931" x="1319213" y="2827338"/>
          <p14:tracePt t="12947" x="1352550" y="2844800"/>
          <p14:tracePt t="12964" x="1368425" y="2844800"/>
          <p14:tracePt t="12980" x="1401763" y="2860675"/>
          <p14:tracePt t="13013" x="1417638" y="2860675"/>
          <p14:tracePt t="13046" x="1435100" y="2878138"/>
          <p14:tracePt t="13064" x="1450975" y="2878138"/>
          <p14:tracePt t="13080" x="1476375" y="2878138"/>
          <p14:tracePt t="13097" x="1509713" y="2894013"/>
          <p14:tracePt t="13114" x="1525588" y="2894013"/>
          <p14:tracePt t="13130" x="1543050" y="2894013"/>
          <p14:tracePt t="13147" x="1576388" y="2911475"/>
          <p14:tracePt t="13164" x="1592263" y="2911475"/>
          <p14:tracePt t="13180" x="1609725" y="2935288"/>
          <p14:tracePt t="13197" x="1641475" y="2935288"/>
          <p14:tracePt t="13214" x="1658938" y="2952750"/>
          <p14:tracePt t="13246" x="1692275" y="2968625"/>
          <p14:tracePt t="13280" x="1708150" y="2968625"/>
          <p14:tracePt t="13297" x="1733550" y="2986088"/>
          <p14:tracePt t="13314" x="1766888" y="2986088"/>
          <p14:tracePt t="13331" x="1800225" y="3001963"/>
          <p14:tracePt t="13347" x="1866900" y="3001963"/>
          <p14:tracePt t="13364" x="1898650" y="3001963"/>
          <p14:tracePt t="13380" x="1982788" y="3001963"/>
          <p14:tracePt t="13397" x="2039938" y="3001963"/>
          <p14:tracePt t="13414" x="2057400" y="3001963"/>
          <p14:tracePt t="13430" x="2090738" y="3001963"/>
          <p14:tracePt t="13480" x="2106613" y="3001963"/>
          <p14:tracePt t="13682" x="2122488" y="3001963"/>
          <p14:tracePt t="13697" x="2139950" y="3001963"/>
          <p14:tracePt t="13713" x="2173288" y="3001963"/>
          <p14:tracePt t="13730" x="2189163" y="3001963"/>
          <p14:tracePt t="13747" x="2263775" y="3001963"/>
          <p14:tracePt t="13764" x="2297113" y="2986088"/>
          <p14:tracePt t="13780" x="2347913" y="2986088"/>
          <p14:tracePt t="13797" x="2363788" y="2986088"/>
          <p14:tracePt t="13814" x="2413000" y="2986088"/>
          <p14:tracePt t="13830" x="2430463" y="2986088"/>
          <p14:tracePt t="13863" x="2446338" y="2986088"/>
          <p14:tracePt t="13896" x="2463800" y="2986088"/>
          <p14:tracePt t="13930" x="2479675" y="2986088"/>
          <p14:tracePt t="13979" x="2497138" y="2986088"/>
          <p14:tracePt t="14396" x="2554288" y="2986088"/>
          <p14:tracePt t="14414" x="2811463" y="2986088"/>
          <p14:tracePt t="14430" x="2927350" y="2986088"/>
          <p14:tracePt t="14447" x="3151188" y="3001963"/>
          <p14:tracePt t="14464" x="3201988" y="3001963"/>
          <p14:tracePt t="14480" x="3375025" y="3001963"/>
          <p14:tracePt t="14497" x="3425825" y="3001963"/>
          <p14:tracePt t="14514" x="3475038" y="3001963"/>
          <p14:tracePt t="14531" x="3492500" y="3001963"/>
          <p14:tracePt t="14547" x="3524250" y="3001963"/>
          <p14:tracePt t="14564" x="3541713" y="3001963"/>
          <p14:tracePt t="14580" x="3598863" y="3001963"/>
          <p14:tracePt t="14597" x="3649663" y="3001963"/>
          <p14:tracePt t="14614" x="3665538" y="3001963"/>
          <p14:tracePt t="14633" x="3716338" y="3001963"/>
          <p14:tracePt t="14647" x="3748088" y="3001963"/>
          <p14:tracePt t="14664" x="3832225" y="3001963"/>
          <p14:tracePt t="14680" x="3889375" y="3001963"/>
          <p14:tracePt t="14697" x="3973513" y="3001963"/>
          <p14:tracePt t="14714" x="4022725" y="3001963"/>
          <p14:tracePt t="14730" x="4089400" y="3001963"/>
          <p14:tracePt t="14747" x="4197350" y="3001963"/>
          <p14:tracePt t="14764" x="4246563" y="3001963"/>
          <p14:tracePt t="14780" x="4279900" y="3001963"/>
          <p14:tracePt t="14797" x="4346575" y="3001963"/>
          <p14:tracePt t="14814" x="4403725" y="2986088"/>
          <p14:tracePt t="14831" x="4437063" y="2986088"/>
          <p14:tracePt t="14847" x="4454525" y="2986088"/>
          <p14:tracePt t="14863" x="4486275" y="2986088"/>
          <p14:tracePt t="15199" x="4503738" y="2986088"/>
          <p14:tracePt t="15214" x="4519613" y="2986088"/>
          <p14:tracePt t="15230" x="4552950" y="2968625"/>
          <p14:tracePt t="15247" x="4603750" y="2952750"/>
          <p14:tracePt t="15264" x="4743450" y="2911475"/>
          <p14:tracePt t="15281" x="4827588" y="2894013"/>
          <p14:tracePt t="15297" x="4951413" y="2860675"/>
          <p14:tracePt t="15314" x="5000625" y="2844800"/>
          <p14:tracePt t="15330" x="5084763" y="2827338"/>
          <p14:tracePt t="15347" x="5118100" y="2811463"/>
          <p14:tracePt t="15364" x="5149850" y="2811463"/>
          <p14:tracePt t="15396" x="5175250" y="2794000"/>
          <p14:tracePt t="15533" x="5192713" y="2794000"/>
          <p14:tracePt t="15547" x="5208588" y="2794000"/>
          <p14:tracePt t="15564" x="5224463" y="2794000"/>
          <p14:tracePt t="15580" x="5291138" y="2794000"/>
          <p14:tracePt t="15597" x="5341938" y="2794000"/>
          <p14:tracePt t="15614" x="5373688" y="2794000"/>
          <p14:tracePt t="15631" x="5424488" y="2794000"/>
          <p14:tracePt t="15647" x="5499100" y="2794000"/>
          <p14:tracePt t="15664" x="5548313" y="2794000"/>
          <p14:tracePt t="15680" x="5581650" y="2794000"/>
          <p14:tracePt t="15697" x="5599113" y="2794000"/>
          <p14:tracePt t="15714" x="5614988" y="2794000"/>
          <p14:tracePt t="15746" x="5630863" y="2794000"/>
          <p14:tracePt t="15780" x="5648325" y="2794000"/>
          <p14:tracePt t="15797" x="5664200" y="2794000"/>
          <p14:tracePt t="15829" x="5681663" y="2794000"/>
          <p14:tracePt t="15863" x="5705475" y="2794000"/>
          <p14:tracePt t="15913" x="5722938" y="2794000"/>
          <p14:tracePt t="15930" x="5738813" y="2794000"/>
          <p14:tracePt t="15947" x="5772150" y="2794000"/>
          <p14:tracePt t="15964" x="5805488" y="2794000"/>
          <p14:tracePt t="15980" x="5838825" y="2811463"/>
          <p14:tracePt t="15997" x="5854700" y="2811463"/>
          <p14:tracePt t="16014" x="5872163" y="2811463"/>
          <p14:tracePt t="16618" x="5888038" y="2811463"/>
          <p14:tracePt t="16631" x="5938838" y="2811463"/>
          <p14:tracePt t="16647" x="6013450" y="2811463"/>
          <p14:tracePt t="16664" x="6211888" y="2811463"/>
          <p14:tracePt t="16680" x="6469063" y="2811463"/>
          <p14:tracePt t="16697" x="6592888" y="2811463"/>
          <p14:tracePt t="16714" x="6726238" y="2811463"/>
          <p14:tracePt t="16730" x="6834188" y="2811463"/>
          <p14:tracePt t="16747" x="6900863" y="2794000"/>
          <p14:tracePt t="16764" x="6983413" y="2794000"/>
          <p14:tracePt t="16780" x="7016750" y="2794000"/>
          <p14:tracePt t="16797" x="7042150" y="2794000"/>
          <p14:tracePt t="17980" x="7016750" y="2811463"/>
          <p14:tracePt t="17997" x="6999288" y="2811463"/>
          <p14:tracePt t="18014" x="6934200" y="2827338"/>
          <p14:tracePt t="18030" x="6850063" y="2827338"/>
          <p14:tracePt t="18047" x="6767513" y="2844800"/>
          <p14:tracePt t="18064" x="6710363" y="2844800"/>
          <p14:tracePt t="18080" x="6659563" y="2844800"/>
          <p14:tracePt t="18097" x="6592888" y="2860675"/>
          <p14:tracePt t="18114" x="6577013" y="2860675"/>
          <p14:tracePt t="18130" x="6543675" y="2860675"/>
          <p14:tracePt t="18147" x="6510338" y="2878138"/>
          <p14:tracePt t="18164" x="6486525" y="2878138"/>
          <p14:tracePt t="18180" x="6469063" y="2878138"/>
          <p14:tracePt t="18197" x="6453188" y="2894013"/>
          <p14:tracePt t="18486" x="6435725" y="2894013"/>
          <p14:tracePt t="18497" x="6402388" y="2911475"/>
          <p14:tracePt t="18514" x="6353175" y="2935288"/>
          <p14:tracePt t="18530" x="6303963" y="2986088"/>
          <p14:tracePt t="18547" x="6162675" y="3117850"/>
          <p14:tracePt t="18564" x="6111875" y="3192463"/>
          <p14:tracePt t="18580" x="6013450" y="3325813"/>
          <p14:tracePt t="18597" x="5938838" y="3390900"/>
          <p14:tracePt t="18614" x="5888038" y="3449638"/>
          <p14:tracePt t="18631" x="5838825" y="3482975"/>
          <p14:tracePt t="18647" x="5756275" y="3516313"/>
          <p14:tracePt t="18664" x="5722938" y="3516313"/>
          <p14:tracePt t="18680" x="5614988" y="3565525"/>
          <p14:tracePt t="18697" x="5548313" y="3565525"/>
          <p14:tracePt t="18714" x="5424488" y="3598863"/>
          <p14:tracePt t="18730" x="5291138" y="3632200"/>
          <p14:tracePt t="18747" x="5149850" y="3690938"/>
          <p14:tracePt t="18764" x="5067300" y="3706813"/>
          <p14:tracePt t="18780" x="5018088" y="3722688"/>
          <p14:tracePt t="18797" x="4951413" y="3740150"/>
          <p14:tracePt t="18814" x="4876800" y="3773488"/>
          <p14:tracePt t="18830" x="4827588" y="3789363"/>
          <p14:tracePt t="18847" x="4743450" y="3840163"/>
          <p14:tracePt t="18864" x="4645025" y="3905250"/>
          <p14:tracePt t="19146" x="4619625" y="3905250"/>
          <p14:tracePt t="19164" x="4552950" y="3905250"/>
          <p14:tracePt t="19180" x="4362450" y="3922713"/>
          <p14:tracePt t="19197" x="4229100" y="3946525"/>
          <p14:tracePt t="19214" x="4113213" y="3963988"/>
          <p14:tracePt t="19230" x="3889375" y="3997325"/>
          <p14:tracePt t="19247" x="3698875" y="4046538"/>
          <p14:tracePt t="19264" x="3616325" y="4046538"/>
          <p14:tracePt t="19280" x="3408363" y="4113213"/>
          <p14:tracePt t="19297" x="3300413" y="4146550"/>
          <p14:tracePt t="19314" x="3101975" y="4237038"/>
          <p14:tracePt t="19330" x="2844800" y="4352925"/>
          <p14:tracePt t="19347" x="2654300" y="4460875"/>
          <p14:tracePt t="19364" x="2446338" y="4560888"/>
          <p14:tracePt t="19380" x="2263775" y="4676775"/>
          <p14:tracePt t="19397" x="2090738" y="4768850"/>
          <p14:tracePt t="19414" x="1982788" y="4818063"/>
          <p14:tracePt t="19430" x="1849438" y="4867275"/>
          <p14:tracePt t="19447" x="1692275" y="4918075"/>
          <p14:tracePt t="19464" x="1576388" y="4933950"/>
          <p14:tracePt t="19480" x="1543050" y="4933950"/>
          <p14:tracePt t="19497" x="1509713" y="4933950"/>
          <p14:tracePt t="19514" x="1492250" y="4933950"/>
          <p14:tracePt t="19730" x="1450975" y="4933950"/>
          <p14:tracePt t="19747" x="1384300" y="4933950"/>
          <p14:tracePt t="19764" x="1319213" y="4959350"/>
          <p14:tracePt t="19780" x="1160463" y="4975225"/>
          <p14:tracePt t="19797" x="1011238" y="4975225"/>
          <p14:tracePt t="19814" x="962025" y="4975225"/>
          <p14:tracePt t="19830" x="838200" y="4975225"/>
          <p14:tracePt t="19847" x="771525" y="4975225"/>
          <p14:tracePt t="19864" x="671513" y="4975225"/>
          <p14:tracePt t="19880" x="581025" y="4975225"/>
          <p14:tracePt t="19897" x="547688" y="4975225"/>
          <p14:tracePt t="19914" x="496888" y="4959350"/>
          <p14:tracePt t="19930" x="465138" y="4959350"/>
          <p14:tracePt t="19947" x="447675" y="4933950"/>
          <p14:tracePt t="19980" x="431800" y="4933950"/>
          <p14:tracePt t="19997" x="414338" y="4918075"/>
          <p14:tracePt t="20013" x="390525" y="4918075"/>
          <p14:tracePt t="20030" x="390525" y="4900613"/>
          <p14:tracePt t="20047" x="373063" y="4884738"/>
          <p14:tracePt t="20079" x="373063" y="4867275"/>
          <p14:tracePt t="20146" x="373063" y="4851400"/>
          <p14:tracePt t="20203" x="373063" y="4833938"/>
          <p14:tracePt t="20246" x="390525" y="4802188"/>
          <p14:tracePt t="20264" x="414338" y="4751388"/>
          <p14:tracePt t="20280" x="447675" y="4694238"/>
          <p14:tracePt t="20297" x="465138" y="4660900"/>
          <p14:tracePt t="20314" x="481013" y="4643438"/>
          <p14:tracePt t="20330" x="481013" y="4627563"/>
          <p14:tracePt t="20614" x="481013" y="4610100"/>
          <p14:tracePt t="20697" x="465138" y="4610100"/>
          <p14:tracePt t="20746" x="447675" y="4610100"/>
          <p14:tracePt t="20780" x="431800" y="4610100"/>
          <p14:tracePt t="20797" x="414338" y="4610100"/>
          <p14:tracePt t="20814" x="390525" y="4610100"/>
          <p14:tracePt t="20830" x="373063" y="4610100"/>
          <p14:tracePt t="20847" x="357188" y="4610100"/>
          <p14:tracePt t="20990" x="357188" y="4594225"/>
          <p14:tracePt t="21046" x="373063" y="4594225"/>
          <p14:tracePt t="21113" x="390525" y="4594225"/>
          <p14:tracePt t="21146" x="414338" y="4576763"/>
          <p14:tracePt t="22046" x="431800" y="4576763"/>
          <p14:tracePt t="22080" x="431800" y="4560888"/>
          <p14:tracePt t="22189" x="431800" y="4545013"/>
          <p14:tracePt t="22201" x="414338" y="4545013"/>
          <p14:tracePt t="22230" x="373063" y="4545013"/>
          <p14:tracePt t="22247" x="339725" y="4545013"/>
          <p14:tracePt t="22264" x="306388" y="4545013"/>
          <p14:tracePt t="22280" x="290513" y="4545013"/>
          <p14:tracePt t="22297" x="257175" y="4545013"/>
          <p14:tracePt t="22314" x="241300" y="4545013"/>
          <p14:tracePt t="22363" x="223838" y="4560888"/>
          <p14:tracePt t="22396" x="207963" y="4594225"/>
          <p14:tracePt t="22414" x="207963" y="4610100"/>
          <p14:tracePt t="22430" x="190500" y="4627563"/>
          <p14:tracePt t="22447" x="174625" y="4660900"/>
          <p14:tracePt t="22464" x="174625" y="4676775"/>
          <p14:tracePt t="22480" x="174625" y="4694238"/>
          <p14:tracePt t="22497" x="157163" y="4768850"/>
          <p14:tracePt t="22513" x="141288" y="4833938"/>
          <p14:tracePt t="22530" x="100013" y="4918075"/>
          <p14:tracePt t="22547" x="100013" y="4992688"/>
          <p14:tracePt t="22563" x="100013" y="5124450"/>
          <p14:tracePt t="22580" x="100013" y="5265738"/>
          <p14:tracePt t="22597" x="100013" y="5348288"/>
          <p14:tracePt t="22614" x="100013" y="5448300"/>
          <p14:tracePt t="22631" x="100013" y="5507038"/>
          <p14:tracePt t="22647" x="100013" y="5522913"/>
          <p14:tracePt t="22679" x="100013" y="5538788"/>
          <p14:tracePt t="22739" x="115888" y="5538788"/>
          <p14:tracePt t="22863" x="174625" y="5556250"/>
          <p14:tracePt t="22880" x="223838" y="5556250"/>
          <p14:tracePt t="22897" x="323850" y="5556250"/>
          <p14:tracePt t="22914" x="465138" y="5556250"/>
          <p14:tracePt t="22930" x="581025" y="5538788"/>
          <p14:tracePt t="22947" x="704850" y="5507038"/>
          <p14:tracePt t="22964" x="838200" y="5489575"/>
          <p14:tracePt t="22980" x="920750" y="5473700"/>
          <p14:tracePt t="22997" x="977900" y="5448300"/>
          <p14:tracePt t="23030" x="995363" y="5448300"/>
          <p14:tracePt t="23096" x="1011238" y="5448300"/>
          <p14:tracePt t="23180" x="1028700" y="5448300"/>
          <p14:tracePt t="23246" x="1044575" y="5448300"/>
          <p14:tracePt t="23363" x="1062038" y="5448300"/>
          <p14:tracePt t="23463" x="1077913" y="5448300"/>
          <p14:tracePt t="23496" x="1077913" y="5432425"/>
          <p14:tracePt t="23531" x="1095375" y="5432425"/>
          <p14:tracePt t="23836" x="1111250" y="5432425"/>
          <p14:tracePt t="23959" x="1128713" y="5432425"/>
          <p14:tracePt t="26564" x="1144588" y="5432425"/>
          <p14:tracePt t="26580" x="1177925" y="5432425"/>
          <p14:tracePt t="26597" x="1235075" y="5414963"/>
          <p14:tracePt t="26614" x="1268413" y="5414963"/>
          <p14:tracePt t="26631" x="1335088" y="5399088"/>
          <p14:tracePt t="26647" x="1384300" y="5381625"/>
          <p14:tracePt t="26664" x="1492250" y="5365750"/>
          <p14:tracePt t="26680" x="1558925" y="5332413"/>
          <p14:tracePt t="26697" x="1609725" y="5332413"/>
          <p14:tracePt t="26713" x="1674813" y="5314950"/>
          <p14:tracePt t="26730" x="1733550" y="5299075"/>
          <p14:tracePt t="26747" x="1833563" y="5265738"/>
          <p14:tracePt t="26764" x="1898650" y="5249863"/>
          <p14:tracePt t="26780" x="2073275" y="5191125"/>
          <p14:tracePt t="26797" x="2139950" y="5175250"/>
          <p14:tracePt t="26814" x="2330450" y="5141913"/>
          <p14:tracePt t="26830" x="2430463" y="5141913"/>
          <p14:tracePt t="27188" x="2446338" y="5141913"/>
          <p14:tracePt t="27201" x="2497138" y="5141913"/>
          <p14:tracePt t="27214" x="2587625" y="5124450"/>
          <p14:tracePt t="27230" x="2736850" y="5124450"/>
          <p14:tracePt t="27247" x="3168650" y="5108575"/>
          <p14:tracePt t="27264" x="3300413" y="5108575"/>
          <p14:tracePt t="27280" x="3508375" y="5108575"/>
          <p14:tracePt t="27297" x="3748088" y="5108575"/>
          <p14:tracePt t="27314" x="3814763" y="5108575"/>
          <p14:tracePt t="27330" x="3989388" y="5108575"/>
          <p14:tracePt t="27347" x="4038600" y="5108575"/>
          <p14:tracePt t="27364" x="4113213" y="5108575"/>
          <p14:tracePt t="27380" x="4130675" y="5108575"/>
          <p14:tracePt t="27429" x="4146550" y="5108575"/>
          <p14:tracePt t="27463" x="4179888" y="5108575"/>
          <p14:tracePt t="27480" x="4229100" y="5108575"/>
          <p14:tracePt t="27497" x="4279900" y="5108575"/>
          <p14:tracePt t="27514" x="4329113" y="5108575"/>
          <p14:tracePt t="27530" x="4454525" y="5091113"/>
          <p14:tracePt t="27547" x="4570413" y="5057775"/>
          <p14:tracePt t="27564" x="4876800" y="4975225"/>
          <p14:tracePt t="27580" x="5308600" y="4867275"/>
          <p14:tracePt t="27597" x="5481638" y="4818063"/>
          <p14:tracePt t="27614" x="5854700" y="4718050"/>
          <p14:tracePt t="27631" x="6080125" y="4660900"/>
          <p14:tracePt t="27647" x="6196013" y="4643438"/>
          <p14:tracePt t="27663" x="6319838" y="4627563"/>
          <p14:tracePt t="27680" x="6386513" y="4610100"/>
          <p14:tracePt t="27697" x="6453188" y="4610100"/>
          <p14:tracePt t="27713" x="6510338" y="4594225"/>
          <p14:tracePt t="27730" x="6527800" y="4594225"/>
          <p14:tracePt t="27747" x="6543675" y="4594225"/>
          <p14:tracePt t="27763" x="6577013" y="4576763"/>
          <p14:tracePt t="28046" x="6592888" y="4576763"/>
          <p14:tracePt t="28064" x="6610350" y="4576763"/>
          <p14:tracePt t="28080" x="6626225" y="4576763"/>
          <p14:tracePt t="28097" x="6659563" y="4560888"/>
          <p14:tracePt t="28114" x="6677025" y="4560888"/>
          <p14:tracePt t="28130" x="6692900" y="4545013"/>
          <p14:tracePt t="28147" x="6726238" y="4545013"/>
          <p14:tracePt t="28164" x="6784975" y="4511675"/>
          <p14:tracePt t="28180" x="6800850" y="4494213"/>
          <p14:tracePt t="28197" x="6850063" y="4460875"/>
          <p14:tracePt t="28214" x="6867525" y="4437063"/>
          <p14:tracePt t="28230" x="6883400" y="4419600"/>
          <p14:tracePt t="28247" x="6916738" y="4370388"/>
          <p14:tracePt t="28264" x="6934200" y="4337050"/>
          <p14:tracePt t="28280" x="6934200" y="4303713"/>
          <p14:tracePt t="28297" x="6950075" y="4237038"/>
          <p14:tracePt t="28314" x="6967538" y="4146550"/>
          <p14:tracePt t="28330" x="6967538" y="4113213"/>
          <p14:tracePt t="28347" x="6983413" y="4046538"/>
          <p14:tracePt t="28364" x="6983413" y="3963988"/>
          <p14:tracePt t="28380" x="7016750" y="3856038"/>
          <p14:tracePt t="28397" x="7042150" y="3806825"/>
          <p14:tracePt t="28413" x="7073900" y="3690938"/>
          <p14:tracePt t="28430" x="7073900" y="3665538"/>
          <p14:tracePt t="28447" x="7107238" y="3582988"/>
          <p14:tracePt t="28463" x="7107238" y="3549650"/>
          <p14:tracePt t="28480" x="7124700" y="3482975"/>
          <p14:tracePt t="28497" x="7140575" y="3449638"/>
          <p14:tracePt t="28514" x="7140575" y="3408363"/>
          <p14:tracePt t="28530" x="7158038" y="3341688"/>
          <p14:tracePt t="28547" x="7158038" y="3325813"/>
          <p14:tracePt t="28564" x="7158038" y="3259138"/>
          <p14:tracePt t="28580" x="7158038" y="3167063"/>
          <p14:tracePt t="28597" x="7173913" y="3068638"/>
          <p14:tracePt t="28614" x="7173913" y="3035300"/>
          <p14:tracePt t="28631" x="7173913" y="2935288"/>
          <p14:tracePt t="28647" x="7173913" y="2844800"/>
          <p14:tracePt t="28664" x="7191375" y="2778125"/>
          <p14:tracePt t="28680" x="7191375" y="2744788"/>
          <p14:tracePt t="28697" x="7191375" y="2711450"/>
          <p14:tracePt t="28714" x="7191375" y="2695575"/>
          <p14:tracePt t="28730" x="7191375" y="2678113"/>
          <p14:tracePt t="28747" x="7191375" y="2654300"/>
          <p14:tracePt t="28764" x="7207250" y="2654300"/>
          <p14:tracePt t="28829" x="7224713" y="2654300"/>
          <p14:tracePt t="28879" x="7240588" y="2654300"/>
          <p14:tracePt t="28897" x="7256463" y="2654300"/>
          <p14:tracePt t="28914" x="7273925" y="2654300"/>
          <p14:tracePt t="28930" x="7299325" y="2654300"/>
          <p14:tracePt t="28979" x="7315200" y="2654300"/>
          <p14:tracePt t="29096" x="7299325" y="2654300"/>
          <p14:tracePt t="29113" x="7273925" y="2678113"/>
          <p14:tracePt t="29130" x="7240588" y="2678113"/>
          <p14:tracePt t="29163" x="7207250" y="2695575"/>
          <p14:tracePt t="29196" x="7191375" y="2695575"/>
          <p14:tracePt t="29214" x="7173913" y="2695575"/>
          <p14:tracePt t="29680" x="7191375" y="2695575"/>
          <p14:tracePt t="29729" x="7207250" y="2695575"/>
          <p14:tracePt t="29747" x="7273925" y="2695575"/>
          <p14:tracePt t="29764" x="7381875" y="2728913"/>
          <p14:tracePt t="29780" x="7448550" y="2728913"/>
          <p14:tracePt t="29797" x="7497763" y="2744788"/>
          <p14:tracePt t="29814" x="7588250" y="2778125"/>
          <p14:tracePt t="29830" x="7672388" y="2794000"/>
          <p14:tracePt t="29847" x="7688263" y="2811463"/>
          <p14:tracePt t="29863" x="7705725" y="2811463"/>
          <p14:tracePt t="29880" x="7754938" y="2844800"/>
          <p14:tracePt t="29897" x="7770813" y="2894013"/>
          <p14:tracePt t="29914" x="7770813" y="2935288"/>
          <p14:tracePt t="29930" x="7804150" y="3035300"/>
          <p14:tracePt t="29947" x="7804150" y="3084513"/>
          <p14:tracePt t="29964" x="7804150" y="3241675"/>
          <p14:tracePt t="29980" x="7804150" y="3308350"/>
          <p14:tracePt t="29997" x="7804150" y="3482975"/>
          <p14:tracePt t="30014" x="7804150" y="3549650"/>
          <p14:tracePt t="30030" x="7804150" y="3582988"/>
          <p14:tracePt t="30047" x="7770813" y="3706813"/>
          <p14:tracePt t="30064" x="7721600" y="3806825"/>
          <p14:tracePt t="30080" x="7688263" y="3871913"/>
          <p14:tracePt t="30097" x="7654925" y="3922713"/>
          <p14:tracePt t="30114" x="7588250" y="3997325"/>
          <p14:tracePt t="30130" x="7546975" y="4030663"/>
          <p14:tracePt t="30147" x="7531100" y="4046538"/>
          <p14:tracePt t="30164" x="7480300" y="4113213"/>
          <p14:tracePt t="30180" x="7448550" y="4129088"/>
          <p14:tracePt t="30197" x="7397750" y="4203700"/>
          <p14:tracePt t="30214" x="7381875" y="4221163"/>
          <p14:tracePt t="30230" x="7348538" y="4303713"/>
          <p14:tracePt t="30247" x="7315200" y="4370388"/>
          <p14:tracePt t="30264" x="7299325" y="4419600"/>
          <p14:tracePt t="30280" x="7273925" y="4494213"/>
          <p14:tracePt t="30297" x="7256463" y="4527550"/>
          <p14:tracePt t="30314" x="7256463" y="4594225"/>
          <p14:tracePt t="30330" x="7256463" y="4610100"/>
          <p14:tracePt t="30347" x="7256463" y="4660900"/>
          <p14:tracePt t="30364" x="7256463" y="4676775"/>
          <p14:tracePt t="30380" x="7256463" y="4718050"/>
          <p14:tracePt t="30397" x="7273925" y="4735513"/>
          <p14:tracePt t="30413" x="7348538" y="4751388"/>
          <p14:tracePt t="30430" x="7431088" y="4784725"/>
          <p14:tracePt t="30447" x="7546975" y="4802188"/>
          <p14:tracePt t="30463" x="7654925" y="4818063"/>
          <p14:tracePt t="30480" x="7705725" y="4833938"/>
          <p14:tracePt t="30497" x="7788275" y="4833938"/>
          <p14:tracePt t="30513" x="7804150" y="4833938"/>
          <p14:tracePt t="30530" x="7878763" y="4833938"/>
          <p14:tracePt t="30547" x="7896225" y="4833938"/>
          <p14:tracePt t="30564" x="7945438" y="4833938"/>
          <p14:tracePt t="30580" x="7978775" y="4833938"/>
          <p14:tracePt t="30597" x="8027988" y="4833938"/>
          <p14:tracePt t="30613" x="8061325" y="4833938"/>
          <p14:tracePt t="30631" x="8078788" y="4833938"/>
          <p14:tracePt t="30647" x="8135938" y="4833938"/>
          <p14:tracePt t="30663" x="8153400" y="4833938"/>
          <p14:tracePt t="30680" x="8153400" y="4818063"/>
          <p14:tracePt t="30713" x="8169275" y="4818063"/>
          <p14:tracePt t="31163" x="8169275" y="4802188"/>
          <p14:tracePt t="31180" x="8186738" y="4768850"/>
          <p14:tracePt t="31197" x="8269288" y="4676775"/>
          <p14:tracePt t="31213" x="8377238" y="4576763"/>
          <p14:tracePt t="31230" x="8459788" y="4527550"/>
          <p14:tracePt t="31247" x="8493125" y="4494213"/>
          <p14:tracePt t="31264" x="8526463" y="4478338"/>
          <p14:tracePt t="31280" x="8559800" y="4437063"/>
          <p14:tracePt t="31297" x="8575675" y="4437063"/>
          <p14:tracePt t="31313" x="8593138" y="4437063"/>
          <p14:tracePt t="31330" x="8609013" y="4437063"/>
          <p14:tracePt t="31347" x="8609013" y="4419600"/>
          <p14:tracePt t="31596" x="8634413" y="4419600"/>
          <p14:tracePt t="31631" x="8667750" y="4419600"/>
          <p14:tracePt t="31647" x="8716963" y="4419600"/>
          <p14:tracePt t="31680" x="8750300" y="4419600"/>
          <p14:tracePt t="31713" x="8766175" y="4419600"/>
          <p14:tracePt t="35000" x="8816975" y="4419600"/>
          <p14:tracePt t="35017" x="8924925" y="4403725"/>
          <p14:tracePt t="35031" x="9090025" y="4403725"/>
          <p14:tracePt t="35047" x="9164638" y="4403725"/>
          <p14:tracePt t="35064" x="9347200" y="4403725"/>
          <p14:tracePt t="35080" x="9437688" y="4403725"/>
          <p14:tracePt t="35097" x="9728200" y="4403725"/>
          <p14:tracePt t="35114" x="9861550" y="4419600"/>
          <p14:tracePt t="35130" x="10152063" y="4419600"/>
          <p14:tracePt t="35147" x="10242550" y="4419600"/>
          <p14:tracePt t="35164" x="10483850" y="4419600"/>
          <p14:tracePt t="35180" x="10566400" y="4419600"/>
          <p14:tracePt t="35197" x="10666413" y="4403725"/>
          <p14:tracePt t="35214" x="10741025" y="4403725"/>
          <p14:tracePt t="35230" x="10790238" y="4386263"/>
          <p14:tracePt t="35247" x="10823575" y="4386263"/>
          <p14:tracePt t="35264" x="10839450" y="4386263"/>
          <p14:tracePt t="35296" x="10856913" y="4386263"/>
          <p14:tracePt t="36380" x="10872788" y="4370388"/>
          <p14:tracePt t="36397" x="10939463" y="4337050"/>
          <p14:tracePt t="36414" x="11014075" y="4270375"/>
          <p14:tracePt t="36430" x="11180763" y="4129088"/>
          <p14:tracePt t="36447" x="11337925" y="3997325"/>
          <p14:tracePt t="36463" x="11487150" y="3840163"/>
          <p14:tracePt t="36480" x="11644313" y="3706813"/>
          <p14:tracePt t="36497" x="11777663" y="3582988"/>
          <p14:tracePt t="36514" x="11901488" y="3467100"/>
          <p14:tracePt t="36530" x="11968163" y="3390900"/>
          <p14:tracePt t="36547" x="12142788" y="3209925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4E4A7-10D5-7E3E-C265-E4CC13451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C73E9-AC17-FDF1-CCC9-9B16BF92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b="1" dirty="0"/>
              <a:t>3.</a:t>
            </a:r>
            <a:r>
              <a:rPr kumimoji="1" lang="ko-KR" altLang="en-US" b="1" dirty="0"/>
              <a:t> </a:t>
            </a:r>
            <a:r>
              <a:rPr kumimoji="1" lang="en-US" altLang="ko-KR" b="1" dirty="0" err="1"/>
              <a:t>AIMer</a:t>
            </a:r>
            <a:r>
              <a:rPr kumimoji="1" lang="en-US" altLang="ko-KR" b="1" dirty="0"/>
              <a:t> AVX2 </a:t>
            </a:r>
            <a:r>
              <a:rPr kumimoji="1" lang="ko-KR" altLang="en-US" b="1" dirty="0"/>
              <a:t>적용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CD1B02-3423-315F-99CE-4141B2DEBB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398670"/>
          </a:xfrm>
        </p:spPr>
        <p:txBody>
          <a:bodyPr/>
          <a:lstStyle/>
          <a:p>
            <a:r>
              <a:rPr kumimoji="1" lang="en-US" altLang="ko-KR" dirty="0" err="1"/>
              <a:t>Kpqclean</a:t>
            </a:r>
            <a:r>
              <a:rPr kumimoji="1" lang="en-US" altLang="ko-KR" dirty="0"/>
              <a:t> Ver2 – AIMer_AVX2 </a:t>
            </a:r>
            <a:r>
              <a:rPr kumimoji="1" lang="ko-KR" altLang="en-US" dirty="0"/>
              <a:t>구현을 가져와서</a:t>
            </a:r>
            <a:r>
              <a:rPr kumimoji="1" lang="en-US" altLang="ko-KR" dirty="0"/>
              <a:t> </a:t>
            </a:r>
            <a:r>
              <a:rPr kumimoji="1" lang="ko-KR" altLang="en-US" dirty="0"/>
              <a:t>그대로 사용</a:t>
            </a:r>
            <a:endParaRPr kumimoji="1" lang="en-US" altLang="ko-KR" dirty="0"/>
          </a:p>
          <a:p>
            <a:pPr lvl="1"/>
            <a:r>
              <a:rPr kumimoji="1" lang="ko-KR" altLang="en-US" dirty="0"/>
              <a:t>표준 코드에서는 </a:t>
            </a:r>
            <a:r>
              <a:rPr kumimoji="1" lang="en-US" altLang="ko-KR" dirty="0"/>
              <a:t>AVX2 </a:t>
            </a:r>
            <a:r>
              <a:rPr kumimoji="1" lang="ko-KR" altLang="en-US" dirty="0"/>
              <a:t>최적화 구현 </a:t>
            </a:r>
            <a:r>
              <a:rPr kumimoji="1" lang="ko-KR" altLang="en-US" dirty="0" err="1"/>
              <a:t>미제공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AVX2 </a:t>
            </a:r>
            <a:r>
              <a:rPr kumimoji="1" lang="ko-KR" altLang="en-US" dirty="0"/>
              <a:t>구현은 </a:t>
            </a:r>
            <a:r>
              <a:rPr kumimoji="1" lang="en-US" altLang="ko-KR" dirty="0"/>
              <a:t>Ref </a:t>
            </a:r>
            <a:r>
              <a:rPr kumimoji="1" lang="ko-KR" altLang="en-US" dirty="0"/>
              <a:t>대비 </a:t>
            </a:r>
            <a:r>
              <a:rPr kumimoji="1" lang="en-US" altLang="ko-KR" b="1" dirty="0">
                <a:solidFill>
                  <a:srgbClr val="2E75B6"/>
                </a:solidFill>
              </a:rPr>
              <a:t>3~4</a:t>
            </a:r>
            <a:r>
              <a:rPr kumimoji="1" lang="ko-KR" altLang="en-US" b="1" dirty="0">
                <a:solidFill>
                  <a:srgbClr val="2E75B6"/>
                </a:solidFill>
              </a:rPr>
              <a:t>배 성능 향상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Kpqclean</a:t>
            </a:r>
            <a:r>
              <a:rPr kumimoji="1" lang="en-US" altLang="ko-KR" dirty="0"/>
              <a:t> </a:t>
            </a:r>
            <a:r>
              <a:rPr kumimoji="1" lang="ko-KR" altLang="en-US" dirty="0"/>
              <a:t>기준</a:t>
            </a:r>
            <a:r>
              <a:rPr kumimoji="1" lang="en-US" altLang="ko-KR" dirty="0"/>
              <a:t>)</a:t>
            </a:r>
          </a:p>
          <a:p>
            <a:pPr lvl="1"/>
            <a:endParaRPr kumimoji="1" lang="en-US" altLang="ko-KR" dirty="0"/>
          </a:p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AC1EC6-BEB9-ED35-5DD0-10BA39965A28}"/>
                  </a:ext>
                </a:extLst>
              </p:cNvPr>
              <p:cNvSpPr txBox="1"/>
              <p:nvPr/>
            </p:nvSpPr>
            <p:spPr>
              <a:xfrm>
                <a:off x="1733271" y="5941276"/>
                <a:ext cx="8725467" cy="46166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kumimoji="1" lang="en-US" altLang="ko-KR" sz="24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1</a:t>
                </a:r>
                <a:r>
                  <a:rPr kumimoji="1" lang="ko-KR" altLang="en-US" sz="2400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차 작업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: Reference Code </a:t>
                </a:r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JP" panose="02000503000000020004" pitchFamily="2" charset="-128"/>
                      </a:rPr>
                      <m:t>→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LIBOQS </a:t>
                </a:r>
                <a:r>
                  <a:rPr kumimoji="1" lang="ko-KR" altLang="en-US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구조 변경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JP" panose="02000503000000020004" pitchFamily="2" charset="-128"/>
                      </a:rPr>
                      <m:t>→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</a:t>
                </a:r>
                <a:r>
                  <a:rPr kumimoji="1" lang="en-US" altLang="ko-KR" b="1" dirty="0">
                    <a:solidFill>
                      <a:schemeClr val="accent5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AVX2 </a:t>
                </a:r>
                <a:r>
                  <a:rPr kumimoji="1" lang="ko-KR" altLang="en-US" b="1" dirty="0">
                    <a:solidFill>
                      <a:schemeClr val="accent5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적용</a:t>
                </a:r>
                <a:r>
                  <a:rPr kumimoji="1" lang="en-US" altLang="ko-KR" b="1" dirty="0">
                    <a:solidFill>
                      <a:schemeClr val="accent5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(</a:t>
                </a:r>
                <a:r>
                  <a:rPr kumimoji="1" lang="en-US" altLang="ko-KR" b="1" dirty="0">
                    <a:highlight>
                      <a:srgbClr val="FFFF00"/>
                    </a:highlight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Baseline</a:t>
                </a:r>
                <a:r>
                  <a:rPr kumimoji="1" lang="en-US" altLang="ko-KR" b="1" dirty="0">
                    <a:solidFill>
                      <a:schemeClr val="accent5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AC1EC6-BEB9-ED35-5DD0-10BA39965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271" y="5941276"/>
                <a:ext cx="8725467" cy="461665"/>
              </a:xfrm>
              <a:prstGeom prst="rect">
                <a:avLst/>
              </a:prstGeom>
              <a:blipFill>
                <a:blip r:embed="rId4"/>
                <a:stretch>
                  <a:fillRect l="-1047" t="-9333" r="-559" b="-3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3197626-7AF5-F229-F378-124BA9C9997A}"/>
              </a:ext>
            </a:extLst>
          </p:cNvPr>
          <p:cNvGraphicFramePr>
            <a:graphicFrameLocks noGrp="1"/>
          </p:cNvGraphicFramePr>
          <p:nvPr/>
        </p:nvGraphicFramePr>
        <p:xfrm>
          <a:off x="937126" y="2951523"/>
          <a:ext cx="10023643" cy="2583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563">
                  <a:extLst>
                    <a:ext uri="{9D8B030D-6E8A-4147-A177-3AD203B41FA5}">
                      <a16:colId xmlns:a16="http://schemas.microsoft.com/office/drawing/2014/main" val="2738647680"/>
                    </a:ext>
                  </a:extLst>
                </a:gridCol>
                <a:gridCol w="4015540">
                  <a:extLst>
                    <a:ext uri="{9D8B030D-6E8A-4147-A177-3AD203B41FA5}">
                      <a16:colId xmlns:a16="http://schemas.microsoft.com/office/drawing/2014/main" val="2658393570"/>
                    </a:ext>
                  </a:extLst>
                </a:gridCol>
                <a:gridCol w="4015540">
                  <a:extLst>
                    <a:ext uri="{9D8B030D-6E8A-4147-A177-3AD203B41FA5}">
                      <a16:colId xmlns:a16="http://schemas.microsoft.com/office/drawing/2014/main" val="1699585701"/>
                    </a:ext>
                  </a:extLst>
                </a:gridCol>
              </a:tblGrid>
              <a:tr h="64575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구성 요소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Clean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AVX2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395954"/>
                  </a:ext>
                </a:extLst>
              </a:tr>
              <a:tr h="6457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Keccak/SHAKE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단일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Shake 128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연산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4-way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 병렬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Keccak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4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개의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Shake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를 병렬 연산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475739"/>
                  </a:ext>
                </a:extLst>
              </a:tr>
              <a:tr h="6457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GF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곱셈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스칼라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carry-less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곱셈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PCLMULQDQ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하드웨어 가속기 명령어 활용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417393"/>
                  </a:ext>
                </a:extLst>
              </a:tr>
              <a:tr h="6457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Field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연산 단위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단일 원소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GF_mul_s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,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GF_sqr_s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N-party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배치</a:t>
                      </a:r>
                      <a:endParaRPr lang="en-US" altLang="ko-KR" sz="1400" dirty="0">
                        <a:solidFill>
                          <a:schemeClr val="tx1"/>
                        </a:solidFill>
                        <a:latin typeface="G마켓 산스 Medium" panose="02000000000000000000" pitchFamily="50" charset="-127"/>
                        <a:ea typeface="G마켓 산스 Medium" panose="02000000000000000000" pitchFamily="50" charset="-127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GF_mul_n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,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GF_sqr_n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..) N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G마켓 산스 Medium" panose="02000000000000000000" pitchFamily="50" charset="-127"/>
                          <a:ea typeface="G마켓 산스 Medium" panose="02000000000000000000" pitchFamily="50" charset="-127"/>
                        </a:rPr>
                        <a:t>개 파티 동시 처리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7959061"/>
                  </a:ext>
                </a:extLst>
              </a:tr>
            </a:tbl>
          </a:graphicData>
        </a:graphic>
      </p:graphicFrame>
      <p:pic>
        <p:nvPicPr>
          <p:cNvPr id="8" name="오디오 7">
            <a:extLst>
              <a:ext uri="{FF2B5EF4-FFF2-40B4-BE49-F238E27FC236}">
                <a16:creationId xmlns:a16="http://schemas.microsoft.com/office/drawing/2014/main" id="{02235CD9-8DB1-0124-3CD6-8326845ADD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99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1045"/>
    </mc:Choice>
    <mc:Fallback>
      <p:transition spd="slow" advTm="610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7442" x="6162675" y="6791325"/>
          <p14:tracePt t="7459" x="6111875" y="6716713"/>
          <p14:tracePt t="7474" x="6029325" y="6618288"/>
          <p14:tracePt t="7489" x="5756275" y="6376988"/>
          <p14:tracePt t="7505" x="5648325" y="6276975"/>
          <p14:tracePt t="7521" x="5565775" y="6243638"/>
          <p14:tracePt t="7538" x="5357813" y="6137275"/>
          <p14:tracePt t="7555" x="5149850" y="6037263"/>
          <p14:tracePt t="7571" x="4843463" y="5895975"/>
          <p14:tracePt t="7588" x="4743450" y="5862638"/>
          <p14:tracePt t="7605" x="4056063" y="5556250"/>
          <p14:tracePt t="7621" x="3956050" y="5507038"/>
          <p14:tracePt t="7638" x="3698875" y="5314950"/>
          <p14:tracePt t="7655" x="3541713" y="5175250"/>
          <p14:tracePt t="7672" x="3408363" y="5075238"/>
          <p14:tracePt t="7688" x="3375025" y="5008563"/>
          <p14:tracePt t="7705" x="3359150" y="4992688"/>
          <p14:tracePt t="7721" x="3359150" y="4918075"/>
          <p14:tracePt t="7738" x="3359150" y="4851400"/>
          <p14:tracePt t="7755" x="3359150" y="4768850"/>
          <p14:tracePt t="7771" x="3392488" y="4627563"/>
          <p14:tracePt t="7788" x="3408363" y="4576763"/>
          <p14:tracePt t="7805" x="3459163" y="4403725"/>
          <p14:tracePt t="7822" x="3524250" y="4097338"/>
          <p14:tracePt t="7838" x="3582988" y="3905250"/>
          <p14:tracePt t="7855" x="3632200" y="3706813"/>
          <p14:tracePt t="7871" x="3665538" y="3632200"/>
          <p14:tracePt t="7888" x="3698875" y="3390900"/>
          <p14:tracePt t="7905" x="3716338" y="3359150"/>
          <p14:tracePt t="7921" x="3716338" y="3292475"/>
          <p14:tracePt t="8168" x="3716338" y="3275013"/>
          <p14:tracePt t="8180" x="3698875" y="3241675"/>
          <p14:tracePt t="8189" x="3683000" y="3209925"/>
          <p14:tracePt t="8205" x="3665538" y="3167063"/>
          <p14:tracePt t="8221" x="3632200" y="3135313"/>
          <p14:tracePt t="8238" x="3582988" y="3051175"/>
          <p14:tracePt t="8255" x="3441700" y="2844800"/>
          <p14:tracePt t="8272" x="3392488" y="2778125"/>
          <p14:tracePt t="8288" x="3284538" y="2620963"/>
          <p14:tracePt t="8305" x="3217863" y="2520950"/>
          <p14:tracePt t="8321" x="3168650" y="2438400"/>
          <p14:tracePt t="8338" x="3101975" y="2363788"/>
          <p14:tracePt t="8355" x="3086100" y="2330450"/>
          <p14:tracePt t="8371" x="3068638" y="2312988"/>
          <p14:tracePt t="8388" x="3052763" y="2297113"/>
          <p14:tracePt t="8405" x="3009900" y="2281238"/>
          <p14:tracePt t="8421" x="2978150" y="2247900"/>
          <p14:tracePt t="8438" x="2911475" y="2163763"/>
          <p14:tracePt t="8455" x="2894013" y="2122488"/>
          <p14:tracePt t="8471" x="2828925" y="2024063"/>
          <p14:tracePt t="8488" x="2754313" y="1898650"/>
          <p14:tracePt t="8505" x="2703513" y="1831975"/>
          <p14:tracePt t="8521" x="2654300" y="1733550"/>
          <p14:tracePt t="8538" x="2587625" y="1625600"/>
          <p14:tracePt t="8555" x="2554288" y="1576388"/>
          <p14:tracePt t="8572" x="2538413" y="1543050"/>
          <p14:tracePt t="8588" x="2538413" y="1525588"/>
          <p14:tracePt t="8705" x="2554288" y="1525588"/>
          <p14:tracePt t="8737" x="2571750" y="1525588"/>
          <p14:tracePt t="8755" x="2587625" y="1525588"/>
          <p14:tracePt t="8772" x="2620963" y="1525588"/>
          <p14:tracePt t="8788" x="2670175" y="1525588"/>
          <p14:tracePt t="8805" x="2795588" y="1525588"/>
          <p14:tracePt t="8822" x="2860675" y="1525588"/>
          <p14:tracePt t="8838" x="3009900" y="1558925"/>
          <p14:tracePt t="8855" x="3101975" y="1608138"/>
          <p14:tracePt t="8871" x="3168650" y="1641475"/>
          <p14:tracePt t="8888" x="3251200" y="1700213"/>
          <p14:tracePt t="8905" x="3284538" y="1716088"/>
          <p14:tracePt t="8921" x="3359150" y="1733550"/>
          <p14:tracePt t="8938" x="3408363" y="1749425"/>
          <p14:tracePt t="8955" x="3459163" y="1766888"/>
          <p14:tracePt t="8971" x="3508375" y="1782763"/>
          <p14:tracePt t="8988" x="3541713" y="1782763"/>
          <p14:tracePt t="9005" x="3582988" y="1782763"/>
          <p14:tracePt t="9021" x="3616325" y="1800225"/>
          <p14:tracePt t="9038" x="3649663" y="1816100"/>
          <p14:tracePt t="9055" x="3698875" y="1849438"/>
          <p14:tracePt t="9071" x="3732213" y="1882775"/>
          <p14:tracePt t="9088" x="3732213" y="1924050"/>
          <p14:tracePt t="9105" x="3748088" y="1957388"/>
          <p14:tracePt t="9355" x="3765550" y="1957388"/>
          <p14:tracePt t="9372" x="3814763" y="1939925"/>
          <p14:tracePt t="9388" x="3906838" y="1898650"/>
          <p14:tracePt t="9405" x="3989388" y="1882775"/>
          <p14:tracePt t="9421" x="4130675" y="1849438"/>
          <p14:tracePt t="9438" x="4313238" y="1831975"/>
          <p14:tracePt t="9455" x="4519613" y="1831975"/>
          <p14:tracePt t="9472" x="4743450" y="1831975"/>
          <p14:tracePt t="9488" x="4892675" y="1831975"/>
          <p14:tracePt t="9505" x="5084763" y="1865313"/>
          <p14:tracePt t="9521" x="5175250" y="1882775"/>
          <p14:tracePt t="9538" x="5275263" y="1898650"/>
          <p14:tracePt t="9555" x="5324475" y="1924050"/>
          <p14:tracePt t="9571" x="5341938" y="1924050"/>
          <p14:tracePt t="9588" x="5357813" y="1939925"/>
          <p14:tracePt t="9654" x="5341938" y="1939925"/>
          <p14:tracePt t="9671" x="5275263" y="1898650"/>
          <p14:tracePt t="9688" x="5175250" y="1865313"/>
          <p14:tracePt t="9705" x="5084763" y="1816100"/>
          <p14:tracePt t="9722" x="4984750" y="1800225"/>
          <p14:tracePt t="9738" x="4935538" y="1766888"/>
          <p14:tracePt t="9755" x="4892675" y="1749425"/>
          <p14:tracePt t="9771" x="4727575" y="1682750"/>
          <p14:tracePt t="9788" x="4619625" y="1641475"/>
          <p14:tracePt t="9805" x="4519613" y="1625600"/>
          <p14:tracePt t="9821" x="4486275" y="1608138"/>
          <p14:tracePt t="9838" x="4454525" y="1592263"/>
          <p14:tracePt t="9855" x="4421188" y="1592263"/>
          <p14:tracePt t="9887" x="4421188" y="1576388"/>
          <p14:tracePt t="9954" x="4421188" y="1558925"/>
          <p14:tracePt t="9971" x="4454525" y="1558925"/>
          <p14:tracePt t="9988" x="4519613" y="1543050"/>
          <p14:tracePt t="10005" x="4645025" y="1543050"/>
          <p14:tracePt t="10021" x="4794250" y="1543050"/>
          <p14:tracePt t="10038" x="5033963" y="1543050"/>
          <p14:tracePt t="10055" x="5133975" y="1543050"/>
          <p14:tracePt t="10071" x="5308600" y="1576388"/>
          <p14:tracePt t="10088" x="5391150" y="1592263"/>
          <p14:tracePt t="10105" x="5424488" y="1608138"/>
          <p14:tracePt t="10121" x="5465763" y="1625600"/>
          <p14:tracePt t="10154" x="5465763" y="1641475"/>
          <p14:tracePt t="10171" x="5448300" y="1666875"/>
          <p14:tracePt t="10188" x="5407025" y="1666875"/>
          <p14:tracePt t="10205" x="5324475" y="1682750"/>
          <p14:tracePt t="10222" x="5192713" y="1700213"/>
          <p14:tracePt t="10238" x="5067300" y="1700213"/>
          <p14:tracePt t="10255" x="4984750" y="1700213"/>
          <p14:tracePt t="10272" x="4876800" y="1700213"/>
          <p14:tracePt t="10288" x="4827588" y="1682750"/>
          <p14:tracePt t="10305" x="4810125" y="1682750"/>
          <p14:tracePt t="10321" x="4776788" y="1666875"/>
          <p14:tracePt t="10338" x="4760913" y="1666875"/>
          <p14:tracePt t="10371" x="4760913" y="1641475"/>
          <p14:tracePt t="10388" x="4776788" y="1641475"/>
          <p14:tracePt t="10405" x="4794250" y="1641475"/>
          <p14:tracePt t="10421" x="4827588" y="1625600"/>
          <p14:tracePt t="10438" x="4843463" y="1625600"/>
          <p14:tracePt t="10455" x="4876800" y="1625600"/>
          <p14:tracePt t="10471" x="4951413" y="1625600"/>
          <p14:tracePt t="10488" x="5033963" y="1625600"/>
          <p14:tracePt t="10505" x="5175250" y="1625600"/>
          <p14:tracePt t="10521" x="5291138" y="1682750"/>
          <p14:tracePt t="10538" x="5373688" y="1716088"/>
          <p14:tracePt t="10555" x="5448300" y="1749425"/>
          <p14:tracePt t="10571" x="5481638" y="1749425"/>
          <p14:tracePt t="10588" x="5499100" y="1766888"/>
          <p14:tracePt t="10605" x="5514975" y="1766888"/>
          <p14:tracePt t="10621" x="5514975" y="1782763"/>
          <p14:tracePt t="10671" x="5514975" y="1800225"/>
          <p14:tracePt t="10704" x="5499100" y="1800225"/>
          <p14:tracePt t="10721" x="5481638" y="1800225"/>
          <p14:tracePt t="10738" x="5407025" y="1800225"/>
          <p14:tracePt t="10755" x="5341938" y="1800225"/>
          <p14:tracePt t="10771" x="5257800" y="1800225"/>
          <p14:tracePt t="10788" x="5192713" y="1800225"/>
          <p14:tracePt t="10805" x="5100638" y="1782763"/>
          <p14:tracePt t="10821" x="5033963" y="1766888"/>
          <p14:tracePt t="10838" x="5018088" y="1749425"/>
          <p14:tracePt t="10855" x="5000625" y="1749425"/>
          <p14:tracePt t="10871" x="4984750" y="1733550"/>
          <p14:tracePt t="10888" x="4967288" y="1733550"/>
          <p14:tracePt t="10905" x="4967288" y="1716088"/>
          <p14:tracePt t="10988" x="4984750" y="1700213"/>
          <p14:tracePt t="11037" x="5000625" y="1700213"/>
          <p14:tracePt t="11055" x="5018088" y="1700213"/>
          <p14:tracePt t="11104" x="5033963" y="1682750"/>
          <p14:tracePt t="11137" x="5051425" y="1682750"/>
          <p14:tracePt t="16007" x="5018088" y="1682750"/>
          <p14:tracePt t="16022" x="4984750" y="1682750"/>
          <p14:tracePt t="16038" x="4935538" y="1682750"/>
          <p14:tracePt t="16055" x="4876800" y="1700213"/>
          <p14:tracePt t="16071" x="4843463" y="1700213"/>
          <p14:tracePt t="16088" x="4776788" y="1716088"/>
          <p14:tracePt t="16105" x="4743450" y="1716088"/>
          <p14:tracePt t="16121" x="4694238" y="1733550"/>
          <p14:tracePt t="16138" x="4678363" y="1733550"/>
          <p14:tracePt t="16155" x="4619625" y="1749425"/>
          <p14:tracePt t="16171" x="4586288" y="1749425"/>
          <p14:tracePt t="16188" x="4552950" y="1766888"/>
          <p14:tracePt t="16205" x="4537075" y="1766888"/>
          <p14:tracePt t="16221" x="4503738" y="1782763"/>
          <p14:tracePt t="16238" x="4470400" y="1782763"/>
          <p14:tracePt t="16255" x="4454525" y="1800225"/>
          <p14:tracePt t="16272" x="4421188" y="1800225"/>
          <p14:tracePt t="16288" x="4387850" y="1800225"/>
          <p14:tracePt t="16305" x="4362450" y="1816100"/>
          <p14:tracePt t="16321" x="4329113" y="1831975"/>
          <p14:tracePt t="16338" x="4313238" y="1849438"/>
          <p14:tracePt t="16355" x="4295775" y="1849438"/>
          <p14:tracePt t="16371" x="4279900" y="1865313"/>
          <p14:tracePt t="16388" x="4262438" y="1865313"/>
          <p14:tracePt t="16437" x="4246563" y="1865313"/>
          <p14:tracePt t="16571" x="4229100" y="1849438"/>
          <p14:tracePt t="16604" x="4197350" y="1849438"/>
          <p14:tracePt t="16637" x="4164013" y="1849438"/>
          <p14:tracePt t="16655" x="4130675" y="1849438"/>
          <p14:tracePt t="16671" x="4113213" y="1849438"/>
          <p14:tracePt t="16688" x="4089400" y="1849438"/>
          <p14:tracePt t="16705" x="3989388" y="1865313"/>
          <p14:tracePt t="16721" x="3956050" y="1865313"/>
          <p14:tracePt t="16738" x="3832225" y="1898650"/>
          <p14:tracePt t="16754" x="3748088" y="1924050"/>
          <p14:tracePt t="16771" x="3716338" y="1939925"/>
          <p14:tracePt t="16788" x="3649663" y="1939925"/>
          <p14:tracePt t="16805" x="3616325" y="1957388"/>
          <p14:tracePt t="16821" x="3557588" y="1957388"/>
          <p14:tracePt t="16838" x="3524250" y="1957388"/>
          <p14:tracePt t="16855" x="3475038" y="1973263"/>
          <p14:tracePt t="16871" x="3459163" y="1973263"/>
          <p14:tracePt t="16888" x="3425825" y="1973263"/>
          <p14:tracePt t="16905" x="3408363" y="1973263"/>
          <p14:tracePt t="16921" x="3392488" y="1973263"/>
          <p14:tracePt t="16938" x="3375025" y="1973263"/>
          <p14:tracePt t="16955" x="3341688" y="1973263"/>
          <p14:tracePt t="16971" x="3300413" y="1990725"/>
          <p14:tracePt t="16988" x="3267075" y="1990725"/>
          <p14:tracePt t="17005" x="3251200" y="1990725"/>
          <p14:tracePt t="17021" x="3201988" y="1990725"/>
          <p14:tracePt t="17038" x="3151188" y="1990725"/>
          <p14:tracePt t="17055" x="3101975" y="1990725"/>
          <p14:tracePt t="17071" x="3052763" y="1990725"/>
          <p14:tracePt t="17088" x="3027363" y="1990725"/>
          <p14:tracePt t="17104" x="2994025" y="1990725"/>
          <p14:tracePt t="17121" x="2960688" y="1990725"/>
          <p14:tracePt t="17138" x="2927350" y="1990725"/>
          <p14:tracePt t="17155" x="2911475" y="1990725"/>
          <p14:tracePt t="17171" x="2878138" y="2006600"/>
          <p14:tracePt t="17188" x="2860675" y="2006600"/>
          <p14:tracePt t="17220" x="2844800" y="2006600"/>
          <p14:tracePt t="17238" x="2828925" y="2024063"/>
          <p14:tracePt t="17272" x="2811463" y="2039938"/>
          <p14:tracePt t="19187" x="2828925" y="2039938"/>
          <p14:tracePt t="19205" x="2860675" y="2039938"/>
          <p14:tracePt t="19221" x="2894013" y="2039938"/>
          <p14:tracePt t="19238" x="2911475" y="2039938"/>
          <p14:tracePt t="19255" x="2944813" y="2039938"/>
          <p14:tracePt t="19272" x="2960688" y="2039938"/>
          <p14:tracePt t="19288" x="2994025" y="2055813"/>
          <p14:tracePt t="19305" x="3027363" y="2055813"/>
          <p14:tracePt t="19321" x="3052763" y="2055813"/>
          <p14:tracePt t="19338" x="3086100" y="2073275"/>
          <p14:tracePt t="19355" x="3101975" y="2073275"/>
          <p14:tracePt t="19371" x="3135313" y="2073275"/>
          <p14:tracePt t="19388" x="3151188" y="2073275"/>
          <p14:tracePt t="19405" x="3184525" y="2089150"/>
          <p14:tracePt t="19437" x="3201988" y="2089150"/>
          <p14:tracePt t="19471" x="3217863" y="2089150"/>
          <p14:tracePt t="19521" x="3235325" y="2089150"/>
          <p14:tracePt t="19571" x="3251200" y="2089150"/>
          <p14:tracePt t="19604" x="3267075" y="2106613"/>
          <p14:tracePt t="19637" x="3284538" y="2106613"/>
          <p14:tracePt t="19671" x="3300413" y="2106613"/>
          <p14:tracePt t="19704" x="3325813" y="2106613"/>
          <p14:tracePt t="19737" x="3359150" y="2106613"/>
          <p14:tracePt t="19755" x="3392488" y="2122488"/>
          <p14:tracePt t="19771" x="3425825" y="2122488"/>
          <p14:tracePt t="19788" x="3475038" y="2139950"/>
          <p14:tracePt t="19805" x="3524250" y="2139950"/>
          <p14:tracePt t="19821" x="3557588" y="2163763"/>
          <p14:tracePt t="19838" x="3616325" y="2181225"/>
          <p14:tracePt t="19855" x="3632200" y="2181225"/>
          <p14:tracePt t="19871" x="3649663" y="2181225"/>
          <p14:tracePt t="19904" x="3665538" y="2181225"/>
          <p14:tracePt t="19921" x="3683000" y="2181225"/>
          <p14:tracePt t="19954" x="3698875" y="2181225"/>
          <p14:tracePt t="20525" x="3716338" y="2181225"/>
          <p14:tracePt t="20538" x="3732213" y="2181225"/>
          <p14:tracePt t="20555" x="3748088" y="2181225"/>
          <p14:tracePt t="20571" x="3765550" y="2181225"/>
          <p14:tracePt t="20588" x="3781425" y="2181225"/>
          <p14:tracePt t="20605" x="3798888" y="2181225"/>
          <p14:tracePt t="20621" x="3814763" y="2181225"/>
          <p14:tracePt t="20638" x="3832225" y="2181225"/>
          <p14:tracePt t="20655" x="3856038" y="2163763"/>
          <p14:tracePt t="20671" x="3873500" y="2163763"/>
          <p14:tracePt t="20688" x="3889375" y="2163763"/>
          <p14:tracePt t="20705" x="3906838" y="2163763"/>
          <p14:tracePt t="20721" x="3922713" y="2163763"/>
          <p14:tracePt t="20738" x="3940175" y="2163763"/>
          <p14:tracePt t="20755" x="3956050" y="2163763"/>
          <p14:tracePt t="20787" x="3973513" y="2163763"/>
          <p14:tracePt t="20805" x="3989388" y="2163763"/>
          <p14:tracePt t="20821" x="4005263" y="2163763"/>
          <p14:tracePt t="20838" x="4022725" y="2163763"/>
          <p14:tracePt t="20855" x="4022725" y="2139950"/>
          <p14:tracePt t="20871" x="4038600" y="2139950"/>
          <p14:tracePt t="20904" x="4056063" y="2139950"/>
          <p14:tracePt t="26017" x="4071938" y="2139950"/>
          <p14:tracePt t="26025" x="4113213" y="2139950"/>
          <p14:tracePt t="26038" x="4146550" y="2139950"/>
          <p14:tracePt t="26055" x="4179888" y="2139950"/>
          <p14:tracePt t="26071" x="4246563" y="2139950"/>
          <p14:tracePt t="26088" x="4329113" y="2139950"/>
          <p14:tracePt t="26105" x="4362450" y="2122488"/>
          <p14:tracePt t="26121" x="4387850" y="2122488"/>
          <p14:tracePt t="26138" x="4421188" y="2122488"/>
          <p14:tracePt t="26155" x="4454525" y="2122488"/>
          <p14:tracePt t="26171" x="4470400" y="2122488"/>
          <p14:tracePt t="26188" x="4486275" y="2122488"/>
          <p14:tracePt t="26205" x="4503738" y="2122488"/>
          <p14:tracePt t="26221" x="4519613" y="2122488"/>
          <p14:tracePt t="26238" x="4537075" y="2122488"/>
          <p14:tracePt t="26364" x="4519613" y="2122488"/>
          <p14:tracePt t="26372" x="4503738" y="2106613"/>
          <p14:tracePt t="26387" x="4470400" y="2106613"/>
          <p14:tracePt t="26404" x="4403725" y="2073275"/>
          <p14:tracePt t="26421" x="4362450" y="2055813"/>
          <p14:tracePt t="26438" x="4313238" y="2039938"/>
          <p14:tracePt t="26455" x="4279900" y="2024063"/>
          <p14:tracePt t="26471" x="4262438" y="2024063"/>
          <p14:tracePt t="26504" x="4246563" y="2006600"/>
          <p14:tracePt t="26571" x="4229100" y="2006600"/>
          <p14:tracePt t="26588" x="4213225" y="2006600"/>
          <p14:tracePt t="26620" x="4164013" y="2006600"/>
          <p14:tracePt t="26638" x="4130675" y="2024063"/>
          <p14:tracePt t="26655" x="4071938" y="2039938"/>
          <p14:tracePt t="26671" x="4022725" y="2039938"/>
          <p14:tracePt t="26688" x="3973513" y="2055813"/>
          <p14:tracePt t="26705" x="3906838" y="2055813"/>
          <p14:tracePt t="26721" x="3856038" y="2073275"/>
          <p14:tracePt t="26738" x="3814763" y="2073275"/>
          <p14:tracePt t="26754" x="3748088" y="2073275"/>
          <p14:tracePt t="26771" x="3683000" y="2089150"/>
          <p14:tracePt t="26788" x="3632200" y="2089150"/>
          <p14:tracePt t="26805" x="3541713" y="2106613"/>
          <p14:tracePt t="26821" x="3524250" y="2106613"/>
          <p14:tracePt t="26838" x="3475038" y="2106613"/>
          <p14:tracePt t="27339" x="3492500" y="2106613"/>
          <p14:tracePt t="27355" x="3524250" y="2106613"/>
          <p14:tracePt t="27371" x="3557588" y="2106613"/>
          <p14:tracePt t="27388" x="3582988" y="2106613"/>
          <p14:tracePt t="27405" x="3649663" y="2106613"/>
          <p14:tracePt t="27421" x="3683000" y="2122488"/>
          <p14:tracePt t="27438" x="3698875" y="2122488"/>
          <p14:tracePt t="27455" x="3716338" y="2122488"/>
          <p14:tracePt t="27471" x="3732213" y="2139950"/>
          <p14:tracePt t="27488" x="3765550" y="2139950"/>
          <p14:tracePt t="27504" x="3781425" y="2139950"/>
          <p14:tracePt t="27521" x="3798888" y="2163763"/>
          <p14:tracePt t="27554" x="3814763" y="2163763"/>
          <p14:tracePt t="27587" x="3832225" y="2163763"/>
          <p14:tracePt t="27754" x="3814763" y="2163763"/>
          <p14:tracePt t="27787" x="3798888" y="2163763"/>
          <p14:tracePt t="27804" x="3765550" y="2163763"/>
          <p14:tracePt t="27821" x="3748088" y="2163763"/>
          <p14:tracePt t="27838" x="3716338" y="2163763"/>
          <p14:tracePt t="27855" x="3683000" y="2163763"/>
          <p14:tracePt t="27871" x="3649663" y="2163763"/>
          <p14:tracePt t="27888" x="3616325" y="2163763"/>
          <p14:tracePt t="27905" x="3582988" y="2139950"/>
          <p14:tracePt t="27921" x="3557588" y="2139950"/>
          <p14:tracePt t="27938" x="3541713" y="2122488"/>
          <p14:tracePt t="28304" x="3508375" y="2122488"/>
          <p14:tracePt t="28322" x="3441700" y="2122488"/>
          <p14:tracePt t="28337" x="3425825" y="2122488"/>
          <p14:tracePt t="28355" x="3284538" y="2163763"/>
          <p14:tracePt t="28371" x="3168650" y="2181225"/>
          <p14:tracePt t="28388" x="3068638" y="2214563"/>
          <p14:tracePt t="28404" x="2994025" y="2230438"/>
          <p14:tracePt t="28421" x="2911475" y="2263775"/>
          <p14:tracePt t="28438" x="2844800" y="2281238"/>
          <p14:tracePt t="28455" x="2770188" y="2312988"/>
          <p14:tracePt t="28471" x="2687638" y="2330450"/>
          <p14:tracePt t="28488" x="2620963" y="2363788"/>
          <p14:tracePt t="28505" x="2571750" y="2397125"/>
          <p14:tracePt t="28521" x="2497138" y="2438400"/>
          <p14:tracePt t="28538" x="2446338" y="2471738"/>
          <p14:tracePt t="28555" x="2397125" y="2505075"/>
          <p14:tracePt t="28571" x="2379663" y="2520950"/>
          <p14:tracePt t="28588" x="2347913" y="2554288"/>
          <p14:tracePt t="28605" x="2330450" y="2587625"/>
          <p14:tracePt t="28621" x="2330450" y="2603500"/>
          <p14:tracePt t="28638" x="2330450" y="2620963"/>
          <p14:tracePt t="28670" x="2330450" y="2636838"/>
          <p14:tracePt t="28771" x="2314575" y="2636838"/>
          <p14:tracePt t="28804" x="2297113" y="2636838"/>
          <p14:tracePt t="28821" x="2281238" y="2636838"/>
          <p14:tracePt t="28838" x="2263775" y="2636838"/>
          <p14:tracePt t="28855" x="2206625" y="2636838"/>
          <p14:tracePt t="28871" x="2155825" y="2636838"/>
          <p14:tracePt t="28888" x="2090738" y="2636838"/>
          <p14:tracePt t="28905" x="2039938" y="2636838"/>
          <p14:tracePt t="28921" x="1965325" y="2636838"/>
          <p14:tracePt t="28938" x="1931988" y="2636838"/>
          <p14:tracePt t="28955" x="1916113" y="2636838"/>
          <p14:tracePt t="28971" x="1898650" y="2636838"/>
          <p14:tracePt t="28988" x="1882775" y="2636838"/>
          <p14:tracePt t="29005" x="1849438" y="2636838"/>
          <p14:tracePt t="29021" x="1833563" y="2636838"/>
          <p14:tracePt t="29038" x="1800225" y="2636838"/>
          <p14:tracePt t="29055" x="1782763" y="2636838"/>
          <p14:tracePt t="29071" x="1766888" y="2636838"/>
          <p14:tracePt t="29088" x="1749425" y="2654300"/>
          <p14:tracePt t="29104" x="1708150" y="2654300"/>
          <p14:tracePt t="29121" x="1692275" y="2654300"/>
          <p14:tracePt t="29138" x="1674813" y="2654300"/>
          <p14:tracePt t="29170" x="1658938" y="2654300"/>
          <p14:tracePt t="33863" x="1674813" y="2654300"/>
          <p14:tracePt t="33872" x="1708150" y="2620963"/>
          <p14:tracePt t="33888" x="1766888" y="2570163"/>
          <p14:tracePt t="33905" x="1882775" y="2505075"/>
          <p14:tracePt t="33921" x="1965325" y="2454275"/>
          <p14:tracePt t="33938" x="2122488" y="2363788"/>
          <p14:tracePt t="33955" x="2222500" y="2346325"/>
          <p14:tracePt t="33971" x="2430463" y="2297113"/>
          <p14:tracePt t="33988" x="2844800" y="2197100"/>
          <p14:tracePt t="34005" x="3135313" y="2122488"/>
          <p14:tracePt t="34022" x="3359150" y="2089150"/>
          <p14:tracePt t="34038" x="3873500" y="2039938"/>
          <p14:tracePt t="34055" x="3922713" y="2039938"/>
          <p14:tracePt t="34072" x="4197350" y="2039938"/>
          <p14:tracePt t="34088" x="4262438" y="2039938"/>
          <p14:tracePt t="34105" x="4387850" y="2055813"/>
          <p14:tracePt t="34122" x="4503738" y="2089150"/>
          <p14:tracePt t="34138" x="4586288" y="2122488"/>
          <p14:tracePt t="34155" x="4694238" y="2163763"/>
          <p14:tracePt t="34171" x="4727575" y="2163763"/>
          <p14:tracePt t="34188" x="4892675" y="2230438"/>
          <p14:tracePt t="34205" x="4984750" y="2281238"/>
          <p14:tracePt t="34221" x="5291138" y="2520950"/>
          <p14:tracePt t="34238" x="5357813" y="2620963"/>
          <p14:tracePt t="34521" x="5373688" y="2620963"/>
          <p14:tracePt t="34538" x="5499100" y="2620963"/>
          <p14:tracePt t="34555" x="5664200" y="2620963"/>
          <p14:tracePt t="34572" x="5805488" y="2620963"/>
          <p14:tracePt t="34588" x="6029325" y="2620963"/>
          <p14:tracePt t="34605" x="6237288" y="2620963"/>
          <p14:tracePt t="34622" x="6286500" y="2620963"/>
          <p14:tracePt t="34638" x="6303963" y="2620963"/>
          <p14:tracePt t="34655" x="6337300" y="2620963"/>
          <p14:tracePt t="34671" x="6369050" y="2620963"/>
          <p14:tracePt t="34707" x="6386513" y="2620963"/>
          <p14:tracePt t="34721" x="6402388" y="2620963"/>
          <p14:tracePt t="34757" x="6419850" y="2620963"/>
          <p14:tracePt t="34890" x="6435725" y="2620963"/>
          <p14:tracePt t="34905" x="6469063" y="2620963"/>
          <p14:tracePt t="34921" x="6510338" y="2620963"/>
          <p14:tracePt t="34938" x="6527800" y="2620963"/>
          <p14:tracePt t="34955" x="6561138" y="2620963"/>
          <p14:tracePt t="34971" x="6577013" y="2620963"/>
          <p14:tracePt t="35007" x="6592888" y="2620963"/>
          <p14:tracePt t="35115" x="6610350" y="2620963"/>
          <p14:tracePt t="35894" x="6592888" y="2620963"/>
          <p14:tracePt t="35905" x="6577013" y="2620963"/>
          <p14:tracePt t="35921" x="6561138" y="2620963"/>
          <p14:tracePt t="35938" x="6510338" y="2654300"/>
          <p14:tracePt t="35955" x="6435725" y="2695575"/>
          <p14:tracePt t="35971" x="6386513" y="2711450"/>
          <p14:tracePt t="35988" x="6319838" y="2744788"/>
          <p14:tracePt t="36005" x="6253163" y="2760663"/>
          <p14:tracePt t="36021" x="6196013" y="2778125"/>
          <p14:tracePt t="36038" x="6162675" y="2794000"/>
          <p14:tracePt t="36055" x="6111875" y="2794000"/>
          <p14:tracePt t="36071" x="6080125" y="2811463"/>
          <p14:tracePt t="36088" x="6062663" y="2811463"/>
          <p14:tracePt t="36105" x="6046788" y="2811463"/>
          <p14:tracePt t="36140" x="6029325" y="2811463"/>
          <p14:tracePt t="36190" x="6013450" y="2811463"/>
          <p14:tracePt t="36205" x="5980113" y="2811463"/>
          <p14:tracePt t="36221" x="5938838" y="2827338"/>
          <p14:tracePt t="36238" x="5888038" y="2827338"/>
          <p14:tracePt t="36255" x="5805488" y="2860675"/>
          <p14:tracePt t="36271" x="5756275" y="2878138"/>
          <p14:tracePt t="36288" x="5681663" y="2911475"/>
          <p14:tracePt t="36305" x="5630863" y="2935288"/>
          <p14:tracePt t="36321" x="5599113" y="2952750"/>
          <p14:tracePt t="36338" x="5565775" y="2952750"/>
          <p14:tracePt t="36355" x="5548313" y="2968625"/>
          <p14:tracePt t="36371" x="5532438" y="2968625"/>
          <p14:tracePt t="36455" x="5532438" y="2952750"/>
          <p14:tracePt t="36471" x="5532438" y="2935288"/>
          <p14:tracePt t="36488" x="5514975" y="2935288"/>
          <p14:tracePt t="36505" x="5514975" y="2911475"/>
          <p14:tracePt t="36521" x="5514975" y="2894013"/>
          <p14:tracePt t="36671" x="5499100" y="2894013"/>
          <p14:tracePt t="36795" x="5514975" y="2894013"/>
          <p14:tracePt t="36805" x="5532438" y="2911475"/>
          <p14:tracePt t="36821" x="5548313" y="2935288"/>
          <p14:tracePt t="36838" x="5614988" y="2968625"/>
          <p14:tracePt t="36855" x="5664200" y="3017838"/>
          <p14:tracePt t="36871" x="5705475" y="3051175"/>
          <p14:tracePt t="36888" x="5722938" y="3068638"/>
          <p14:tracePt t="36905" x="5738813" y="3084513"/>
          <p14:tracePt t="36921" x="5756275" y="3101975"/>
          <p14:tracePt t="36957" x="5756275" y="3117850"/>
          <p14:tracePt t="37021" x="5756275" y="3135313"/>
          <p14:tracePt t="37088" x="5738813" y="3135313"/>
          <p14:tracePt t="37105" x="5705475" y="3151188"/>
          <p14:tracePt t="37121" x="5648325" y="3151188"/>
          <p14:tracePt t="37138" x="5581650" y="3167063"/>
          <p14:tracePt t="37155" x="5499100" y="3192463"/>
          <p14:tracePt t="37171" x="5424488" y="3209925"/>
          <p14:tracePt t="37188" x="5341938" y="3225800"/>
          <p14:tracePt t="37205" x="5275263" y="3241675"/>
          <p14:tracePt t="37221" x="5224463" y="3259138"/>
          <p14:tracePt t="37238" x="5175250" y="3292475"/>
          <p14:tracePt t="37255" x="5118100" y="3325813"/>
          <p14:tracePt t="37272" x="5100638" y="3325813"/>
          <p14:tracePt t="37288" x="5033963" y="3359150"/>
          <p14:tracePt t="37305" x="4984750" y="3390900"/>
          <p14:tracePt t="37321" x="4918075" y="3449638"/>
          <p14:tracePt t="37338" x="4843463" y="3498850"/>
          <p14:tracePt t="37355" x="4810125" y="3516313"/>
          <p14:tracePt t="37371" x="4760913" y="3549650"/>
          <p14:tracePt t="37388" x="4743450" y="3565525"/>
          <p14:tracePt t="37405" x="4711700" y="3582988"/>
          <p14:tracePt t="37440" x="4678363" y="3598863"/>
          <p14:tracePt t="39429" x="4660900" y="3598863"/>
          <p14:tracePt t="39455" x="4645025" y="3598863"/>
          <p14:tracePt t="39488" x="4619625" y="3598863"/>
          <p14:tracePt t="39560" x="4645025" y="3598863"/>
          <p14:tracePt t="39571" x="4660900" y="3598863"/>
          <p14:tracePt t="39588" x="4711700" y="3598863"/>
          <p14:tracePt t="39605" x="4743450" y="3598863"/>
          <p14:tracePt t="39622" x="4810125" y="3582988"/>
          <p14:tracePt t="39638" x="4951413" y="3565525"/>
          <p14:tracePt t="39655" x="4984750" y="3565525"/>
          <p14:tracePt t="39672" x="5051425" y="3549650"/>
          <p14:tracePt t="39688" x="5084763" y="3549650"/>
          <p14:tracePt t="39705" x="5100638" y="3549650"/>
          <p14:tracePt t="39721" x="5118100" y="3549650"/>
          <p14:tracePt t="39738" x="5133975" y="3549650"/>
          <p14:tracePt t="39755" x="5149850" y="3549650"/>
          <p14:tracePt t="39772" x="5175250" y="3549650"/>
          <p14:tracePt t="39888" x="5149850" y="3549650"/>
          <p14:tracePt t="39921" x="5118100" y="3549650"/>
          <p14:tracePt t="39938" x="5100638" y="3549650"/>
          <p14:tracePt t="39955" x="5033963" y="3549650"/>
          <p14:tracePt t="39971" x="4984750" y="3549650"/>
          <p14:tracePt t="39988" x="4918075" y="3549650"/>
          <p14:tracePt t="40005" x="4876800" y="3549650"/>
          <p14:tracePt t="40022" x="4827588" y="3549650"/>
          <p14:tracePt t="40038" x="4743450" y="3549650"/>
          <p14:tracePt t="40055" x="4711700" y="3549650"/>
          <p14:tracePt t="40072" x="4678363" y="3549650"/>
          <p14:tracePt t="40088" x="4645025" y="3549650"/>
          <p14:tracePt t="40105" x="4619625" y="3532188"/>
          <p14:tracePt t="40122" x="4603750" y="3532188"/>
          <p14:tracePt t="40138" x="4603750" y="3516313"/>
          <p14:tracePt t="40188" x="4603750" y="3498850"/>
          <p14:tracePt t="40205" x="4619625" y="3498850"/>
          <p14:tracePt t="40221" x="4645025" y="3498850"/>
          <p14:tracePt t="40238" x="4678363" y="3498850"/>
          <p14:tracePt t="40255" x="4743450" y="3498850"/>
          <p14:tracePt t="40272" x="4843463" y="3482975"/>
          <p14:tracePt t="40288" x="4951413" y="3482975"/>
          <p14:tracePt t="40305" x="5051425" y="3482975"/>
          <p14:tracePt t="40322" x="5118100" y="3498850"/>
          <p14:tracePt t="40338" x="5149850" y="3516313"/>
          <p14:tracePt t="40371" x="5175250" y="3516313"/>
          <p14:tracePt t="40408" x="5149850" y="3516313"/>
          <p14:tracePt t="40438" x="5118100" y="3532188"/>
          <p14:tracePt t="40455" x="5051425" y="3532188"/>
          <p14:tracePt t="40472" x="5000625" y="3549650"/>
          <p14:tracePt t="40488" x="4935538" y="3549650"/>
          <p14:tracePt t="40505" x="4860925" y="3549650"/>
          <p14:tracePt t="40521" x="4776788" y="3549650"/>
          <p14:tracePt t="40538" x="4727575" y="3549650"/>
          <p14:tracePt t="40555" x="4660900" y="3549650"/>
          <p14:tracePt t="40571" x="4603750" y="3549650"/>
          <p14:tracePt t="40588" x="4537075" y="3549650"/>
          <p14:tracePt t="40605" x="4486275" y="3549650"/>
          <p14:tracePt t="40622" x="4437063" y="3549650"/>
          <p14:tracePt t="40638" x="4387850" y="3549650"/>
          <p14:tracePt t="40655" x="4346575" y="3549650"/>
          <p14:tracePt t="40671" x="4295775" y="3549650"/>
          <p14:tracePt t="40688" x="4229100" y="3549650"/>
          <p14:tracePt t="40705" x="4179888" y="3549650"/>
          <p14:tracePt t="40721" x="4113213" y="3565525"/>
          <p14:tracePt t="40738" x="4038600" y="3582988"/>
          <p14:tracePt t="40755" x="4005263" y="3582988"/>
          <p14:tracePt t="40772" x="3956050" y="3598863"/>
          <p14:tracePt t="40788" x="3922713" y="3632200"/>
          <p14:tracePt t="40805" x="3906838" y="3632200"/>
          <p14:tracePt t="40821" x="3856038" y="3690938"/>
          <p14:tracePt t="40838" x="3814763" y="3722688"/>
          <p14:tracePt t="40855" x="3748088" y="3789363"/>
          <p14:tracePt t="40871" x="3665538" y="3889375"/>
          <p14:tracePt t="40888" x="3557588" y="4013200"/>
          <p14:tracePt t="40905" x="3475038" y="4113213"/>
          <p14:tracePt t="40922" x="3425825" y="4203700"/>
          <p14:tracePt t="40938" x="3375025" y="4303713"/>
          <p14:tracePt t="40955" x="3341688" y="4370388"/>
          <p14:tracePt t="40972" x="3341688" y="4419600"/>
          <p14:tracePt t="40988" x="3325813" y="4511675"/>
          <p14:tracePt t="41005" x="3325813" y="4735513"/>
          <p14:tracePt t="41021" x="3325813" y="4933950"/>
          <p14:tracePt t="41038" x="3325813" y="5124450"/>
          <p14:tracePt t="41055" x="3325813" y="5249863"/>
          <p14:tracePt t="41072" x="3325813" y="5348288"/>
          <p14:tracePt t="41088" x="3325813" y="5399088"/>
          <p14:tracePt t="41105" x="3359150" y="5489575"/>
          <p14:tracePt t="41121" x="3408363" y="5605463"/>
          <p14:tracePt t="41138" x="3475038" y="5780088"/>
          <p14:tracePt t="41155" x="3541713" y="5895975"/>
          <p14:tracePt t="41171" x="3649663" y="6037263"/>
          <p14:tracePt t="41188" x="3748088" y="6153150"/>
          <p14:tracePt t="41205" x="3814763" y="6227763"/>
          <p14:tracePt t="41222" x="3906838" y="6261100"/>
          <p14:tracePt t="41238" x="4022725" y="6310313"/>
          <p14:tracePt t="41255" x="4213225" y="6361113"/>
          <p14:tracePt t="41272" x="4437063" y="6410325"/>
          <p14:tracePt t="41288" x="4619625" y="6426200"/>
          <p14:tracePt t="41305" x="4727575" y="6443663"/>
          <p14:tracePt t="41322" x="4827588" y="6443663"/>
          <p14:tracePt t="41338" x="5051425" y="6443663"/>
          <p14:tracePt t="41355" x="5118100" y="6443663"/>
          <p14:tracePt t="41371" x="5308600" y="6410325"/>
          <p14:tracePt t="41388" x="5599113" y="6343650"/>
          <p14:tracePt t="41405" x="5722938" y="6310313"/>
          <p14:tracePt t="41422" x="5822950" y="6276975"/>
          <p14:tracePt t="41438" x="5921375" y="6202363"/>
          <p14:tracePt t="41455" x="5995988" y="6137275"/>
          <p14:tracePt t="41472" x="6062663" y="6019800"/>
          <p14:tracePt t="41488" x="6145213" y="5829300"/>
          <p14:tracePt t="41505" x="6211888" y="5638800"/>
          <p14:tracePt t="41521" x="6253163" y="5507038"/>
          <p14:tracePt t="41538" x="6286500" y="5348288"/>
          <p14:tracePt t="41555" x="6286500" y="5191125"/>
          <p14:tracePt t="41571" x="6286500" y="5075238"/>
          <p14:tracePt t="41588" x="6286500" y="4959350"/>
          <p14:tracePt t="41605" x="6270625" y="4833938"/>
          <p14:tracePt t="41621" x="6253163" y="4718050"/>
          <p14:tracePt t="41638" x="6211888" y="4610100"/>
          <p14:tracePt t="41655" x="6178550" y="4511675"/>
          <p14:tracePt t="41671" x="6145213" y="4403725"/>
          <p14:tracePt t="41688" x="6111875" y="4321175"/>
          <p14:tracePt t="41705" x="6029325" y="4162425"/>
          <p14:tracePt t="41721" x="6013450" y="4097338"/>
          <p14:tracePt t="41738" x="5980113" y="4013200"/>
          <p14:tracePt t="41755" x="5921375" y="3946525"/>
          <p14:tracePt t="41772" x="5905500" y="3905250"/>
          <p14:tracePt t="41788" x="5822950" y="3856038"/>
          <p14:tracePt t="41805" x="5705475" y="3806825"/>
          <p14:tracePt t="41821" x="5532438" y="3740150"/>
          <p14:tracePt t="41838" x="5341938" y="3690938"/>
          <p14:tracePt t="41855" x="5175250" y="3632200"/>
          <p14:tracePt t="41872" x="4984750" y="3616325"/>
          <p14:tracePt t="41888" x="4827588" y="3598863"/>
          <p14:tracePt t="41905" x="4678363" y="3598863"/>
          <p14:tracePt t="41922" x="4552950" y="3598863"/>
          <p14:tracePt t="41938" x="4470400" y="3598863"/>
          <p14:tracePt t="41955" x="4362450" y="3616325"/>
          <p14:tracePt t="41971" x="4295775" y="3648075"/>
          <p14:tracePt t="41988" x="4246563" y="3690938"/>
          <p14:tracePt t="42005" x="4213225" y="3773488"/>
          <p14:tracePt t="42022" x="4146550" y="3922713"/>
          <p14:tracePt t="42038" x="4089400" y="4146550"/>
          <p14:tracePt t="42055" x="4056063" y="4403725"/>
          <p14:tracePt t="42072" x="4038600" y="4676775"/>
          <p14:tracePt t="42088" x="4038600" y="4884738"/>
          <p14:tracePt t="42105" x="4038600" y="5008563"/>
          <p14:tracePt t="42122" x="4038600" y="5216525"/>
          <p14:tracePt t="42138" x="4071938" y="5299075"/>
          <p14:tracePt t="42155" x="4146550" y="5432425"/>
          <p14:tracePt t="42172" x="4246563" y="5589588"/>
          <p14:tracePt t="42188" x="4295775" y="5656263"/>
          <p14:tracePt t="42205" x="4437063" y="5795963"/>
          <p14:tracePt t="42222" x="4678363" y="5945188"/>
          <p14:tracePt t="42238" x="4984750" y="6019800"/>
          <p14:tracePt t="42255" x="5424488" y="6037263"/>
          <p14:tracePt t="42272" x="5938838" y="6037263"/>
          <p14:tracePt t="42288" x="6419850" y="5988050"/>
          <p14:tracePt t="42305" x="6486525" y="5962650"/>
          <p14:tracePt t="42322" x="6592888" y="5929313"/>
          <p14:tracePt t="42587" x="6677025" y="5795963"/>
          <p14:tracePt t="42605" x="6800850" y="5638800"/>
          <p14:tracePt t="42621" x="7381875" y="5041900"/>
          <p14:tracePt t="42638" x="8102600" y="4460875"/>
          <p14:tracePt t="42654" x="8443913" y="4203700"/>
          <p14:tracePt t="42671" x="8783638" y="3922713"/>
          <p14:tracePt t="42688" x="9056688" y="3722688"/>
          <p14:tracePt t="42704" x="9164638" y="3632200"/>
          <p14:tracePt t="42721" x="9197975" y="3582988"/>
          <p14:tracePt t="42738" x="9231313" y="3532188"/>
          <p14:tracePt t="42754" x="9231313" y="3482975"/>
          <p14:tracePt t="42771" x="9247188" y="3408363"/>
          <p14:tracePt t="42788" x="9247188" y="3325813"/>
          <p14:tracePt t="42804" x="9247188" y="3275013"/>
          <p14:tracePt t="42821" x="9247188" y="3241675"/>
          <p14:tracePt t="42854" x="9247188" y="3225800"/>
          <p14:tracePt t="42970" x="9247188" y="3241675"/>
          <p14:tracePt t="42988" x="9231313" y="3241675"/>
          <p14:tracePt t="43004" x="9213850" y="3241675"/>
          <p14:tracePt t="43021" x="9197975" y="3241675"/>
          <p14:tracePt t="43038" x="9164638" y="3241675"/>
          <p14:tracePt t="43055" x="9090025" y="3241675"/>
          <p14:tracePt t="43071" x="8990013" y="3241675"/>
          <p14:tracePt t="43088" x="8940800" y="3241675"/>
          <p14:tracePt t="43105" x="8816975" y="3259138"/>
          <p14:tracePt t="43121" x="8766175" y="3259138"/>
          <p14:tracePt t="43138" x="8732838" y="3275013"/>
          <p14:tracePt t="43155" x="8716963" y="3275013"/>
          <p14:tracePt t="43171" x="8699500" y="3275013"/>
          <p14:tracePt t="43188" x="8683625" y="3292475"/>
          <p14:tracePt t="43204" x="8667750" y="3292475"/>
          <p14:tracePt t="43221" x="8634413" y="3308350"/>
          <p14:tracePt t="43238" x="8593138" y="3325813"/>
          <p14:tracePt t="43255" x="8559800" y="3341688"/>
          <p14:tracePt t="43272" x="8542338" y="3359150"/>
          <p14:tracePt t="43288" x="8526463" y="3375025"/>
          <p14:tracePt t="43304" x="8509000" y="3375025"/>
          <p14:tracePt t="43321" x="8493125" y="3375025"/>
          <p14:tracePt t="43373" x="8509000" y="3375025"/>
          <p14:tracePt t="43404" x="8526463" y="3375025"/>
          <p14:tracePt t="43421" x="8593138" y="3408363"/>
          <p14:tracePt t="43438" x="8732838" y="3449638"/>
          <p14:tracePt t="43454" x="8832850" y="3482975"/>
          <p14:tracePt t="43471" x="8924925" y="3498850"/>
          <p14:tracePt t="43488" x="8990013" y="3516313"/>
          <p14:tracePt t="43504" x="9007475" y="3532188"/>
          <p14:tracePt t="43521" x="9023350" y="3532188"/>
          <p14:tracePt t="43603" x="8990013" y="3532188"/>
          <p14:tracePt t="43622" x="8974138" y="3532188"/>
          <p14:tracePt t="43637" x="8956675" y="3532188"/>
          <p14:tracePt t="43654" x="8924925" y="3532188"/>
          <p14:tracePt t="43671" x="8891588" y="3532188"/>
          <p14:tracePt t="43688" x="8832850" y="3532188"/>
          <p14:tracePt t="43704" x="8799513" y="3532188"/>
          <p14:tracePt t="43721" x="8783638" y="3532188"/>
          <p14:tracePt t="43738" x="8750300" y="3532188"/>
          <p14:tracePt t="43754" x="8716963" y="3532188"/>
          <p14:tracePt t="43771" x="8683625" y="3549650"/>
          <p14:tracePt t="43788" x="8634413" y="3565525"/>
          <p14:tracePt t="43805" x="8575675" y="3582988"/>
          <p14:tracePt t="43821" x="8526463" y="3616325"/>
          <p14:tracePt t="44082" x="8493125" y="3616325"/>
          <p14:tracePt t="44090" x="8459788" y="3632200"/>
          <p14:tracePt t="44103" x="8410575" y="3648075"/>
          <p14:tracePt t="44121" x="8302625" y="3706813"/>
          <p14:tracePt t="44138" x="8153400" y="3789363"/>
          <p14:tracePt t="44154" x="8027988" y="3856038"/>
          <p14:tracePt t="44171" x="7929563" y="3922713"/>
          <p14:tracePt t="44188" x="7845425" y="4030663"/>
          <p14:tracePt t="44205" x="7770813" y="4113213"/>
          <p14:tracePt t="44221" x="7688263" y="4237038"/>
          <p14:tracePt t="44238" x="7621588" y="4386263"/>
          <p14:tracePt t="44254" x="7546975" y="4576763"/>
          <p14:tracePt t="44272" x="7497763" y="4751388"/>
          <p14:tracePt t="44288" x="7480300" y="4833938"/>
          <p14:tracePt t="44304" x="7464425" y="4933950"/>
          <p14:tracePt t="44321" x="7464425" y="5026025"/>
          <p14:tracePt t="44338" x="7464425" y="5124450"/>
          <p14:tracePt t="44354" x="7464425" y="5232400"/>
          <p14:tracePt t="44371" x="7464425" y="5381625"/>
          <p14:tracePt t="44388" x="7464425" y="5489575"/>
          <p14:tracePt t="44404" x="7480300" y="5589588"/>
          <p14:tracePt t="44421" x="7513638" y="5672138"/>
          <p14:tracePt t="44438" x="7546975" y="5730875"/>
          <p14:tracePt t="44455" x="7588250" y="5762625"/>
          <p14:tracePt t="44471" x="7654925" y="5813425"/>
          <p14:tracePt t="44488" x="7754938" y="5880100"/>
          <p14:tracePt t="44504" x="7929563" y="5962650"/>
          <p14:tracePt t="44521" x="8045450" y="6019800"/>
          <p14:tracePt t="44538" x="8153400" y="6070600"/>
          <p14:tracePt t="44555" x="8235950" y="6103938"/>
          <p14:tracePt t="44571" x="8269288" y="6103938"/>
          <p14:tracePt t="44588" x="8335963" y="6119813"/>
          <p14:tracePt t="44604" x="8426450" y="6119813"/>
          <p14:tracePt t="44621" x="8509000" y="6119813"/>
          <p14:tracePt t="44638" x="8575675" y="6119813"/>
          <p14:tracePt t="44654" x="8634413" y="6119813"/>
          <p14:tracePt t="44671" x="8683625" y="6119813"/>
          <p14:tracePt t="44704" x="8750300" y="6119813"/>
          <p14:tracePt t="44721" x="8832850" y="6086475"/>
          <p14:tracePt t="44738" x="8940800" y="6053138"/>
          <p14:tracePt t="44755" x="9074150" y="6019800"/>
          <p14:tracePt t="44771" x="9247188" y="5988050"/>
          <p14:tracePt t="44788" x="9380538" y="5945188"/>
          <p14:tracePt t="44805" x="9637713" y="5880100"/>
          <p14:tracePt t="44821" x="9694863" y="5862638"/>
          <p14:tracePt t="44838" x="9794875" y="5829300"/>
          <p14:tracePt t="44854" x="9877425" y="5813425"/>
          <p14:tracePt t="44871" x="9985375" y="5780088"/>
          <p14:tracePt t="44888" x="10069513" y="5746750"/>
          <p14:tracePt t="44904" x="10167938" y="5705475"/>
          <p14:tracePt t="44921" x="10275888" y="5672138"/>
          <p14:tracePt t="44938" x="10325100" y="5656263"/>
          <p14:tracePt t="44954" x="10409238" y="5622925"/>
          <p14:tracePt t="44971" x="10550525" y="5556250"/>
          <p14:tracePt t="44988" x="10615613" y="5538788"/>
          <p14:tracePt t="45005" x="10790238" y="5473700"/>
          <p14:tracePt t="45021" x="10906125" y="5414963"/>
          <p14:tracePt t="45038" x="10956925" y="5381625"/>
          <p14:tracePt t="45054" x="11031538" y="5332413"/>
          <p14:tracePt t="45071" x="11096625" y="5265738"/>
          <p14:tracePt t="45088" x="11147425" y="5191125"/>
          <p14:tracePt t="45105" x="11180763" y="5141913"/>
          <p14:tracePt t="45121" x="11196638" y="5108575"/>
          <p14:tracePt t="45138" x="11214100" y="5041900"/>
          <p14:tracePt t="45155" x="11214100" y="4959350"/>
          <p14:tracePt t="45171" x="11214100" y="4802188"/>
          <p14:tracePt t="45188" x="11163300" y="4576763"/>
          <p14:tracePt t="45205" x="10988675" y="4303713"/>
          <p14:tracePt t="45221" x="10823575" y="4129088"/>
          <p14:tracePt t="45238" x="10615613" y="3963988"/>
          <p14:tracePt t="45254" x="10533063" y="3905250"/>
          <p14:tracePt t="45272" x="10358438" y="3822700"/>
          <p14:tracePt t="45288" x="10209213" y="3756025"/>
          <p14:tracePt t="45304" x="10052050" y="3706813"/>
          <p14:tracePt t="45321" x="9877425" y="3665538"/>
          <p14:tracePt t="45338" x="9779000" y="3648075"/>
          <p14:tracePt t="45354" x="9653588" y="3616325"/>
          <p14:tracePt t="45371" x="9488488" y="3582988"/>
          <p14:tracePt t="45388" x="9437688" y="3582988"/>
          <p14:tracePt t="45404" x="9331325" y="3565525"/>
          <p14:tracePt t="45421" x="9231313" y="3549650"/>
          <p14:tracePt t="45438" x="9123363" y="3549650"/>
          <p14:tracePt t="45455" x="9056688" y="3532188"/>
          <p14:tracePt t="45471" x="8940800" y="3532188"/>
          <p14:tracePt t="45488" x="8783638" y="3532188"/>
          <p14:tracePt t="45504" x="8609013" y="3516313"/>
          <p14:tracePt t="45521" x="8575675" y="3516313"/>
          <p14:tracePt t="45538" x="8459788" y="3498850"/>
          <p14:tracePt t="45555" x="8377238" y="3498850"/>
          <p14:tracePt t="45571" x="8251825" y="3498850"/>
          <p14:tracePt t="45588" x="8186738" y="3498850"/>
          <p14:tracePt t="45604" x="8078788" y="3498850"/>
          <p14:tracePt t="45621" x="8027988" y="3516313"/>
          <p14:tracePt t="45638" x="7929563" y="3532188"/>
          <p14:tracePt t="45654" x="7788275" y="3565525"/>
          <p14:tracePt t="45671" x="7721600" y="3582988"/>
          <p14:tracePt t="45688" x="7605713" y="3598863"/>
          <p14:tracePt t="45704" x="7546975" y="3616325"/>
          <p14:tracePt t="45721" x="7448550" y="3648075"/>
          <p14:tracePt t="45738" x="7348538" y="3690938"/>
          <p14:tracePt t="45754" x="7256463" y="3706813"/>
          <p14:tracePt t="45771" x="7173913" y="3740150"/>
          <p14:tracePt t="45788" x="7158038" y="3756025"/>
          <p14:tracePt t="45804" x="7107238" y="3773488"/>
          <p14:tracePt t="45821" x="7073900" y="3789363"/>
          <p14:tracePt t="45838" x="7042150" y="3822700"/>
          <p14:tracePt t="45855" x="7016750" y="3856038"/>
          <p14:tracePt t="45871" x="6967538" y="3946525"/>
          <p14:tracePt t="45888" x="6934200" y="4030663"/>
          <p14:tracePt t="45904" x="6900863" y="4162425"/>
          <p14:tracePt t="45921" x="6867525" y="4303713"/>
          <p14:tracePt t="45938" x="6818313" y="4660900"/>
          <p14:tracePt t="45954" x="6818313" y="4818063"/>
          <p14:tracePt t="45971" x="6800850" y="5108575"/>
          <p14:tracePt t="45988" x="6800850" y="5265738"/>
          <p14:tracePt t="46004" x="6800850" y="5399088"/>
          <p14:tracePt t="46021" x="6800850" y="5473700"/>
          <p14:tracePt t="46038" x="6800850" y="5507038"/>
          <p14:tracePt t="46070" x="6800850" y="5522913"/>
          <p14:tracePt t="46088" x="6818313" y="5538788"/>
          <p14:tracePt t="46120" x="6818313" y="5556250"/>
          <p14:tracePt t="46138" x="6834188" y="5556250"/>
          <p14:tracePt t="46187" x="6850063" y="5556250"/>
          <p14:tracePt t="46287" x="6850063" y="5572125"/>
          <p14:tracePt t="46484" x="6867525" y="5572125"/>
          <p14:tracePt t="46504" x="6883400" y="5572125"/>
          <p14:tracePt t="46521" x="6934200" y="5556250"/>
          <p14:tracePt t="46538" x="6967538" y="5556250"/>
          <p14:tracePt t="46554" x="6983413" y="5556250"/>
          <p14:tracePt t="46571" x="7058025" y="5538788"/>
          <p14:tracePt t="46588" x="7091363" y="5538788"/>
          <p14:tracePt t="46605" x="7107238" y="5538788"/>
          <p14:tracePt t="46621" x="7140575" y="5538788"/>
          <p14:tracePt t="46654" x="7158038" y="5538788"/>
          <p14:tracePt t="46687" x="7173913" y="5538788"/>
          <p14:tracePt t="46823" x="7191375" y="5538788"/>
          <p14:tracePt t="46838" x="7207250" y="5538788"/>
          <p14:tracePt t="46854" x="7315200" y="5538788"/>
          <p14:tracePt t="46871" x="7448550" y="5538788"/>
          <p14:tracePt t="46888" x="7546975" y="5538788"/>
          <p14:tracePt t="46905" x="7688263" y="5538788"/>
          <p14:tracePt t="46921" x="7770813" y="5538788"/>
          <p14:tracePt t="46938" x="7804150" y="5538788"/>
          <p14:tracePt t="46954" x="7896225" y="5538788"/>
          <p14:tracePt t="46971" x="7929563" y="5538788"/>
          <p14:tracePt t="46988" x="7978775" y="5538788"/>
          <p14:tracePt t="47004" x="7994650" y="5538788"/>
          <p14:tracePt t="47021" x="8027988" y="5538788"/>
          <p14:tracePt t="47038" x="8045450" y="5538788"/>
          <p14:tracePt t="47054" x="8078788" y="5538788"/>
          <p14:tracePt t="47071" x="8102600" y="5538788"/>
          <p14:tracePt t="47088" x="8135938" y="5538788"/>
          <p14:tracePt t="47104" x="8153400" y="5538788"/>
          <p14:tracePt t="47121" x="8169275" y="5538788"/>
          <p14:tracePt t="47154" x="8186738" y="5538788"/>
          <p14:tracePt t="47171" x="8218488" y="5538788"/>
          <p14:tracePt t="47188" x="8269288" y="5538788"/>
          <p14:tracePt t="47204" x="8335963" y="5538788"/>
          <p14:tracePt t="47221" x="8426450" y="5538788"/>
          <p14:tracePt t="47238" x="8493125" y="5538788"/>
          <p14:tracePt t="47254" x="8559800" y="5538788"/>
          <p14:tracePt t="47271" x="8609013" y="5538788"/>
          <p14:tracePt t="47288" x="8650288" y="5538788"/>
          <p14:tracePt t="47320" x="8667750" y="5538788"/>
          <p14:tracePt t="47394" x="8667750" y="5556250"/>
          <p14:tracePt t="47554" x="8699500" y="5556250"/>
          <p14:tracePt t="47571" x="8799513" y="5556250"/>
          <p14:tracePt t="47588" x="9040813" y="5556250"/>
          <p14:tracePt t="47604" x="9247188" y="5556250"/>
          <p14:tracePt t="47621" x="9488488" y="5522913"/>
          <p14:tracePt t="47638" x="9604375" y="5507038"/>
          <p14:tracePt t="47654" x="9694863" y="5489575"/>
          <p14:tracePt t="47671" x="9728200" y="5473700"/>
          <p14:tracePt t="47688" x="9761538" y="5473700"/>
          <p14:tracePt t="49425" x="9745663" y="5473700"/>
          <p14:tracePt t="49438" x="9712325" y="5473700"/>
          <p14:tracePt t="49455" x="9620250" y="5473700"/>
          <p14:tracePt t="49471" x="9488488" y="5473700"/>
          <p14:tracePt t="49488" x="9197975" y="5473700"/>
          <p14:tracePt t="49504" x="8799513" y="5522913"/>
          <p14:tracePt t="49521" x="8377238" y="5605463"/>
          <p14:tracePt t="49538" x="8102600" y="5672138"/>
          <p14:tracePt t="49554" x="7829550" y="5762625"/>
          <p14:tracePt t="49571" x="7605713" y="5846763"/>
          <p14:tracePt t="49588" x="7273925" y="5962650"/>
          <p14:tracePt t="49605" x="6950075" y="6086475"/>
          <p14:tracePt t="49621" x="6784975" y="6137275"/>
          <p14:tracePt t="49638" x="6419850" y="6276975"/>
          <p14:tracePt t="49654" x="5921375" y="6426200"/>
          <p14:tracePt t="49671" x="5599113" y="6534150"/>
          <p14:tracePt t="49688" x="5192713" y="6650038"/>
          <p14:tracePt t="49704" x="4892675" y="6742113"/>
          <p14:tracePt t="49721" x="4743450" y="6775450"/>
          <p14:tracePt t="49738" x="4603750" y="6808788"/>
          <p14:tracePt t="49754" x="4519613" y="6824663"/>
          <p14:tracePt t="49771" x="4454525" y="6842125"/>
          <p14:tracePt t="49788" x="4437063" y="6842125"/>
          <p14:tracePt t="50008" x="4421188" y="6842125"/>
          <p14:tracePt t="50021" x="4387850" y="6842125"/>
          <p14:tracePt t="50038" x="4295775" y="6808788"/>
          <p14:tracePt t="50054" x="4197350" y="6791325"/>
          <p14:tracePt t="50071" x="4130675" y="6791325"/>
          <p14:tracePt t="50088" x="3973513" y="6775450"/>
          <p14:tracePt t="50104" x="3798888" y="6775450"/>
          <p14:tracePt t="50121" x="3649663" y="6775450"/>
          <p14:tracePt t="50138" x="3557588" y="6791325"/>
          <p14:tracePt t="50154" x="3441700" y="6791325"/>
          <p14:tracePt t="50171" x="3359150" y="6791325"/>
          <p14:tracePt t="50188" x="3284538" y="6791325"/>
          <p14:tracePt t="50204" x="3251200" y="6775450"/>
          <p14:tracePt t="50221" x="3184525" y="6742113"/>
          <p14:tracePt t="50238" x="3168650" y="6742113"/>
          <p14:tracePt t="50254" x="3151188" y="6716713"/>
          <p14:tracePt t="50310" x="3151188" y="6700838"/>
          <p14:tracePt t="50420" x="3168650" y="6700838"/>
          <p14:tracePt t="50438" x="3184525" y="6683375"/>
          <p14:tracePt t="50454" x="3267075" y="6667500"/>
          <p14:tracePt t="50471" x="3392488" y="6634163"/>
          <p14:tracePt t="50488" x="3475038" y="6618288"/>
          <p14:tracePt t="50504" x="3557588" y="6600825"/>
          <p14:tracePt t="50521" x="3616325" y="6584950"/>
          <p14:tracePt t="50538" x="3649663" y="6584950"/>
          <p14:tracePt t="50587" x="3665538" y="6584950"/>
          <p14:tracePt t="50654" x="3683000" y="6584950"/>
          <p14:tracePt t="50671" x="3716338" y="6584950"/>
          <p14:tracePt t="50688" x="3732213" y="6584950"/>
          <p14:tracePt t="50704" x="3748088" y="6584950"/>
          <p14:tracePt t="50721" x="3781425" y="6584950"/>
          <p14:tracePt t="50738" x="3798888" y="6584950"/>
          <p14:tracePt t="50754" x="3814763" y="6584950"/>
          <p14:tracePt t="50787" x="3832225" y="6584950"/>
          <p14:tracePt t="50820" x="3856038" y="6584950"/>
          <p14:tracePt t="50838" x="3873500" y="6584950"/>
          <p14:tracePt t="50870" x="3889375" y="6584950"/>
          <p14:tracePt t="51654" x="3940175" y="6567488"/>
          <p14:tracePt t="51671" x="4071938" y="6534150"/>
          <p14:tracePt t="51687" x="4164013" y="6518275"/>
          <p14:tracePt t="51704" x="4362450" y="6500813"/>
          <p14:tracePt t="51721" x="4503738" y="6484938"/>
          <p14:tracePt t="51738" x="4645025" y="6484938"/>
          <p14:tracePt t="51754" x="4727575" y="6484938"/>
          <p14:tracePt t="51771" x="4776788" y="6484938"/>
          <p14:tracePt t="51788" x="4827588" y="6484938"/>
          <p14:tracePt t="51804" x="4860925" y="6484938"/>
          <p14:tracePt t="51821" x="4918075" y="6500813"/>
          <p14:tracePt t="51838" x="4935538" y="6500813"/>
          <p14:tracePt t="51854" x="4967288" y="6518275"/>
          <p14:tracePt t="51887" x="5000625" y="6534150"/>
          <p14:tracePt t="51904" x="5018088" y="6534150"/>
          <p14:tracePt t="51921" x="5051425" y="6534150"/>
          <p14:tracePt t="51937" x="5067300" y="6551613"/>
          <p14:tracePt t="51954" x="5084763" y="6551613"/>
          <p14:tracePt t="51971" x="5100638" y="6551613"/>
          <p14:tracePt t="51988" x="5149850" y="6551613"/>
          <p14:tracePt t="52004" x="5224463" y="6551613"/>
          <p14:tracePt t="52021" x="5324475" y="6551613"/>
          <p14:tracePt t="52037" x="5448300" y="6551613"/>
          <p14:tracePt t="52054" x="5581650" y="6551613"/>
          <p14:tracePt t="52071" x="5756275" y="6551613"/>
          <p14:tracePt t="52087" x="5872163" y="6551613"/>
          <p14:tracePt t="52104" x="5938838" y="6567488"/>
          <p14:tracePt t="52121" x="5995988" y="6567488"/>
          <p14:tracePt t="52138" x="6029325" y="6567488"/>
          <p14:tracePt t="52154" x="6046788" y="6584950"/>
          <p14:tracePt t="52732" x="6080125" y="6584950"/>
          <p14:tracePt t="52745" x="6111875" y="6584950"/>
          <p14:tracePt t="52754" x="6178550" y="6567488"/>
          <p14:tracePt t="52771" x="6337300" y="6551613"/>
          <p14:tracePt t="52788" x="6527800" y="6534150"/>
          <p14:tracePt t="52804" x="6626225" y="6518275"/>
          <p14:tracePt t="52821" x="6834188" y="6500813"/>
          <p14:tracePt t="52838" x="6967538" y="6484938"/>
          <p14:tracePt t="52854" x="7091363" y="6484938"/>
          <p14:tracePt t="52871" x="7158038" y="6459538"/>
          <p14:tracePt t="52888" x="7191375" y="6459538"/>
          <p14:tracePt t="52920" x="7207250" y="6459538"/>
          <p14:tracePt t="54054" x="7224713" y="6459538"/>
          <p14:tracePt t="54071" x="7240588" y="6459538"/>
          <p14:tracePt t="54088" x="7256463" y="6459538"/>
          <p14:tracePt t="54104" x="7273925" y="6459538"/>
          <p14:tracePt t="54121" x="7299325" y="6459538"/>
          <p14:tracePt t="54154" x="7315200" y="6459538"/>
          <p14:tracePt t="54710" x="7331075" y="6459538"/>
          <p14:tracePt t="54721" x="7348538" y="6459538"/>
          <p14:tracePt t="54738" x="7448550" y="6459538"/>
          <p14:tracePt t="54754" x="7572375" y="6459538"/>
          <p14:tracePt t="54771" x="7721600" y="6459538"/>
          <p14:tracePt t="54787" x="7845425" y="6443663"/>
          <p14:tracePt t="54804" x="7945438" y="6443663"/>
          <p14:tracePt t="54821" x="7978775" y="6426200"/>
          <p14:tracePt t="54838" x="8045450" y="6426200"/>
          <p14:tracePt t="54854" x="8061325" y="6426200"/>
          <p14:tracePt t="54887" x="8078788" y="6426200"/>
          <p14:tracePt t="55454" x="8102600" y="6426200"/>
          <p14:tracePt t="55471" x="8120063" y="6426200"/>
          <p14:tracePt t="55488" x="8135938" y="6426200"/>
          <p14:tracePt t="55520" x="8153400" y="6426200"/>
          <p14:tracePt t="55620" x="8169275" y="6426200"/>
          <p14:tracePt t="55689" x="8186738" y="6426200"/>
          <p14:tracePt t="55787" x="8202613" y="6443663"/>
          <p14:tracePt t="55853" x="8218488" y="6443663"/>
          <p14:tracePt t="55887" x="8235950" y="6459538"/>
          <p14:tracePt t="55904" x="8251825" y="6459538"/>
          <p14:tracePt t="55921" x="8269288" y="6484938"/>
          <p14:tracePt t="55938" x="8285163" y="6484938"/>
          <p14:tracePt t="55954" x="8302625" y="6500813"/>
          <p14:tracePt t="55987" x="8318500" y="6500813"/>
          <p14:tracePt t="56020" x="8335963" y="6500813"/>
          <p14:tracePt t="56038" x="8335963" y="6518275"/>
          <p14:tracePt t="56103" x="8359775" y="6518275"/>
          <p14:tracePt t="56137" x="8377238" y="6518275"/>
          <p14:tracePt t="56187" x="8393113" y="6518275"/>
          <p14:tracePt t="56220" x="8410575" y="6534150"/>
          <p14:tracePt t="56254" x="8426450" y="6534150"/>
          <p14:tracePt t="56304" x="8443913" y="6534150"/>
          <p14:tracePt t="56337" x="8459788" y="6534150"/>
          <p14:tracePt t="56354" x="8475663" y="6534150"/>
          <p14:tracePt t="56371" x="8509000" y="6534150"/>
          <p14:tracePt t="56388" x="8542338" y="6551613"/>
          <p14:tracePt t="56404" x="8593138" y="6551613"/>
          <p14:tracePt t="56437" x="8634413" y="6551613"/>
          <p14:tracePt t="56454" x="8650288" y="6551613"/>
          <p14:tracePt t="56471" x="8667750" y="6567488"/>
          <p14:tracePt t="56504" x="8683625" y="6567488"/>
          <p14:tracePt t="56554" x="8699500" y="6567488"/>
          <p14:tracePt t="56604" x="8716963" y="6567488"/>
          <p14:tracePt t="56653" x="8732838" y="6567488"/>
          <p14:tracePt t="56671" x="8750300" y="6567488"/>
          <p14:tracePt t="56687" x="8783638" y="6567488"/>
          <p14:tracePt t="56704" x="8816975" y="6567488"/>
          <p14:tracePt t="56721" x="8850313" y="6567488"/>
          <p14:tracePt t="56738" x="8924925" y="6567488"/>
          <p14:tracePt t="56754" x="8974138" y="6551613"/>
          <p14:tracePt t="56771" x="9040813" y="6551613"/>
          <p14:tracePt t="56788" x="9090025" y="6534150"/>
          <p14:tracePt t="56804" x="9105900" y="6534150"/>
          <p14:tracePt t="56821" x="9148763" y="6518275"/>
          <p14:tracePt t="56838" x="9182100" y="6518275"/>
          <p14:tracePt t="56854" x="9197975" y="6518275"/>
          <p14:tracePt t="56871" x="9213850" y="6518275"/>
          <p14:tracePt t="56904" x="9247188" y="6518275"/>
          <p14:tracePt t="56921" x="9264650" y="6518275"/>
          <p14:tracePt t="56938" x="9313863" y="6518275"/>
          <p14:tracePt t="56954" x="9347200" y="6500813"/>
          <p14:tracePt t="56971" x="9421813" y="6500813"/>
          <p14:tracePt t="56988" x="9455150" y="6500813"/>
          <p14:tracePt t="57004" x="9471025" y="6484938"/>
          <p14:tracePt t="57021" x="9488488" y="6484938"/>
          <p14:tracePt t="57038" x="9504363" y="6484938"/>
          <p14:tracePt t="57054" x="9521825" y="6484938"/>
          <p14:tracePt t="57087" x="9537700" y="6459538"/>
          <p14:tracePt t="57104" x="9571038" y="6459538"/>
          <p14:tracePt t="57121" x="9620250" y="6443663"/>
          <p14:tracePt t="57138" x="9694863" y="6410325"/>
          <p14:tracePt t="57154" x="9779000" y="6392863"/>
          <p14:tracePt t="57171" x="9812338" y="6376988"/>
          <p14:tracePt t="57188" x="9877425" y="6361113"/>
          <p14:tracePt t="57204" x="9894888" y="6361113"/>
          <p14:tracePt t="57221" x="9952038" y="6343650"/>
          <p14:tracePt t="57237" x="9969500" y="6343650"/>
          <p14:tracePt t="57254" x="9985375" y="6343650"/>
          <p14:tracePt t="57554" x="10052050" y="6310313"/>
          <p14:tracePt t="57571" x="10085388" y="6294438"/>
          <p14:tracePt t="57588" x="10209213" y="6243638"/>
          <p14:tracePt t="57604" x="10293350" y="6202363"/>
          <p14:tracePt t="57621" x="10391775" y="6169025"/>
          <p14:tracePt t="57638" x="10533063" y="6103938"/>
          <p14:tracePt t="57654" x="10648950" y="6053138"/>
          <p14:tracePt t="57671" x="10682288" y="6053138"/>
          <p14:tracePt t="57688" x="10807700" y="5988050"/>
          <p14:tracePt t="57704" x="10856913" y="5929313"/>
          <p14:tracePt t="57721" x="10906125" y="5895975"/>
          <p14:tracePt t="57738" x="10939463" y="5813425"/>
          <p14:tracePt t="57754" x="10972800" y="5780088"/>
          <p14:tracePt t="57771" x="11014075" y="5672138"/>
          <p14:tracePt t="57788" x="11014075" y="5605463"/>
          <p14:tracePt t="57804" x="11047413" y="5381625"/>
          <p14:tracePt t="57821" x="11063288" y="5216525"/>
          <p14:tracePt t="57837" x="11063288" y="4992688"/>
          <p14:tracePt t="57854" x="11063288" y="4511675"/>
          <p14:tracePt t="57871" x="11047413" y="4254500"/>
          <p14:tracePt t="57888" x="10972800" y="3740150"/>
          <p14:tracePt t="57904" x="10715625" y="2654300"/>
          <p14:tracePt t="57921" x="10666413" y="2520950"/>
          <p14:tracePt t="57938" x="10309225" y="1476375"/>
          <p14:tracePt t="57954" x="10118725" y="962025"/>
          <p14:tracePt t="57971" x="10036175" y="688975"/>
          <p14:tracePt t="57988" x="9910763" y="339725"/>
          <p14:tracePt t="58004" x="9812338" y="8255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0D0A-C7BF-B4FD-9BD3-946675CDC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91EFF-A7DF-1E78-C723-3C26362F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b="1" dirty="0"/>
              <a:t>4. </a:t>
            </a:r>
            <a:r>
              <a:rPr lang="en-US" altLang="ko-KR" b="1" dirty="0" err="1"/>
              <a:t>AIMer</a:t>
            </a:r>
            <a:r>
              <a:rPr lang="en-US" altLang="ko-KR" b="1" dirty="0"/>
              <a:t> </a:t>
            </a:r>
            <a:r>
              <a:rPr lang="ko-KR" altLang="ko-KR" b="1" dirty="0"/>
              <a:t>최적화 포인트</a:t>
            </a:r>
            <a:endParaRPr kumimoji="1" lang="ko-KR" altLang="en-US" b="1" dirty="0"/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F4AFEA7C-AE82-3DE8-51CE-5A4177BC2D22}"/>
              </a:ext>
            </a:extLst>
          </p:cNvPr>
          <p:cNvGraphicFramePr/>
          <p:nvPr/>
        </p:nvGraphicFramePr>
        <p:xfrm>
          <a:off x="758219" y="4572874"/>
          <a:ext cx="5930900" cy="2131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1C797BD1-5C3F-2908-4012-D762E8A05B63}"/>
              </a:ext>
            </a:extLst>
          </p:cNvPr>
          <p:cNvGraphicFramePr/>
          <p:nvPr/>
        </p:nvGraphicFramePr>
        <p:xfrm>
          <a:off x="411921" y="1141359"/>
          <a:ext cx="4488980" cy="2992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AC29F3FC-23E4-187A-5D7C-BE7CA9C62915}"/>
              </a:ext>
            </a:extLst>
          </p:cNvPr>
          <p:cNvGraphicFramePr/>
          <p:nvPr/>
        </p:nvGraphicFramePr>
        <p:xfrm>
          <a:off x="7291100" y="1141359"/>
          <a:ext cx="4488980" cy="2992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CA7ED0D4-9FFC-13C6-DFAF-78352CD1DA91}"/>
              </a:ext>
            </a:extLst>
          </p:cNvPr>
          <p:cNvSpPr/>
          <p:nvPr/>
        </p:nvSpPr>
        <p:spPr>
          <a:xfrm>
            <a:off x="4900900" y="1363127"/>
            <a:ext cx="2390199" cy="2819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E80FD7-E74D-FC8A-52D7-2F99C42F23FB}"/>
                  </a:ext>
                </a:extLst>
              </p:cNvPr>
              <p:cNvSpPr txBox="1"/>
              <p:nvPr/>
            </p:nvSpPr>
            <p:spPr>
              <a:xfrm>
                <a:off x="5255866" y="1897699"/>
                <a:ext cx="16802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Ref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JP" panose="02000503000000020004" pitchFamily="2" charset="-128"/>
                      </a:rPr>
                      <m:t>→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AVX2</a:t>
                </a:r>
                <a:endParaRPr kumimoji="1" lang="ko-KR" altLang="en-US" dirty="0" err="1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E80FD7-E74D-FC8A-52D7-2F99C42F2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866" y="1897699"/>
                <a:ext cx="1680268" cy="369332"/>
              </a:xfrm>
              <a:prstGeom prst="rect">
                <a:avLst/>
              </a:prstGeom>
              <a:blipFill>
                <a:blip r:embed="rId7"/>
                <a:stretch>
                  <a:fillRect l="-2899" t="-4918" r="-725" b="-278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0C2107-FE39-3D76-2145-FFF03C763F26}"/>
                  </a:ext>
                </a:extLst>
              </p:cNvPr>
              <p:cNvSpPr txBox="1"/>
              <p:nvPr/>
            </p:nvSpPr>
            <p:spPr>
              <a:xfrm>
                <a:off x="4899198" y="2490356"/>
                <a:ext cx="23936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b="1" dirty="0">
                    <a:solidFill>
                      <a:srgbClr val="2E75B6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Field</a:t>
                </a:r>
                <a:r>
                  <a:rPr kumimoji="1" lang="ko-KR" altLang="en-US" b="1" dirty="0">
                    <a:solidFill>
                      <a:srgbClr val="2E75B6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연산 비중 감소</a:t>
                </a:r>
                <a:endParaRPr kumimoji="1" lang="en-US" altLang="ko-KR" b="1" dirty="0">
                  <a:solidFill>
                    <a:srgbClr val="2E75B6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algn="ctr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76%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JP" panose="02000503000000020004" pitchFamily="2" charset="-128"/>
                      </a:rPr>
                      <m:t>→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20%</a:t>
                </a:r>
                <a:endParaRPr kumimoji="1" lang="ko-KR" altLang="en-US" dirty="0" err="1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0C2107-FE39-3D76-2145-FFF03C763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198" y="2490356"/>
                <a:ext cx="2393604" cy="646331"/>
              </a:xfrm>
              <a:prstGeom prst="rect">
                <a:avLst/>
              </a:prstGeom>
              <a:blipFill>
                <a:blip r:embed="rId8"/>
                <a:stretch>
                  <a:fillRect l="-2041" t="-5660" r="-2041" b="-160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D34D7B-1BAF-617A-6D87-15CE1F69FB8B}"/>
                  </a:ext>
                </a:extLst>
              </p:cNvPr>
              <p:cNvSpPr txBox="1"/>
              <p:nvPr/>
            </p:nvSpPr>
            <p:spPr>
              <a:xfrm>
                <a:off x="4192274" y="3275753"/>
                <a:ext cx="380745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ko-KR" b="1" dirty="0">
                    <a:solidFill>
                      <a:srgbClr val="FF0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Keccak/SHAKE</a:t>
                </a:r>
                <a:r>
                  <a:rPr kumimoji="1" lang="ko-KR" altLang="en-US" b="1" dirty="0">
                    <a:solidFill>
                      <a:srgbClr val="FF0000"/>
                    </a:solidFill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연산 비중 증가</a:t>
                </a:r>
                <a:endParaRPr kumimoji="1" lang="en-US" altLang="ko-KR" b="1" dirty="0">
                  <a:solidFill>
                    <a:srgbClr val="FF0000"/>
                  </a:solidFill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  <a:p>
                <a:pPr algn="ctr"/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24%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Pretendard JP" panose="02000503000000020004" pitchFamily="2" charset="-128"/>
                      </a:rPr>
                      <m:t>→</m:t>
                    </m:r>
                  </m:oMath>
                </a14:m>
                <a:r>
                  <a:rPr kumimoji="1" lang="en-US" altLang="ko-KR" dirty="0">
                    <a:latin typeface="G마켓 산스 Medium" panose="02000000000000000000" pitchFamily="50" charset="-127"/>
                    <a:ea typeface="G마켓 산스 Medium" panose="02000000000000000000" pitchFamily="50" charset="-127"/>
                    <a:cs typeface="Pretendard JP" panose="02000503000000020004" pitchFamily="2" charset="-128"/>
                  </a:rPr>
                  <a:t> 72%</a:t>
                </a:r>
                <a:endParaRPr kumimoji="1" lang="ko-KR" altLang="en-US" dirty="0" err="1">
                  <a:latin typeface="G마켓 산스 Medium" panose="02000000000000000000" pitchFamily="50" charset="-127"/>
                  <a:ea typeface="G마켓 산스 Medium" panose="02000000000000000000" pitchFamily="50" charset="-127"/>
                  <a:cs typeface="Pretendard JP" panose="02000503000000020004" pitchFamily="2" charset="-128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D34D7B-1BAF-617A-6D87-15CE1F69F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2274" y="3275753"/>
                <a:ext cx="3807453" cy="646331"/>
              </a:xfrm>
              <a:prstGeom prst="rect">
                <a:avLst/>
              </a:prstGeom>
              <a:blipFill>
                <a:blip r:embed="rId9"/>
                <a:stretch>
                  <a:fillRect l="-1122" t="-4717" r="-1122" b="-160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8781D94-E043-458A-0DB2-C82C3B8CD2BE}"/>
              </a:ext>
            </a:extLst>
          </p:cNvPr>
          <p:cNvSpPr txBox="1"/>
          <p:nvPr/>
        </p:nvSpPr>
        <p:spPr>
          <a:xfrm>
            <a:off x="7362583" y="4657135"/>
            <a:ext cx="4262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절대 성능 기준으로 비교하면</a:t>
            </a:r>
            <a:endParaRPr kumimoji="1" lang="en-US" altLang="ko-KR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Pretendard JP" panose="02000503000000020004" pitchFamily="2" charset="-128"/>
            </a:endParaRPr>
          </a:p>
          <a:p>
            <a:pPr algn="ctr"/>
            <a:r>
              <a:rPr kumimoji="1" lang="en-US" altLang="ko-KR" b="1" dirty="0">
                <a:solidFill>
                  <a:srgbClr val="2E75B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Keccak/SHAKE</a:t>
            </a:r>
            <a:r>
              <a:rPr kumimoji="1" lang="ko-KR" altLang="en-US" b="1" dirty="0">
                <a:solidFill>
                  <a:srgbClr val="2E75B6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의 성능도 크게 향상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FA5B12-EEF3-7933-E502-FBC6B8EDB53A}"/>
              </a:ext>
            </a:extLst>
          </p:cNvPr>
          <p:cNvSpPr txBox="1"/>
          <p:nvPr/>
        </p:nvSpPr>
        <p:spPr>
          <a:xfrm>
            <a:off x="6857588" y="5638746"/>
            <a:ext cx="50866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프로파일링 분석 결과만으로 판단하였을 때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,</a:t>
            </a:r>
          </a:p>
          <a:p>
            <a:pPr algn="ctr"/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AVX512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 적용시 </a:t>
            </a:r>
            <a: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Field </a:t>
            </a:r>
            <a:r>
              <a:rPr kumimoji="1" lang="ko-KR" altLang="en-US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연산 대비 </a:t>
            </a:r>
            <a:br>
              <a:rPr kumimoji="1" lang="en-US" altLang="ko-KR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</a:br>
            <a:r>
              <a:rPr kumimoji="1" lang="en-US" altLang="ko-KR" b="1" dirty="0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Keccak/SHAKE </a:t>
            </a:r>
            <a:r>
              <a:rPr kumimoji="1" lang="ko-KR" altLang="en-US" b="1" dirty="0">
                <a:highlight>
                  <a:srgbClr val="FFFF00"/>
                </a:highlight>
                <a:latin typeface="G마켓 산스 Medium" panose="02000000000000000000" pitchFamily="50" charset="-127"/>
                <a:ea typeface="G마켓 산스 Medium" panose="02000000000000000000" pitchFamily="50" charset="-127"/>
                <a:cs typeface="Pretendard JP" panose="02000503000000020004" pitchFamily="2" charset="-128"/>
              </a:rPr>
              <a:t>최적화 효율이 높을 수 있음</a:t>
            </a:r>
          </a:p>
        </p:txBody>
      </p:sp>
      <p:pic>
        <p:nvPicPr>
          <p:cNvPr id="5" name="오디오 4">
            <a:extLst>
              <a:ext uri="{FF2B5EF4-FFF2-40B4-BE49-F238E27FC236}">
                <a16:creationId xmlns:a16="http://schemas.microsoft.com/office/drawing/2014/main" id="{3CC0E777-65D6-6E63-E3FB-29D38EC495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616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9600"/>
    </mc:Choice>
    <mc:Fallback>
      <p:transition spd="slow" advTm="696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47" x="3616325" y="977900"/>
          <p14:tracePt t="461" x="3359150" y="2163763"/>
          <p14:tracePt t="476" x="2978150" y="3856038"/>
          <p14:tracePt t="492" x="2687638" y="5191125"/>
          <p14:tracePt t="509" x="2430463" y="6518275"/>
          <p14:tracePt t="2308" x="0" y="0"/>
        </p14:tracePtLst>
        <p14:tracePtLst>
          <p14:tracePt t="6328" x="2960688" y="5672138"/>
          <p14:tracePt t="6345" x="2754313" y="5041900"/>
          <p14:tracePt t="6359" x="2554288" y="4287838"/>
          <p14:tracePt t="6375" x="2463800" y="3871913"/>
          <p14:tracePt t="6391" x="2413000" y="3467100"/>
          <p14:tracePt t="6407" x="2413000" y="3151188"/>
          <p14:tracePt t="6424" x="2413000" y="2911475"/>
          <p14:tracePt t="6441" x="2413000" y="2695575"/>
          <p14:tracePt t="6457" x="2446338" y="2570163"/>
          <p14:tracePt t="6474" x="2479675" y="2471738"/>
          <p14:tracePt t="6491" x="2497138" y="2379663"/>
          <p14:tracePt t="6507" x="2513013" y="2346325"/>
          <p14:tracePt t="6524" x="2538413" y="2330450"/>
          <p14:tracePt t="6541" x="2538413" y="2297113"/>
          <p14:tracePt t="6557" x="2538413" y="2281238"/>
          <p14:tracePt t="6574" x="2538413" y="2214563"/>
          <p14:tracePt t="6591" x="2538413" y="2181225"/>
          <p14:tracePt t="6607" x="2479675" y="2122488"/>
          <p14:tracePt t="6624" x="2413000" y="2073275"/>
          <p14:tracePt t="6641" x="2379663" y="2039938"/>
          <p14:tracePt t="6657" x="2314575" y="1990725"/>
          <p14:tracePt t="6674" x="2239963" y="1939925"/>
          <p14:tracePt t="6690" x="2173288" y="1898650"/>
          <p14:tracePt t="6707" x="2122488" y="1849438"/>
          <p14:tracePt t="7073" x="2057400" y="1849438"/>
          <p14:tracePt t="7091" x="2024063" y="1849438"/>
          <p14:tracePt t="7107" x="1916113" y="1831975"/>
          <p14:tracePt t="7124" x="1800225" y="1816100"/>
          <p14:tracePt t="7141" x="1658938" y="1782763"/>
          <p14:tracePt t="7157" x="1625600" y="1766888"/>
          <p14:tracePt t="7174" x="1609725" y="1766888"/>
          <p14:tracePt t="7190" x="1592263" y="1766888"/>
          <p14:tracePt t="7390" x="1609725" y="1766888"/>
          <p14:tracePt t="7423" x="1625600" y="1766888"/>
          <p14:tracePt t="7456" x="1641475" y="1766888"/>
          <p14:tracePt t="7490" x="1658938" y="1749425"/>
          <p14:tracePt t="7507" x="1674813" y="1749425"/>
          <p14:tracePt t="7540" x="1692275" y="1733550"/>
          <p14:tracePt t="7623" x="1692275" y="1716088"/>
          <p14:tracePt t="7673" x="1708150" y="1716088"/>
          <p14:tracePt t="7792" x="1733550" y="1716088"/>
          <p14:tracePt t="7823" x="1733550" y="1700213"/>
          <p14:tracePt t="7840" x="1749425" y="1700213"/>
          <p14:tracePt t="7873" x="1766888" y="1700213"/>
          <p14:tracePt t="7891" x="1800225" y="1700213"/>
          <p14:tracePt t="7923" x="1816100" y="1700213"/>
          <p14:tracePt t="7956" x="1833563" y="1682750"/>
          <p14:tracePt t="8057" x="1849438" y="1682750"/>
          <p14:tracePt t="8140" x="1866900" y="1682750"/>
          <p14:tracePt t="8158" x="1882775" y="1682750"/>
          <p14:tracePt t="8190" x="1898650" y="1682750"/>
          <p14:tracePt t="8207" x="1916113" y="1682750"/>
          <p14:tracePt t="8224" x="1931988" y="1682750"/>
          <p14:tracePt t="8256" x="1949450" y="1682750"/>
          <p14:tracePt t="8274" x="1965325" y="1682750"/>
          <p14:tracePt t="8306" x="1982788" y="1682750"/>
          <p14:tracePt t="8340" x="2006600" y="1682750"/>
          <p14:tracePt t="8390" x="2024063" y="1682750"/>
          <p14:tracePt t="8456" x="2039938" y="1682750"/>
          <p14:tracePt t="8523" x="2057400" y="1682750"/>
          <p14:tracePt t="8589" x="2073275" y="1682750"/>
          <p14:tracePt t="8640" x="2090738" y="1682750"/>
          <p14:tracePt t="8690" x="2106613" y="1682750"/>
          <p14:tracePt t="8723" x="2122488" y="1682750"/>
          <p14:tracePt t="8756" x="2139950" y="1682750"/>
          <p14:tracePt t="8790" x="2155825" y="1682750"/>
          <p14:tracePt t="8807" x="2173288" y="1682750"/>
          <p14:tracePt t="8824" x="2189163" y="1682750"/>
          <p14:tracePt t="8840" x="2206625" y="1682750"/>
          <p14:tracePt t="8857" x="2222500" y="1682750"/>
          <p14:tracePt t="8874" x="2239963" y="1682750"/>
          <p14:tracePt t="8890" x="2281238" y="1682750"/>
          <p14:tracePt t="8923" x="2297113" y="1682750"/>
          <p14:tracePt t="8956" x="2314575" y="1682750"/>
          <p14:tracePt t="9023" x="2330450" y="1682750"/>
          <p14:tracePt t="9056" x="2347913" y="1682750"/>
          <p14:tracePt t="9090" x="2363788" y="1682750"/>
          <p14:tracePt t="9140" x="2379663" y="1682750"/>
          <p14:tracePt t="9240" x="2397125" y="1682750"/>
          <p14:tracePt t="9326" x="2397125" y="1666875"/>
          <p14:tracePt t="9366" x="2413000" y="1666875"/>
          <p14:tracePt t="9823" x="2430463" y="1666875"/>
          <p14:tracePt t="9856" x="2446338" y="1666875"/>
          <p14:tracePt t="9889" x="2463800" y="1666875"/>
          <p14:tracePt t="9923" x="2479675" y="1666875"/>
          <p14:tracePt t="9940" x="2497138" y="1666875"/>
          <p14:tracePt t="9957" x="2513013" y="1666875"/>
          <p14:tracePt t="9974" x="2538413" y="1666875"/>
          <p14:tracePt t="9990" x="2571750" y="1666875"/>
          <p14:tracePt t="10007" x="2587625" y="1666875"/>
          <p14:tracePt t="10024" x="2636838" y="1666875"/>
          <p14:tracePt t="10040" x="2670175" y="1666875"/>
          <p14:tracePt t="10057" x="2703513" y="1666875"/>
          <p14:tracePt t="10074" x="2754313" y="1666875"/>
          <p14:tracePt t="10090" x="2795588" y="1666875"/>
          <p14:tracePt t="10107" x="2811463" y="1666875"/>
          <p14:tracePt t="10124" x="2828925" y="1666875"/>
          <p14:tracePt t="10223" x="2811463" y="1666875"/>
          <p14:tracePt t="10256" x="2770188" y="1666875"/>
          <p14:tracePt t="10289" x="2736850" y="1641475"/>
          <p14:tracePt t="10307" x="2703513" y="1625600"/>
          <p14:tracePt t="10324" x="2654300" y="1576388"/>
          <p14:tracePt t="10340" x="2603500" y="1543050"/>
          <p14:tracePt t="10357" x="2554288" y="1509713"/>
          <p14:tracePt t="10374" x="2538413" y="1492250"/>
          <p14:tracePt t="10390" x="2513013" y="1476375"/>
          <p14:tracePt t="10407" x="2513013" y="1458913"/>
          <p14:tracePt t="10440" x="2513013" y="1443038"/>
          <p14:tracePt t="10474" x="2538413" y="1425575"/>
          <p14:tracePt t="10490" x="2538413" y="1409700"/>
          <p14:tracePt t="10507" x="2554288" y="1409700"/>
          <p14:tracePt t="10524" x="2554288" y="1384300"/>
          <p14:tracePt t="10540" x="2571750" y="1384300"/>
          <p14:tracePt t="10557" x="2587625" y="1368425"/>
          <p14:tracePt t="10574" x="2620963" y="1350963"/>
          <p14:tracePt t="10606" x="2654300" y="1350963"/>
          <p14:tracePt t="10624" x="2703513" y="1335088"/>
          <p14:tracePt t="10640" x="2736850" y="1335088"/>
          <p14:tracePt t="10657" x="2770188" y="1335088"/>
          <p14:tracePt t="10689" x="2795588" y="1335088"/>
          <p14:tracePt t="10723" x="2811463" y="1335088"/>
          <p14:tracePt t="10756" x="2828925" y="1350963"/>
          <p14:tracePt t="10774" x="2828925" y="1368425"/>
          <p14:tracePt t="10790" x="2844800" y="1409700"/>
          <p14:tracePt t="10807" x="2844800" y="1425575"/>
          <p14:tracePt t="10824" x="2844800" y="1443038"/>
          <p14:tracePt t="10840" x="2844800" y="1458913"/>
          <p14:tracePt t="10857" x="2844800" y="1476375"/>
          <p14:tracePt t="10874" x="2844800" y="1492250"/>
          <p14:tracePt t="10890" x="2844800" y="1509713"/>
          <p14:tracePt t="10907" x="2844800" y="1543050"/>
          <p14:tracePt t="10924" x="2828925" y="1543050"/>
          <p14:tracePt t="10956" x="2828925" y="1558925"/>
          <p14:tracePt t="10974" x="2811463" y="1558925"/>
          <p14:tracePt t="11006" x="2811463" y="1576388"/>
          <p14:tracePt t="11024" x="2770188" y="1608138"/>
          <p14:tracePt t="11040" x="2736850" y="1625600"/>
          <p14:tracePt t="11263" x="2770188" y="1625600"/>
          <p14:tracePt t="11274" x="2828925" y="1625600"/>
          <p14:tracePt t="11290" x="3009900" y="1625600"/>
          <p14:tracePt t="11307" x="3325813" y="1682750"/>
          <p14:tracePt t="11324" x="3541713" y="1716088"/>
          <p14:tracePt t="11340" x="3683000" y="1749425"/>
          <p14:tracePt t="11357" x="3798888" y="1749425"/>
          <p14:tracePt t="11374" x="3856038" y="1766888"/>
          <p14:tracePt t="11390" x="3889375" y="1782763"/>
          <p14:tracePt t="11423" x="3906838" y="1782763"/>
          <p14:tracePt t="11823" x="4130675" y="1766888"/>
          <p14:tracePt t="11840" x="4935538" y="1666875"/>
          <p14:tracePt t="11857" x="5681663" y="1666875"/>
          <p14:tracePt t="11874" x="6402388" y="1666875"/>
          <p14:tracePt t="11890" x="6800850" y="1733550"/>
          <p14:tracePt t="11907" x="7448550" y="1831975"/>
          <p14:tracePt t="11924" x="7962900" y="1939925"/>
          <p14:tracePt t="11940" x="8393113" y="2039938"/>
          <p14:tracePt t="11957" x="8542338" y="2089150"/>
          <p14:tracePt t="11974" x="8750300" y="2139950"/>
          <p14:tracePt t="11990" x="8832850" y="2181225"/>
          <p14:tracePt t="12007" x="8866188" y="2197100"/>
          <p14:tracePt t="12024" x="8891588" y="2197100"/>
          <p14:tracePt t="12132" x="8907463" y="2197100"/>
          <p14:tracePt t="12240" x="8924925" y="2197100"/>
          <p14:tracePt t="12257" x="8924925" y="2163763"/>
          <p14:tracePt t="12274" x="8940800" y="2139950"/>
          <p14:tracePt t="12290" x="8956675" y="2106613"/>
          <p14:tracePt t="12307" x="8956675" y="2073275"/>
          <p14:tracePt t="12323" x="8974138" y="2055813"/>
          <p14:tracePt t="12340" x="8974138" y="2039938"/>
          <p14:tracePt t="12357" x="8974138" y="2024063"/>
          <p14:tracePt t="12374" x="8990013" y="2006600"/>
          <p14:tracePt t="12406" x="8990013" y="1990725"/>
          <p14:tracePt t="12424" x="8990013" y="1973263"/>
          <p14:tracePt t="12440" x="8956675" y="1939925"/>
          <p14:tracePt t="12457" x="8940800" y="1865313"/>
          <p14:tracePt t="12474" x="8907463" y="1816100"/>
          <p14:tracePt t="12490" x="8891588" y="1782763"/>
          <p14:tracePt t="12507" x="8891588" y="1766888"/>
          <p14:tracePt t="12524" x="8891588" y="1749425"/>
          <p14:tracePt t="12606" x="8907463" y="1749425"/>
          <p14:tracePt t="12625" x="8940800" y="1749425"/>
          <p14:tracePt t="12639" x="8990013" y="1749425"/>
          <p14:tracePt t="12657" x="9056688" y="1733550"/>
          <p14:tracePt t="12674" x="9148763" y="1733550"/>
          <p14:tracePt t="12690" x="9231313" y="1733550"/>
          <p14:tracePt t="12707" x="9331325" y="1716088"/>
          <p14:tracePt t="12724" x="9380538" y="1716088"/>
          <p14:tracePt t="12740" x="9437688" y="1700213"/>
          <p14:tracePt t="12757" x="9471025" y="1700213"/>
          <p14:tracePt t="12790" x="9504363" y="1682750"/>
          <p14:tracePt t="12807" x="9555163" y="1682750"/>
          <p14:tracePt t="12824" x="9588500" y="1682750"/>
          <p14:tracePt t="12840" x="9604375" y="1682750"/>
          <p14:tracePt t="12857" x="9620250" y="1682750"/>
          <p14:tracePt t="12874" x="9637713" y="1682750"/>
          <p14:tracePt t="12891" x="9694863" y="1682750"/>
          <p14:tracePt t="12907" x="9712325" y="1682750"/>
          <p14:tracePt t="12924" x="9745663" y="1682750"/>
          <p14:tracePt t="12940" x="9761538" y="1682750"/>
          <p14:tracePt t="12957" x="9794875" y="1682750"/>
          <p14:tracePt t="12974" x="9812338" y="1682750"/>
          <p14:tracePt t="12990" x="9828213" y="1682750"/>
          <p14:tracePt t="13007" x="9844088" y="1682750"/>
          <p14:tracePt t="13024" x="9861550" y="1682750"/>
          <p14:tracePt t="13040" x="9894888" y="1682750"/>
          <p14:tracePt t="13057" x="9952038" y="1682750"/>
          <p14:tracePt t="13074" x="9985375" y="1682750"/>
          <p14:tracePt t="13090" x="10018713" y="1700213"/>
          <p14:tracePt t="13107" x="10036175" y="1700213"/>
          <p14:tracePt t="13140" x="10052050" y="1700213"/>
          <p14:tracePt t="13157" x="10069513" y="1700213"/>
          <p14:tracePt t="13173" x="10085388" y="1700213"/>
          <p14:tracePt t="13190" x="10101263" y="1700213"/>
          <p14:tracePt t="13207" x="10118725" y="1700213"/>
          <p14:tracePt t="13224" x="10152063" y="1700213"/>
          <p14:tracePt t="13240" x="10167938" y="1700213"/>
          <p14:tracePt t="13257" x="10185400" y="1700213"/>
          <p14:tracePt t="13290" x="10209213" y="1700213"/>
          <p14:tracePt t="13323" x="10226675" y="1700213"/>
          <p14:tracePt t="13356" x="10242550" y="1700213"/>
          <p14:tracePt t="13374" x="10260013" y="1700213"/>
          <p14:tracePt t="13406" x="10275888" y="1700213"/>
          <p14:tracePt t="13424" x="10293350" y="1700213"/>
          <p14:tracePt t="13440" x="10293350" y="1716088"/>
          <p14:tracePt t="14323" x="10260013" y="1766888"/>
          <p14:tracePt t="14341" x="10152063" y="2006600"/>
          <p14:tracePt t="14357" x="10002838" y="2397125"/>
          <p14:tracePt t="14374" x="9812338" y="2968625"/>
          <p14:tracePt t="14390" x="9678988" y="3341688"/>
          <p14:tracePt t="14407" x="9504363" y="3773488"/>
          <p14:tracePt t="14424" x="9396413" y="4030663"/>
          <p14:tracePt t="14440" x="9213850" y="4370388"/>
          <p14:tracePt t="14457" x="9090025" y="4494213"/>
          <p14:tracePt t="14474" x="8924925" y="4560888"/>
          <p14:tracePt t="14490" x="8732838" y="4610100"/>
          <p14:tracePt t="14507" x="8509000" y="4643438"/>
          <p14:tracePt t="14524" x="8251825" y="4660900"/>
          <p14:tracePt t="14540" x="8012113" y="4660900"/>
          <p14:tracePt t="14557" x="7639050" y="4660900"/>
          <p14:tracePt t="14574" x="7315200" y="4627563"/>
          <p14:tracePt t="14590" x="6950075" y="4545013"/>
          <p14:tracePt t="14607" x="6659563" y="4460875"/>
          <p14:tracePt t="14624" x="6527800" y="4419600"/>
          <p14:tracePt t="14640" x="6419850" y="4386263"/>
          <p14:tracePt t="14657" x="6369050" y="4386263"/>
          <p14:tracePt t="14674" x="6337300" y="4386263"/>
          <p14:tracePt t="14690" x="6286500" y="4386263"/>
          <p14:tracePt t="14707" x="6145213" y="4352925"/>
          <p14:tracePt t="14724" x="5980113" y="4321175"/>
          <p14:tracePt t="14740" x="5822950" y="4287838"/>
          <p14:tracePt t="14757" x="5581650" y="4237038"/>
          <p14:tracePt t="14774" x="5149850" y="4129088"/>
          <p14:tracePt t="15089" x="5100638" y="4129088"/>
          <p14:tracePt t="15107" x="4967288" y="4129088"/>
          <p14:tracePt t="15124" x="4827588" y="4129088"/>
          <p14:tracePt t="15140" x="4645025" y="4113213"/>
          <p14:tracePt t="15157" x="4503738" y="4097338"/>
          <p14:tracePt t="15174" x="4329113" y="4079875"/>
          <p14:tracePt t="15190" x="4262438" y="4079875"/>
          <p14:tracePt t="15207" x="4146550" y="4064000"/>
          <p14:tracePt t="15224" x="4005263" y="4046538"/>
          <p14:tracePt t="15240" x="3889375" y="4046538"/>
          <p14:tracePt t="15257" x="3765550" y="4030663"/>
          <p14:tracePt t="15274" x="3683000" y="4030663"/>
          <p14:tracePt t="15290" x="3632200" y="4013200"/>
          <p14:tracePt t="15307" x="3598863" y="3997325"/>
          <p14:tracePt t="15324" x="3582988" y="3997325"/>
          <p14:tracePt t="15340" x="3541713" y="3997325"/>
          <p14:tracePt t="15357" x="3524250" y="3979863"/>
          <p14:tracePt t="15374" x="3508375" y="3979863"/>
          <p14:tracePt t="15423" x="3492500" y="3979863"/>
          <p14:tracePt t="15456" x="3475038" y="3979863"/>
          <p14:tracePt t="15474" x="3459163" y="3997325"/>
          <p14:tracePt t="15490" x="3425825" y="3997325"/>
          <p14:tracePt t="15507" x="3392488" y="4013200"/>
          <p14:tracePt t="15524" x="3341688" y="4030663"/>
          <p14:tracePt t="15540" x="3267075" y="4046538"/>
          <p14:tracePt t="15557" x="3217863" y="4064000"/>
          <p14:tracePt t="15574" x="3101975" y="4097338"/>
          <p14:tracePt t="15590" x="2978150" y="4097338"/>
          <p14:tracePt t="15607" x="2894013" y="4113213"/>
          <p14:tracePt t="15624" x="2811463" y="4129088"/>
          <p14:tracePt t="15640" x="2770188" y="4129088"/>
          <p14:tracePt t="15657" x="2736850" y="4129088"/>
          <p14:tracePt t="15973" x="2754313" y="4146550"/>
          <p14:tracePt t="15991" x="2770188" y="4162425"/>
          <p14:tracePt t="16043" x="2770188" y="4179888"/>
          <p14:tracePt t="16186" x="2770188" y="4162425"/>
          <p14:tracePt t="16223" x="2795588" y="4146550"/>
          <p14:tracePt t="17104" x="2811463" y="4146550"/>
          <p14:tracePt t="17140" x="2828925" y="4146550"/>
          <p14:tracePt t="17193" x="2844800" y="4146550"/>
          <p14:tracePt t="17256" x="2860675" y="4146550"/>
          <p14:tracePt t="17289" x="2878138" y="4146550"/>
          <p14:tracePt t="17307" x="2894013" y="4146550"/>
          <p14:tracePt t="17324" x="2927350" y="4146550"/>
          <p14:tracePt t="17340" x="2960688" y="4129088"/>
          <p14:tracePt t="17357" x="2978150" y="4129088"/>
          <p14:tracePt t="17390" x="2994025" y="4129088"/>
          <p14:tracePt t="17640" x="2978150" y="4129088"/>
          <p14:tracePt t="17691" x="2960688" y="4129088"/>
          <p14:tracePt t="17773" x="2944813" y="4129088"/>
          <p14:tracePt t="17790" x="2944813" y="4113213"/>
          <p14:tracePt t="17807" x="2927350" y="4113213"/>
          <p14:tracePt t="17840" x="2911475" y="4113213"/>
          <p14:tracePt t="18039" x="2927350" y="4113213"/>
          <p14:tracePt t="18294" x="2944813" y="4113213"/>
          <p14:tracePt t="18406" x="2960688" y="4113213"/>
          <p14:tracePt t="18515" x="2978150" y="4113213"/>
          <p14:tracePt t="18556" x="2994025" y="4113213"/>
          <p14:tracePt t="18606" x="3009900" y="4113213"/>
          <p14:tracePt t="18673" x="3027363" y="4113213"/>
          <p14:tracePt t="18706" x="3052763" y="4113213"/>
          <p14:tracePt t="18723" x="3068638" y="4113213"/>
          <p14:tracePt t="18740" x="3086100" y="4113213"/>
          <p14:tracePt t="18757" x="3101975" y="4113213"/>
          <p14:tracePt t="18773" x="3117850" y="4113213"/>
          <p14:tracePt t="18790" x="3135313" y="4097338"/>
          <p14:tracePt t="18807" x="3151188" y="4097338"/>
          <p14:tracePt t="18840" x="3168650" y="4079875"/>
          <p14:tracePt t="18940" x="3151188" y="4079875"/>
          <p14:tracePt t="18957" x="3135313" y="4079875"/>
          <p14:tracePt t="18974" x="3117850" y="4079875"/>
          <p14:tracePt t="18990" x="3052763" y="4064000"/>
          <p14:tracePt t="19007" x="2927350" y="4030663"/>
          <p14:tracePt t="19023" x="2795588" y="3979863"/>
          <p14:tracePt t="19040" x="2587625" y="3889375"/>
          <p14:tracePt t="19057" x="2413000" y="3789363"/>
          <p14:tracePt t="19074" x="2297113" y="3690938"/>
          <p14:tracePt t="19090" x="2189163" y="3549650"/>
          <p14:tracePt t="19107" x="2122488" y="3433763"/>
          <p14:tracePt t="19123" x="2057400" y="3325813"/>
          <p14:tracePt t="19140" x="2024063" y="3192463"/>
          <p14:tracePt t="19157" x="1982788" y="3084513"/>
          <p14:tracePt t="19173" x="1949450" y="2986088"/>
          <p14:tracePt t="19190" x="1931988" y="2894013"/>
          <p14:tracePt t="19207" x="1931988" y="2827338"/>
          <p14:tracePt t="19224" x="1916113" y="2778125"/>
          <p14:tracePt t="19240" x="1916113" y="2728913"/>
          <p14:tracePt t="19257" x="1916113" y="2695575"/>
          <p14:tracePt t="19274" x="1898650" y="2678113"/>
          <p14:tracePt t="19290" x="1898650" y="2654300"/>
          <p14:tracePt t="19307" x="1898650" y="2636838"/>
          <p14:tracePt t="19359" x="1882775" y="2636838"/>
          <p14:tracePt t="19389" x="1882775" y="2654300"/>
          <p14:tracePt t="19407" x="1882775" y="2711450"/>
          <p14:tracePt t="19424" x="1898650" y="2760663"/>
          <p14:tracePt t="19440" x="1931988" y="2811463"/>
          <p14:tracePt t="19457" x="1982788" y="2878138"/>
          <p14:tracePt t="19474" x="2057400" y="2968625"/>
          <p14:tracePt t="19490" x="2106613" y="3035300"/>
          <p14:tracePt t="19507" x="2155825" y="3084513"/>
          <p14:tracePt t="19524" x="2206625" y="3117850"/>
          <p14:tracePt t="19540" x="2263775" y="3151188"/>
          <p14:tracePt t="19557" x="2297113" y="3151188"/>
          <p14:tracePt t="19574" x="2347913" y="3167063"/>
          <p14:tracePt t="19590" x="2413000" y="3167063"/>
          <p14:tracePt t="19607" x="2497138" y="3167063"/>
          <p14:tracePt t="19624" x="2603500" y="3151188"/>
          <p14:tracePt t="19640" x="2670175" y="3151188"/>
          <p14:tracePt t="19657" x="2736850" y="3135313"/>
          <p14:tracePt t="19674" x="2770188" y="3117850"/>
          <p14:tracePt t="19690" x="2795588" y="3117850"/>
          <p14:tracePt t="19707" x="2811463" y="3117850"/>
          <p14:tracePt t="19779" x="2795588" y="3117850"/>
          <p14:tracePt t="19806" x="2770188" y="3117850"/>
          <p14:tracePt t="19856" x="2754313" y="3117850"/>
          <p14:tracePt t="19874" x="2736850" y="3117850"/>
          <p14:tracePt t="20391" x="2703513" y="3135313"/>
          <p14:tracePt t="20407" x="2670175" y="3167063"/>
          <p14:tracePt t="20424" x="2571750" y="3241675"/>
          <p14:tracePt t="20440" x="2446338" y="3325813"/>
          <p14:tracePt t="20457" x="2379663" y="3375025"/>
          <p14:tracePt t="20474" x="2314575" y="3433763"/>
          <p14:tracePt t="20490" x="2281238" y="3449638"/>
          <p14:tracePt t="20507" x="2222500" y="3467100"/>
          <p14:tracePt t="20523" x="2206625" y="3482975"/>
          <p14:tracePt t="20540" x="2173288" y="3498850"/>
          <p14:tracePt t="20557" x="2155825" y="3516313"/>
          <p14:tracePt t="20573" x="2139950" y="3532188"/>
          <p14:tracePt t="20590" x="2106613" y="3565525"/>
          <p14:tracePt t="20607" x="2090738" y="3582988"/>
          <p14:tracePt t="20624" x="2073275" y="3598863"/>
          <p14:tracePt t="20640" x="2057400" y="3598863"/>
          <p14:tracePt t="20657" x="2057400" y="3616325"/>
          <p14:tracePt t="20674" x="2039938" y="3616325"/>
          <p14:tracePt t="20873" x="2057400" y="3598863"/>
          <p14:tracePt t="20890" x="2073275" y="3598863"/>
          <p14:tracePt t="20907" x="2106613" y="3582988"/>
          <p14:tracePt t="20924" x="2206625" y="3549650"/>
          <p14:tracePt t="20940" x="2330450" y="3516313"/>
          <p14:tracePt t="20957" x="2538413" y="3433763"/>
          <p14:tracePt t="20974" x="2720975" y="3359150"/>
          <p14:tracePt t="20990" x="2878138" y="3292475"/>
          <p14:tracePt t="21007" x="2978150" y="3259138"/>
          <p14:tracePt t="21023" x="3117850" y="3192463"/>
          <p14:tracePt t="21040" x="3201988" y="3135313"/>
          <p14:tracePt t="21057" x="3267075" y="3101975"/>
          <p14:tracePt t="21074" x="3325813" y="3051175"/>
          <p14:tracePt t="21090" x="3359150" y="3017838"/>
          <p14:tracePt t="21107" x="3375025" y="2986088"/>
          <p14:tracePt t="21124" x="3392488" y="2986088"/>
          <p14:tracePt t="21140" x="3392488" y="2968625"/>
          <p14:tracePt t="21223" x="3375025" y="2968625"/>
          <p14:tracePt t="21241" x="3359150" y="2968625"/>
          <p14:tracePt t="21256" x="3341688" y="2968625"/>
          <p14:tracePt t="21273" x="3325813" y="2986088"/>
          <p14:tracePt t="21290" x="3300413" y="2986088"/>
          <p14:tracePt t="21307" x="3300413" y="3001963"/>
          <p14:tracePt t="21324" x="3284538" y="3001963"/>
          <p14:tracePt t="21341" x="3267075" y="3001963"/>
          <p14:tracePt t="21357" x="3267075" y="3017838"/>
          <p14:tracePt t="21374" x="3251200" y="3017838"/>
          <p14:tracePt t="21390" x="3217863" y="3017838"/>
          <p14:tracePt t="21423" x="3201988" y="3017838"/>
          <p14:tracePt t="21440" x="3168650" y="3017838"/>
          <p14:tracePt t="21457" x="3151188" y="3017838"/>
          <p14:tracePt t="21474" x="3135313" y="3017838"/>
          <p14:tracePt t="21506" x="3117850" y="3017838"/>
          <p14:tracePt t="21524" x="3101975" y="3001963"/>
          <p14:tracePt t="21540" x="3086100" y="2986088"/>
          <p14:tracePt t="21557" x="3068638" y="2986088"/>
          <p14:tracePt t="21574" x="3027363" y="2968625"/>
          <p14:tracePt t="21590" x="2994025" y="2952750"/>
          <p14:tracePt t="21607" x="2960688" y="2911475"/>
          <p14:tracePt t="21623" x="2927350" y="2894013"/>
          <p14:tracePt t="21640" x="2894013" y="2860675"/>
          <p14:tracePt t="21657" x="2844800" y="2827338"/>
          <p14:tracePt t="21674" x="2828925" y="2811463"/>
          <p14:tracePt t="21690" x="2811463" y="2794000"/>
          <p14:tracePt t="21707" x="2811463" y="2778125"/>
          <p14:tracePt t="21723" x="2795588" y="2760663"/>
          <p14:tracePt t="21741" x="2795588" y="2744788"/>
          <p14:tracePt t="21757" x="2795588" y="2728913"/>
          <p14:tracePt t="21774" x="2795588" y="2695575"/>
          <p14:tracePt t="21790" x="2795588" y="2636838"/>
          <p14:tracePt t="21807" x="2811463" y="2570163"/>
          <p14:tracePt t="21823" x="2844800" y="2454275"/>
          <p14:tracePt t="21840" x="2878138" y="2312988"/>
          <p14:tracePt t="21857" x="2911475" y="2163763"/>
          <p14:tracePt t="21874" x="2927350" y="2089150"/>
          <p14:tracePt t="21890" x="2960688" y="1939925"/>
          <p14:tracePt t="21907" x="3009900" y="1749425"/>
          <p14:tracePt t="21924" x="3068638" y="1625600"/>
          <p14:tracePt t="21940" x="3086100" y="1525588"/>
          <p14:tracePt t="21957" x="3101975" y="1476375"/>
          <p14:tracePt t="21974" x="3101975" y="1443038"/>
          <p14:tracePt t="22026" x="3101975" y="1458913"/>
          <p14:tracePt t="22040" x="3086100" y="1476375"/>
          <p14:tracePt t="22057" x="3068638" y="1509713"/>
          <p14:tracePt t="22074" x="3052763" y="1543050"/>
          <p14:tracePt t="22090" x="3027363" y="1558925"/>
          <p14:tracePt t="22107" x="3009900" y="1576388"/>
          <p14:tracePt t="22124" x="2994025" y="1592263"/>
          <p14:tracePt t="22140" x="2978150" y="1592263"/>
          <p14:tracePt t="22157" x="2944813" y="1592263"/>
          <p14:tracePt t="22174" x="2927350" y="1592263"/>
          <p14:tracePt t="22190" x="2894013" y="1592263"/>
          <p14:tracePt t="22207" x="2844800" y="1608138"/>
          <p14:tracePt t="22223" x="2795588" y="1608138"/>
          <p14:tracePt t="22240" x="2770188" y="1625600"/>
          <p14:tracePt t="22257" x="2736850" y="1641475"/>
          <p14:tracePt t="22289" x="2720975" y="1666875"/>
          <p14:tracePt t="22307" x="2720975" y="1716088"/>
          <p14:tracePt t="22324" x="2703513" y="1782763"/>
          <p14:tracePt t="22340" x="2687638" y="1924050"/>
          <p14:tracePt t="22357" x="2687638" y="2006600"/>
          <p14:tracePt t="22374" x="2687638" y="2055813"/>
          <p14:tracePt t="22390" x="2670175" y="2181225"/>
          <p14:tracePt t="22407" x="2670175" y="2330450"/>
          <p14:tracePt t="22424" x="2636838" y="2471738"/>
          <p14:tracePt t="22440" x="2636838" y="2505075"/>
          <p14:tracePt t="22457" x="2636838" y="2620963"/>
          <p14:tracePt t="22474" x="2620963" y="2678113"/>
          <p14:tracePt t="22490" x="2620963" y="2711450"/>
          <p14:tracePt t="22663" x="2620963" y="2728913"/>
          <p14:tracePt t="22706" x="2620963" y="2744788"/>
          <p14:tracePt t="22740" x="2603500" y="2760663"/>
          <p14:tracePt t="22773" x="2603500" y="2778125"/>
          <p14:tracePt t="22790" x="2603500" y="2811463"/>
          <p14:tracePt t="22807" x="2603500" y="2844800"/>
          <p14:tracePt t="22823" x="2620963" y="2878138"/>
          <p14:tracePt t="22840" x="2620963" y="2894013"/>
          <p14:tracePt t="22857" x="2636838" y="2911475"/>
          <p14:tracePt t="22889" x="2654300" y="2935288"/>
          <p14:tracePt t="22923" x="2720975" y="2952750"/>
          <p14:tracePt t="22940" x="2878138" y="2968625"/>
          <p14:tracePt t="22957" x="2927350" y="2986088"/>
          <p14:tracePt t="22973" x="3135313" y="3035300"/>
          <p14:tracePt t="22990" x="3284538" y="3068638"/>
          <p14:tracePt t="23007" x="3392488" y="3084513"/>
          <p14:tracePt t="23024" x="3459163" y="3101975"/>
          <p14:tracePt t="23040" x="3508375" y="3101975"/>
          <p14:tracePt t="23057" x="3524250" y="3117850"/>
          <p14:tracePt t="23089" x="3541713" y="3117850"/>
          <p14:tracePt t="23250" x="3541713" y="3101975"/>
          <p14:tracePt t="23289" x="3541713" y="3084513"/>
          <p14:tracePt t="23323" x="3541713" y="3068638"/>
          <p14:tracePt t="23340" x="3524250" y="3035300"/>
          <p14:tracePt t="23357" x="3524250" y="2968625"/>
          <p14:tracePt t="23374" x="3524250" y="2844800"/>
          <p14:tracePt t="23390" x="3508375" y="2728913"/>
          <p14:tracePt t="23407" x="3492500" y="2620963"/>
          <p14:tracePt t="23424" x="3475038" y="2554288"/>
          <p14:tracePt t="23440" x="3475038" y="2487613"/>
          <p14:tracePt t="23457" x="3475038" y="2471738"/>
          <p14:tracePt t="23800" x="3475038" y="2454275"/>
          <p14:tracePt t="23808" x="3475038" y="2471738"/>
          <p14:tracePt t="23824" x="3475038" y="2487613"/>
          <p14:tracePt t="23840" x="3475038" y="2505075"/>
          <p14:tracePt t="24249" x="3475038" y="2520950"/>
          <p14:tracePt t="24257" x="3475038" y="2554288"/>
          <p14:tracePt t="24273" x="3475038" y="2587625"/>
          <p14:tracePt t="24290" x="3508375" y="2654300"/>
          <p14:tracePt t="24307" x="3524250" y="2744788"/>
          <p14:tracePt t="24323" x="3541713" y="2860675"/>
          <p14:tracePt t="24340" x="3541713" y="2911475"/>
          <p14:tracePt t="24357" x="3541713" y="2952750"/>
          <p14:tracePt t="24373" x="3541713" y="2968625"/>
          <p14:tracePt t="24390" x="3524250" y="2986088"/>
          <p14:tracePt t="24407" x="3492500" y="3017838"/>
          <p14:tracePt t="24423" x="3441700" y="3051175"/>
          <p14:tracePt t="24440" x="3392488" y="3084513"/>
          <p14:tracePt t="24457" x="3341688" y="3117850"/>
          <p14:tracePt t="24474" x="3284538" y="3135313"/>
          <p14:tracePt t="24490" x="3235325" y="3151188"/>
          <p14:tracePt t="24507" x="3184525" y="3151188"/>
          <p14:tracePt t="24524" x="3151188" y="3151188"/>
          <p14:tracePt t="24540" x="3117850" y="3151188"/>
          <p14:tracePt t="24557" x="3086100" y="3151188"/>
          <p14:tracePt t="24574" x="3052763" y="3151188"/>
          <p14:tracePt t="24590" x="3009900" y="3151188"/>
          <p14:tracePt t="24607" x="2960688" y="3151188"/>
          <p14:tracePt t="24624" x="2894013" y="3135313"/>
          <p14:tracePt t="24640" x="2811463" y="3084513"/>
          <p14:tracePt t="24657" x="2703513" y="3017838"/>
          <p14:tracePt t="24674" x="2571750" y="2935288"/>
          <p14:tracePt t="24690" x="2463800" y="2844800"/>
          <p14:tracePt t="24707" x="2363788" y="2778125"/>
          <p14:tracePt t="24724" x="2347913" y="2744788"/>
          <p14:tracePt t="24740" x="2330450" y="2744788"/>
          <p14:tracePt t="24757" x="2330450" y="2728913"/>
          <p14:tracePt t="24812" x="2347913" y="2728913"/>
          <p14:tracePt t="24869" x="2347913" y="2744788"/>
          <p14:tracePt t="24877" x="2314575" y="2778125"/>
          <p14:tracePt t="24890" x="2263775" y="2844800"/>
          <p14:tracePt t="24907" x="2139950" y="2968625"/>
          <p14:tracePt t="24924" x="2006600" y="3117850"/>
          <p14:tracePt t="24940" x="1898650" y="3209925"/>
          <p14:tracePt t="24957" x="1782763" y="3275013"/>
          <p14:tracePt t="24974" x="1692275" y="3325813"/>
          <p14:tracePt t="24990" x="1625600" y="3341688"/>
          <p14:tracePt t="25007" x="1558925" y="3359150"/>
          <p14:tracePt t="25024" x="1476375" y="3359150"/>
          <p14:tracePt t="25040" x="1319213" y="3359150"/>
          <p14:tracePt t="25362" x="1335088" y="3359150"/>
          <p14:tracePt t="25374" x="1352550" y="3359150"/>
          <p14:tracePt t="25390" x="1435100" y="3359150"/>
          <p14:tracePt t="25407" x="1543050" y="3341688"/>
          <p14:tracePt t="25424" x="1625600" y="3341688"/>
          <p14:tracePt t="25440" x="1766888" y="3341688"/>
          <p14:tracePt t="25457" x="1882775" y="3341688"/>
          <p14:tracePt t="25474" x="1982788" y="3341688"/>
          <p14:tracePt t="25490" x="2122488" y="3359150"/>
          <p14:tracePt t="25507" x="2297113" y="3408363"/>
          <p14:tracePt t="25524" x="2463800" y="3482975"/>
          <p14:tracePt t="25540" x="2571750" y="3516313"/>
          <p14:tracePt t="25557" x="2670175" y="3565525"/>
          <p14:tracePt t="25574" x="2736850" y="3632200"/>
          <p14:tracePt t="25590" x="2795588" y="3756025"/>
          <p14:tracePt t="25607" x="2811463" y="3946525"/>
          <p14:tracePt t="25624" x="2811463" y="3997325"/>
          <p14:tracePt t="25640" x="2811463" y="4097338"/>
          <p14:tracePt t="25657" x="2795588" y="4113213"/>
          <p14:tracePt t="25674" x="2654300" y="4179888"/>
          <p14:tracePt t="25690" x="2497138" y="4203700"/>
          <p14:tracePt t="25707" x="2206625" y="4203700"/>
          <p14:tracePt t="25723" x="1965325" y="4203700"/>
          <p14:tracePt t="25740" x="1708150" y="4146550"/>
          <p14:tracePt t="25757" x="1450975" y="4046538"/>
          <p14:tracePt t="25774" x="1268413" y="3889375"/>
          <p14:tracePt t="25790" x="1111250" y="3690938"/>
          <p14:tracePt t="25807" x="1062038" y="3582988"/>
          <p14:tracePt t="25824" x="1011238" y="3341688"/>
          <p14:tracePt t="25840" x="977900" y="3084513"/>
          <p14:tracePt t="25857" x="977900" y="2760663"/>
          <p14:tracePt t="25873" x="1077913" y="2536825"/>
          <p14:tracePt t="25890" x="1203325" y="2346325"/>
          <p14:tracePt t="25907" x="1268413" y="2247900"/>
          <p14:tracePt t="25924" x="1335088" y="2181225"/>
          <p14:tracePt t="25940" x="1384300" y="2122488"/>
          <p14:tracePt t="25957" x="1417638" y="2106613"/>
          <p14:tracePt t="25974" x="1476375" y="2089150"/>
          <p14:tracePt t="25990" x="1543050" y="2089150"/>
          <p14:tracePt t="26007" x="1641475" y="2089150"/>
          <p14:tracePt t="26023" x="1782763" y="2089150"/>
          <p14:tracePt t="26040" x="1949450" y="2089150"/>
          <p14:tracePt t="26057" x="2155825" y="2122488"/>
          <p14:tracePt t="26074" x="2347913" y="2163763"/>
          <p14:tracePt t="26090" x="2497138" y="2214563"/>
          <p14:tracePt t="26107" x="2654300" y="2263775"/>
          <p14:tracePt t="26124" x="2795588" y="2346325"/>
          <p14:tracePt t="26140" x="2927350" y="2454275"/>
          <p14:tracePt t="26157" x="3052763" y="2554288"/>
          <p14:tracePt t="26173" x="3117850" y="2620963"/>
          <p14:tracePt t="26190" x="3168650" y="2678113"/>
          <p14:tracePt t="26207" x="3184525" y="2695575"/>
          <p14:tracePt t="26223" x="3201988" y="2728913"/>
          <p14:tracePt t="26240" x="3201988" y="2760663"/>
          <p14:tracePt t="26257" x="3201988" y="2811463"/>
          <p14:tracePt t="26274" x="3201988" y="2894013"/>
          <p14:tracePt t="26290" x="3201988" y="2952750"/>
          <p14:tracePt t="26307" x="3184525" y="3035300"/>
          <p14:tracePt t="26324" x="3168650" y="3068638"/>
          <p14:tracePt t="26340" x="3135313" y="3135313"/>
          <p14:tracePt t="26357" x="3117850" y="3167063"/>
          <p14:tracePt t="26374" x="3101975" y="3209925"/>
          <p14:tracePt t="26406" x="3101975" y="3225800"/>
          <p14:tracePt t="26424" x="3086100" y="3241675"/>
          <p14:tracePt t="26440" x="3068638" y="3292475"/>
          <p14:tracePt t="26457" x="3052763" y="3341688"/>
          <p14:tracePt t="26474" x="3027363" y="3408363"/>
          <p14:tracePt t="26490" x="3009900" y="3467100"/>
          <p14:tracePt t="26507" x="2978150" y="3516313"/>
          <p14:tracePt t="26523" x="2960688" y="3549650"/>
          <p14:tracePt t="26540" x="2944813" y="3582988"/>
          <p14:tracePt t="26557" x="2927350" y="3616325"/>
          <p14:tracePt t="26574" x="2911475" y="3632200"/>
          <p14:tracePt t="26590" x="2894013" y="3648075"/>
          <p14:tracePt t="26607" x="2878138" y="3648075"/>
          <p14:tracePt t="26656" x="2860675" y="3648075"/>
          <p14:tracePt t="26889" x="2878138" y="3648075"/>
          <p14:tracePt t="26990" x="2878138" y="3632200"/>
          <p14:tracePt t="27023" x="2878138" y="3616325"/>
          <p14:tracePt t="27056" x="2878138" y="3598863"/>
          <p14:tracePt t="27074" x="2878138" y="3582988"/>
          <p14:tracePt t="27106" x="2878138" y="3549650"/>
          <p14:tracePt t="27124" x="2860675" y="3498850"/>
          <p14:tracePt t="27140" x="2860675" y="3449638"/>
          <p14:tracePt t="27157" x="2844800" y="3390900"/>
          <p14:tracePt t="27174" x="2828925" y="3341688"/>
          <p14:tracePt t="27190" x="2828925" y="3325813"/>
          <p14:tracePt t="27207" x="2811463" y="3308350"/>
          <p14:tracePt t="27356" x="2811463" y="3325813"/>
          <p14:tracePt t="27406" x="2811463" y="3341688"/>
          <p14:tracePt t="27456" x="2811463" y="3359150"/>
          <p14:tracePt t="27506" x="2811463" y="3375025"/>
          <p14:tracePt t="27540" x="2828925" y="3408363"/>
          <p14:tracePt t="27557" x="2844800" y="3449638"/>
          <p14:tracePt t="27574" x="2878138" y="3482975"/>
          <p14:tracePt t="27590" x="2911475" y="3516313"/>
          <p14:tracePt t="27607" x="2927350" y="3532188"/>
          <p14:tracePt t="27624" x="2944813" y="3549650"/>
          <p14:tracePt t="27640" x="2960688" y="3565525"/>
          <p14:tracePt t="27673" x="2960688" y="3582988"/>
          <p14:tracePt t="27706" x="2960688" y="3598863"/>
          <p14:tracePt t="27724" x="2960688" y="3616325"/>
          <p14:tracePt t="27741" x="2878138" y="3665538"/>
          <p14:tracePt t="27757" x="2828925" y="3690938"/>
          <p14:tracePt t="27774" x="2654300" y="3756025"/>
          <p14:tracePt t="27790" x="2497138" y="3806825"/>
          <p14:tracePt t="27807" x="2430463" y="3822700"/>
          <p14:tracePt t="27824" x="2347913" y="3822700"/>
          <p14:tracePt t="27840" x="2281238" y="3840163"/>
          <p14:tracePt t="27857" x="2206625" y="3840163"/>
          <p14:tracePt t="27874" x="2139950" y="3822700"/>
          <p14:tracePt t="27890" x="2090738" y="3773488"/>
          <p14:tracePt t="27907" x="1982788" y="3690938"/>
          <p14:tracePt t="27924" x="1898650" y="3565525"/>
          <p14:tracePt t="27940" x="1782763" y="3433763"/>
          <p14:tracePt t="27957" x="1708150" y="3241675"/>
          <p14:tracePt t="27974" x="1674813" y="3135313"/>
          <p14:tracePt t="27990" x="1658938" y="3051175"/>
          <p14:tracePt t="28007" x="1658938" y="3001963"/>
          <p14:tracePt t="28023" x="1658938" y="2968625"/>
          <p14:tracePt t="28040" x="1674813" y="2935288"/>
          <p14:tracePt t="28057" x="1692275" y="2911475"/>
          <p14:tracePt t="28074" x="1692275" y="2894013"/>
          <p14:tracePt t="28090" x="1708150" y="2878138"/>
          <p14:tracePt t="28123" x="1733550" y="2860675"/>
          <p14:tracePt t="28140" x="1733550" y="2844800"/>
          <p14:tracePt t="28157" x="1733550" y="2827338"/>
          <p14:tracePt t="28174" x="1749425" y="2794000"/>
          <p14:tracePt t="28190" x="1766888" y="2744788"/>
          <p14:tracePt t="28207" x="1782763" y="2678113"/>
          <p14:tracePt t="28224" x="1800225" y="2620963"/>
          <p14:tracePt t="28240" x="1816100" y="2587625"/>
          <p14:tracePt t="28257" x="1816100" y="2570163"/>
          <p14:tracePt t="28274" x="1816100" y="2554288"/>
          <p14:tracePt t="28406" x="1816100" y="2570163"/>
          <p14:tracePt t="28423" x="1816100" y="2603500"/>
          <p14:tracePt t="28440" x="1816100" y="2636838"/>
          <p14:tracePt t="28457" x="1816100" y="2711450"/>
          <p14:tracePt t="28474" x="1833563" y="2794000"/>
          <p14:tracePt t="28490" x="1866900" y="2860675"/>
          <p14:tracePt t="28507" x="1882775" y="2935288"/>
          <p14:tracePt t="28524" x="1898650" y="2968625"/>
          <p14:tracePt t="28540" x="1916113" y="3001963"/>
          <p14:tracePt t="28557" x="1916113" y="3017838"/>
          <p14:tracePt t="28574" x="1931988" y="3035300"/>
          <p14:tracePt t="28590" x="1931988" y="3051175"/>
          <p14:tracePt t="28607" x="1931988" y="3084513"/>
          <p14:tracePt t="28623" x="1982788" y="3151188"/>
          <p14:tracePt t="28640" x="2024063" y="3225800"/>
          <p14:tracePt t="28657" x="2073275" y="3275013"/>
          <p14:tracePt t="28674" x="2106613" y="3325813"/>
          <p14:tracePt t="28690" x="2122488" y="3341688"/>
          <p14:tracePt t="28707" x="2139950" y="3341688"/>
          <p14:tracePt t="28740" x="2173288" y="3359150"/>
          <p14:tracePt t="28757" x="2206625" y="3359150"/>
          <p14:tracePt t="28773" x="2239963" y="3359150"/>
          <p14:tracePt t="28790" x="2263775" y="3359150"/>
          <p14:tracePt t="28807" x="2281238" y="3359150"/>
          <p14:tracePt t="28839" x="2297113" y="3359150"/>
          <p14:tracePt t="28923" x="2314575" y="3359150"/>
          <p14:tracePt t="28956" x="2363788" y="3375025"/>
          <p14:tracePt t="28973" x="2430463" y="3408363"/>
          <p14:tracePt t="28990" x="2497138" y="3449638"/>
          <p14:tracePt t="29007" x="2554288" y="3482975"/>
          <p14:tracePt t="29024" x="2603500" y="3498850"/>
          <p14:tracePt t="29040" x="2620963" y="3516313"/>
          <p14:tracePt t="29073" x="2636838" y="3516313"/>
          <p14:tracePt t="29206" x="2620963" y="3516313"/>
          <p14:tracePt t="29224" x="2571750" y="3498850"/>
          <p14:tracePt t="29240" x="2497138" y="3449638"/>
          <p14:tracePt t="29257" x="2379663" y="3359150"/>
          <p14:tracePt t="29274" x="2281238" y="3275013"/>
          <p14:tracePt t="29290" x="2206625" y="3225800"/>
          <p14:tracePt t="29307" x="2155825" y="3192463"/>
          <p14:tracePt t="29323" x="2122488" y="3167063"/>
          <p14:tracePt t="29340" x="2106613" y="3167063"/>
          <p14:tracePt t="29357" x="2090738" y="3167063"/>
          <p14:tracePt t="29510" x="2106613" y="3167063"/>
          <p14:tracePt t="29525" x="2106613" y="3192463"/>
          <p14:tracePt t="29539" x="2122488" y="3209925"/>
          <p14:tracePt t="29557" x="2139950" y="3225800"/>
          <p14:tracePt t="29589" x="2155825" y="3241675"/>
          <p14:tracePt t="29656" x="2173288" y="3259138"/>
          <p14:tracePt t="29689" x="2206625" y="3275013"/>
          <p14:tracePt t="29707" x="2222500" y="3308350"/>
          <p14:tracePt t="29723" x="2239963" y="3308350"/>
          <p14:tracePt t="29740" x="2263775" y="3341688"/>
          <p14:tracePt t="29757" x="2281238" y="3341688"/>
          <p14:tracePt t="29773" x="2314575" y="3359150"/>
          <p14:tracePt t="29790" x="2330450" y="3375025"/>
          <p14:tracePt t="29807" x="2347913" y="3375025"/>
          <p14:tracePt t="29824" x="2363788" y="3390900"/>
          <p14:tracePt t="29840" x="2379663" y="3408363"/>
          <p14:tracePt t="29857" x="2413000" y="3433763"/>
          <p14:tracePt t="29873" x="2430463" y="3449638"/>
          <p14:tracePt t="29890" x="2446338" y="3467100"/>
          <p14:tracePt t="29907" x="2463800" y="3467100"/>
          <p14:tracePt t="29924" x="2479675" y="3482975"/>
          <p14:tracePt t="29940" x="2497138" y="3482975"/>
          <p14:tracePt t="29957" x="2538413" y="3482975"/>
          <p14:tracePt t="29974" x="2554288" y="3482975"/>
          <p14:tracePt t="29990" x="2571750" y="3482975"/>
          <p14:tracePt t="30007" x="2603500" y="3498850"/>
          <p14:tracePt t="30024" x="2620963" y="3498850"/>
          <p14:tracePt t="30040" x="2636838" y="3498850"/>
          <p14:tracePt t="30073" x="2654300" y="3498850"/>
          <p14:tracePt t="30189" x="2620963" y="3498850"/>
          <p14:tracePt t="30207" x="2587625" y="3482975"/>
          <p14:tracePt t="30224" x="2479675" y="3449638"/>
          <p14:tracePt t="30240" x="2379663" y="3390900"/>
          <p14:tracePt t="30257" x="2297113" y="3375025"/>
          <p14:tracePt t="30274" x="2263775" y="3359150"/>
          <p14:tracePt t="30290" x="2155825" y="3308350"/>
          <p14:tracePt t="30307" x="2106613" y="3308350"/>
          <p14:tracePt t="30324" x="2073275" y="3292475"/>
          <p14:tracePt t="30340" x="2057400" y="3292475"/>
          <p14:tracePt t="30357" x="2024063" y="3275013"/>
          <p14:tracePt t="30373" x="1982788" y="3275013"/>
          <p14:tracePt t="30390" x="1965325" y="3259138"/>
          <p14:tracePt t="30407" x="1949450" y="3259138"/>
          <p14:tracePt t="30423" x="1949450" y="3241675"/>
          <p14:tracePt t="30440" x="1931988" y="3241675"/>
          <p14:tracePt t="30506" x="1949450" y="3241675"/>
          <p14:tracePt t="30539" x="1965325" y="3241675"/>
          <p14:tracePt t="30573" x="1982788" y="3241675"/>
          <p14:tracePt t="30606" x="2006600" y="3241675"/>
          <p14:tracePt t="30624" x="2073275" y="3241675"/>
          <p14:tracePt t="30640" x="2122488" y="3241675"/>
          <p14:tracePt t="30657" x="2173288" y="3241675"/>
          <p14:tracePt t="30674" x="2222500" y="3241675"/>
          <p14:tracePt t="30690" x="2239963" y="3241675"/>
          <p14:tracePt t="30707" x="2263775" y="3241675"/>
          <p14:tracePt t="30723" x="2281238" y="3241675"/>
          <p14:tracePt t="30740" x="2297113" y="3241675"/>
          <p14:tracePt t="30832" x="2314575" y="3241675"/>
          <p14:tracePt t="30873" x="2330450" y="3241675"/>
          <p14:tracePt t="30906" x="2347913" y="3241675"/>
          <p14:tracePt t="30956" x="2363788" y="3241675"/>
          <p14:tracePt t="31374" x="2397125" y="3241675"/>
          <p14:tracePt t="31390" x="2430463" y="3241675"/>
          <p14:tracePt t="31407" x="2538413" y="3225800"/>
          <p14:tracePt t="31423" x="2620963" y="3225800"/>
          <p14:tracePt t="31440" x="2703513" y="3209925"/>
          <p14:tracePt t="31457" x="2811463" y="3209925"/>
          <p14:tracePt t="31474" x="2860675" y="3209925"/>
          <p14:tracePt t="31490" x="2911475" y="3209925"/>
          <p14:tracePt t="31507" x="2960688" y="3209925"/>
          <p14:tracePt t="31523" x="2994025" y="3209925"/>
          <p14:tracePt t="31540" x="3052763" y="3225800"/>
          <p14:tracePt t="31557" x="3101975" y="3241675"/>
          <p14:tracePt t="31573" x="3168650" y="3259138"/>
          <p14:tracePt t="31590" x="3217863" y="3259138"/>
          <p14:tracePt t="31607" x="3267075" y="3275013"/>
          <p14:tracePt t="31623" x="3284538" y="3275013"/>
          <p14:tracePt t="31640" x="3325813" y="3275013"/>
          <p14:tracePt t="31657" x="3341688" y="3292475"/>
          <p14:tracePt t="31689" x="3359150" y="3292475"/>
          <p14:tracePt t="31707" x="3375025" y="3292475"/>
          <p14:tracePt t="31723" x="3408363" y="3292475"/>
          <p14:tracePt t="31740" x="3441700" y="3308350"/>
          <p14:tracePt t="31757" x="3475038" y="3308350"/>
          <p14:tracePt t="31773" x="3508375" y="3308350"/>
          <p14:tracePt t="31790" x="3524250" y="3308350"/>
          <p14:tracePt t="31823" x="3541713" y="3308350"/>
          <p14:tracePt t="31856" x="3557588" y="3308350"/>
          <p14:tracePt t="31889" x="3582988" y="3308350"/>
          <p14:tracePt t="32145" x="3582988" y="3292475"/>
          <p14:tracePt t="32182" x="3598863" y="3292475"/>
          <p14:tracePt t="32251" x="3598863" y="3308350"/>
          <p14:tracePt t="32306" x="3598863" y="3325813"/>
          <p14:tracePt t="32356" x="3598863" y="3341688"/>
          <p14:tracePt t="32623" x="3598863" y="3359150"/>
          <p14:tracePt t="32785" x="3598863" y="3375025"/>
          <p14:tracePt t="33063" x="3598863" y="3359150"/>
          <p14:tracePt t="33074" x="3616325" y="3359150"/>
          <p14:tracePt t="33123" x="3649663" y="3359150"/>
          <p14:tracePt t="33140" x="3683000" y="3359150"/>
          <p14:tracePt t="33157" x="3716338" y="3359150"/>
          <p14:tracePt t="33173" x="3765550" y="3359150"/>
          <p14:tracePt t="33190" x="3798888" y="3375025"/>
          <p14:tracePt t="33207" x="3832225" y="3390900"/>
          <p14:tracePt t="33224" x="3856038" y="3390900"/>
          <p14:tracePt t="33240" x="3873500" y="3390900"/>
          <p14:tracePt t="33257" x="3873500" y="3408363"/>
          <p14:tracePt t="33373" x="3889375" y="3408363"/>
          <p14:tracePt t="33511" x="3889375" y="3433763"/>
          <p14:tracePt t="33607" x="3889375" y="3449638"/>
          <p14:tracePt t="33623" x="3889375" y="3467100"/>
          <p14:tracePt t="33656" x="3906838" y="3498850"/>
          <p14:tracePt t="33673" x="3922713" y="3532188"/>
          <p14:tracePt t="33690" x="3940175" y="3549650"/>
          <p14:tracePt t="33707" x="3973513" y="3582988"/>
          <p14:tracePt t="33723" x="3989388" y="3598863"/>
          <p14:tracePt t="33741" x="3989388" y="3616325"/>
          <p14:tracePt t="33757" x="4005263" y="3632200"/>
          <p14:tracePt t="33773" x="4022725" y="3632200"/>
          <p14:tracePt t="33790" x="4022725" y="3648075"/>
          <p14:tracePt t="33807" x="4038600" y="3690938"/>
          <p14:tracePt t="33824" x="4089400" y="3756025"/>
          <p14:tracePt t="33840" x="4113213" y="3806825"/>
          <p14:tracePt t="34213" x="4130675" y="3806825"/>
          <p14:tracePt t="34224" x="4213225" y="3806825"/>
          <p14:tracePt t="34240" x="4313238" y="3773488"/>
          <p14:tracePt t="34257" x="4645025" y="3706813"/>
          <p14:tracePt t="34274" x="5357813" y="3549650"/>
          <p14:tracePt t="34290" x="5954713" y="3433763"/>
          <p14:tracePt t="34307" x="6677025" y="3292475"/>
          <p14:tracePt t="34323" x="7224713" y="3151188"/>
          <p14:tracePt t="34340" x="7531100" y="3084513"/>
          <p14:tracePt t="34357" x="7945438" y="2986088"/>
          <p14:tracePt t="34374" x="8153400" y="2911475"/>
          <p14:tracePt t="34390" x="8542338" y="2811463"/>
          <p14:tracePt t="34407" x="8866188" y="2744788"/>
          <p14:tracePt t="34424" x="9197975" y="2678113"/>
          <p14:tracePt t="34440" x="9347200" y="2603500"/>
          <p14:tracePt t="34457" x="9504363" y="2554288"/>
          <p14:tracePt t="34474" x="9588500" y="2505075"/>
          <p14:tracePt t="34490" x="9653588" y="2454275"/>
          <p14:tracePt t="34507" x="9678988" y="2438400"/>
          <p14:tracePt t="34524" x="9712325" y="2397125"/>
          <p14:tracePt t="34540" x="9828213" y="2297113"/>
          <p14:tracePt t="34557" x="9894888" y="2230438"/>
          <p14:tracePt t="34573" x="9969500" y="2181225"/>
          <p14:tracePt t="34590" x="9985375" y="2163763"/>
          <p14:tracePt t="34607" x="10018713" y="2139950"/>
          <p14:tracePt t="34623" x="10036175" y="2122488"/>
          <p14:tracePt t="34751" x="10036175" y="2139950"/>
          <p14:tracePt t="34873" x="10018713" y="2139950"/>
          <p14:tracePt t="34890" x="10018713" y="2163763"/>
          <p14:tracePt t="34907" x="10002838" y="2163763"/>
          <p14:tracePt t="34939" x="9985375" y="2163763"/>
          <p14:tracePt t="34973" x="9969500" y="2139950"/>
          <p14:tracePt t="34990" x="9928225" y="2122488"/>
          <p14:tracePt t="35007" x="9861550" y="2039938"/>
          <p14:tracePt t="35024" x="9745663" y="1898650"/>
          <p14:tracePt t="35040" x="9712325" y="1849438"/>
          <p14:tracePt t="35057" x="9637713" y="1766888"/>
          <p14:tracePt t="35073" x="9571038" y="1682750"/>
          <p14:tracePt t="35090" x="9521825" y="1625600"/>
          <p14:tracePt t="35107" x="9504363" y="1592263"/>
          <p14:tracePt t="35124" x="9488488" y="1576388"/>
          <p14:tracePt t="35140" x="9471025" y="1558925"/>
          <p14:tracePt t="35157" x="9455150" y="1543050"/>
          <p14:tracePt t="35174" x="9437688" y="1525588"/>
          <p14:tracePt t="35206" x="9421813" y="1509713"/>
          <p14:tracePt t="35474" x="9421813" y="1525588"/>
          <p14:tracePt t="35523" x="9421813" y="1543050"/>
          <p14:tracePt t="35573" x="9421813" y="1558925"/>
          <p14:tracePt t="35606" x="9421813" y="1576388"/>
          <p14:tracePt t="37362" x="9421813" y="1592263"/>
          <p14:tracePt t="37374" x="9421813" y="1608138"/>
          <p14:tracePt t="37390" x="9396413" y="1666875"/>
          <p14:tracePt t="37407" x="9380538" y="1716088"/>
          <p14:tracePt t="37423" x="9347200" y="1782763"/>
          <p14:tracePt t="37440" x="9280525" y="1898650"/>
          <p14:tracePt t="37457" x="9213850" y="2024063"/>
          <p14:tracePt t="37474" x="9123363" y="2139950"/>
          <p14:tracePt t="37490" x="9040813" y="2263775"/>
          <p14:tracePt t="37507" x="8956675" y="2379663"/>
          <p14:tracePt t="37523" x="8832850" y="2505075"/>
          <p14:tracePt t="37540" x="8716963" y="2636838"/>
          <p14:tracePt t="37557" x="8634413" y="2744788"/>
          <p14:tracePt t="37574" x="8526463" y="2844800"/>
          <p14:tracePt t="37590" x="8509000" y="2878138"/>
          <p14:tracePt t="37607" x="8426450" y="2952750"/>
          <p14:tracePt t="37623" x="8335963" y="3051175"/>
          <p14:tracePt t="37640" x="8218488" y="3209925"/>
          <p14:tracePt t="37657" x="8061325" y="3449638"/>
          <p14:tracePt t="37673" x="7962900" y="3632200"/>
          <p14:tracePt t="37690" x="7862888" y="3871913"/>
          <p14:tracePt t="37707" x="7788275" y="4030663"/>
          <p14:tracePt t="37723" x="7754938" y="4162425"/>
          <p14:tracePt t="37740" x="7737475" y="4221163"/>
          <p14:tracePt t="37757" x="7737475" y="4270375"/>
          <p14:tracePt t="37774" x="7737475" y="4303713"/>
          <p14:tracePt t="37790" x="7737475" y="4321175"/>
          <p14:tracePt t="38157" x="7754938" y="4321175"/>
          <p14:tracePt t="38174" x="7896225" y="4321175"/>
          <p14:tracePt t="38190" x="8045450" y="4303713"/>
          <p14:tracePt t="38207" x="8335963" y="4237038"/>
          <p14:tracePt t="38223" x="8716963" y="4162425"/>
          <p14:tracePt t="38240" x="8956675" y="4097338"/>
          <p14:tracePt t="38257" x="9074150" y="4079875"/>
          <p14:tracePt t="38273" x="9247188" y="4030663"/>
          <p14:tracePt t="38290" x="9380538" y="3979863"/>
          <p14:tracePt t="38307" x="9455150" y="3963988"/>
          <p14:tracePt t="38323" x="9488488" y="3946525"/>
          <p14:tracePt t="38340" x="9504363" y="3922713"/>
          <p14:tracePt t="38357" x="9521825" y="3922713"/>
          <p14:tracePt t="38374" x="9537700" y="3922713"/>
          <p14:tracePt t="38506" x="9504363" y="3922713"/>
          <p14:tracePt t="38524" x="9471025" y="3946525"/>
          <p14:tracePt t="38539" x="9380538" y="3946525"/>
          <p14:tracePt t="38557" x="9105900" y="3946525"/>
          <p14:tracePt t="38573" x="9023350" y="3946525"/>
          <p14:tracePt t="38590" x="8750300" y="3946525"/>
          <p14:tracePt t="38607" x="8650288" y="3946525"/>
          <p14:tracePt t="38624" x="8526463" y="3946525"/>
          <p14:tracePt t="38640" x="8459788" y="3946525"/>
          <p14:tracePt t="38657" x="8426450" y="3946525"/>
          <p14:tracePt t="38673" x="8377238" y="3946525"/>
          <p14:tracePt t="38690" x="8335963" y="3946525"/>
          <p14:tracePt t="38707" x="8318500" y="3946525"/>
          <p14:tracePt t="38723" x="8302625" y="3946525"/>
          <p14:tracePt t="38768" x="8302625" y="3922713"/>
          <p14:tracePt t="39023" x="8318500" y="3922713"/>
          <p14:tracePt t="39073" x="8335963" y="3922713"/>
          <p14:tracePt t="39106" x="8359775" y="3922713"/>
          <p14:tracePt t="39123" x="8377238" y="3922713"/>
          <p14:tracePt t="39140" x="8410575" y="3922713"/>
          <p14:tracePt t="39157" x="8443913" y="3946525"/>
          <p14:tracePt t="39173" x="8493125" y="3979863"/>
          <p14:tracePt t="39190" x="8526463" y="4013200"/>
          <p14:tracePt t="39207" x="8542338" y="4030663"/>
          <p14:tracePt t="39223" x="8575675" y="4046538"/>
          <p14:tracePt t="39240" x="8593138" y="4064000"/>
          <p14:tracePt t="39273" x="8609013" y="4079875"/>
          <p14:tracePt t="39306" x="8634413" y="4097338"/>
          <p14:tracePt t="39339" x="8650288" y="4097338"/>
          <p14:tracePt t="39357" x="8650288" y="4113213"/>
          <p14:tracePt t="39641" x="8667750" y="4113213"/>
          <p14:tracePt t="39689" x="8683625" y="4097338"/>
          <p14:tracePt t="39707" x="8699500" y="4079875"/>
          <p14:tracePt t="39723" x="8750300" y="4064000"/>
          <p14:tracePt t="39740" x="8866188" y="3997325"/>
          <p14:tracePt t="39757" x="8974138" y="3963988"/>
          <p14:tracePt t="39773" x="9074150" y="3889375"/>
          <p14:tracePt t="39790" x="9164638" y="3856038"/>
          <p14:tracePt t="39807" x="9247188" y="3806825"/>
          <p14:tracePt t="39823" x="9280525" y="3789363"/>
          <p14:tracePt t="39840" x="9363075" y="3740150"/>
          <p14:tracePt t="39857" x="9471025" y="3665538"/>
          <p14:tracePt t="39873" x="9537700" y="3632200"/>
          <p14:tracePt t="39890" x="9604375" y="3582988"/>
          <p14:tracePt t="39907" x="9678988" y="3532188"/>
          <p14:tracePt t="39923" x="9728200" y="3498850"/>
          <p14:tracePt t="39940" x="9779000" y="3467100"/>
          <p14:tracePt t="39957" x="9812338" y="3433763"/>
          <p14:tracePt t="39973" x="9828213" y="3408363"/>
          <p14:tracePt t="40006" x="9844088" y="3390900"/>
          <p14:tracePt t="40367" x="9828213" y="3390900"/>
          <p14:tracePt t="40624" x="9828213" y="3375025"/>
          <p14:tracePt t="40685" x="9812338" y="3375025"/>
          <p14:tracePt t="40909" x="9812338" y="3390900"/>
          <p14:tracePt t="40924" x="9794875" y="3390900"/>
          <p14:tracePt t="40940" x="9779000" y="3408363"/>
          <p14:tracePt t="40957" x="9761538" y="3433763"/>
          <p14:tracePt t="40989" x="9745663" y="3449638"/>
          <p14:tracePt t="41023" x="9745663" y="3467100"/>
          <p14:tracePt t="41040" x="9728200" y="3467100"/>
          <p14:tracePt t="41906" x="9728200" y="3449638"/>
          <p14:tracePt t="42076" x="9728200" y="3467100"/>
          <p14:tracePt t="42106" x="9712325" y="3467100"/>
          <p14:tracePt t="42123" x="9712325" y="3482975"/>
          <p14:tracePt t="42156" x="9712325" y="3498850"/>
          <p14:tracePt t="42189" x="9694863" y="3498850"/>
          <p14:tracePt t="42256" x="9678988" y="3498850"/>
          <p14:tracePt t="42306" x="9653588" y="3498850"/>
          <p14:tracePt t="42323" x="9637713" y="3498850"/>
          <p14:tracePt t="42406" x="9620250" y="3498850"/>
          <p14:tracePt t="42663" x="9637713" y="3482975"/>
          <p14:tracePt t="42723" x="9637713" y="3467100"/>
          <p14:tracePt t="42740" x="9653588" y="3449638"/>
          <p14:tracePt t="42789" x="9653588" y="3433763"/>
          <p14:tracePt t="42807" x="9653588" y="3408363"/>
          <p14:tracePt t="42856" x="9653588" y="3390900"/>
          <p14:tracePt t="43156" x="9653588" y="3375025"/>
          <p14:tracePt t="43189" x="9653588" y="3341688"/>
          <p14:tracePt t="43207" x="9653588" y="3325813"/>
          <p14:tracePt t="43239" x="9653588" y="3292475"/>
          <p14:tracePt t="43257" x="9653588" y="3275013"/>
          <p14:tracePt t="43273" x="9653588" y="3259138"/>
          <p14:tracePt t="43290" x="9653588" y="3225800"/>
          <p14:tracePt t="43307" x="9637713" y="3192463"/>
          <p14:tracePt t="43323" x="9604375" y="3151188"/>
          <p14:tracePt t="43340" x="9588500" y="3117850"/>
          <p14:tracePt t="43357" x="9555163" y="3084513"/>
          <p14:tracePt t="43374" x="9537700" y="3051175"/>
          <p14:tracePt t="43390" x="9504363" y="3001963"/>
          <p14:tracePt t="43407" x="9455150" y="2935288"/>
          <p14:tracePt t="43423" x="9421813" y="2860675"/>
          <p14:tracePt t="43440" x="9363075" y="2794000"/>
          <p14:tracePt t="43457" x="9331325" y="2711450"/>
          <p14:tracePt t="43474" x="9297988" y="2654300"/>
          <p14:tracePt t="43490" x="9264650" y="2587625"/>
          <p14:tracePt t="43507" x="9231313" y="2536825"/>
          <p14:tracePt t="43523" x="9231313" y="2505075"/>
          <p14:tracePt t="43540" x="9213850" y="2471738"/>
          <p14:tracePt t="43557" x="9213850" y="2454275"/>
          <p14:tracePt t="43589" x="9197975" y="2454275"/>
          <p14:tracePt t="43678" x="9197975" y="2438400"/>
          <p14:tracePt t="43834" x="9197975" y="2454275"/>
          <p14:tracePt t="43873" x="9197975" y="2471738"/>
          <p14:tracePt t="43890" x="9197975" y="2487613"/>
          <p14:tracePt t="43907" x="9197975" y="2505075"/>
          <p14:tracePt t="43939" x="9182100" y="2520950"/>
          <p14:tracePt t="43957" x="9182100" y="2554288"/>
          <p14:tracePt t="43973" x="9182100" y="2587625"/>
          <p14:tracePt t="43990" x="9182100" y="2636838"/>
          <p14:tracePt t="44007" x="9197975" y="2711450"/>
          <p14:tracePt t="44023" x="9197975" y="2778125"/>
          <p14:tracePt t="44040" x="9213850" y="2827338"/>
          <p14:tracePt t="44057" x="9231313" y="2860675"/>
          <p14:tracePt t="44073" x="9231313" y="2878138"/>
          <p14:tracePt t="44090" x="9231313" y="2894013"/>
          <p14:tracePt t="44123" x="9231313" y="2911475"/>
          <p14:tracePt t="44217" x="9231313" y="2935288"/>
          <p14:tracePt t="44241" x="9247188" y="2935288"/>
          <p14:tracePt t="44273" x="9247188" y="2952750"/>
          <p14:tracePt t="44306" x="9247188" y="2968625"/>
          <p14:tracePt t="44339" x="9247188" y="2986088"/>
          <p14:tracePt t="44357" x="9264650" y="2986088"/>
          <p14:tracePt t="44389" x="9280525" y="2986088"/>
          <p14:tracePt t="44439" x="9297988" y="2986088"/>
          <p14:tracePt t="44457" x="9313863" y="2986088"/>
          <p14:tracePt t="44474" x="9331325" y="2986088"/>
          <p14:tracePt t="44490" x="9396413" y="2986088"/>
          <p14:tracePt t="44507" x="9504363" y="3001963"/>
          <p14:tracePt t="44523" x="9571038" y="3001963"/>
          <p14:tracePt t="44540" x="9694863" y="3051175"/>
          <p14:tracePt t="44557" x="9779000" y="3084513"/>
          <p14:tracePt t="44574" x="9844088" y="3135313"/>
          <p14:tracePt t="44590" x="9877425" y="3151188"/>
          <p14:tracePt t="44607" x="9928225" y="3167063"/>
          <p14:tracePt t="44623" x="9952038" y="3192463"/>
          <p14:tracePt t="44640" x="9969500" y="3209925"/>
          <p14:tracePt t="44657" x="10002838" y="3241675"/>
          <p14:tracePt t="44673" x="10018713" y="3259138"/>
          <p14:tracePt t="44690" x="10018713" y="3275013"/>
          <p14:tracePt t="44707" x="10036175" y="3292475"/>
          <p14:tracePt t="44723" x="10036175" y="3308350"/>
          <p14:tracePt t="44740" x="10036175" y="3325813"/>
          <p14:tracePt t="44773" x="10036175" y="3341688"/>
          <p14:tracePt t="44790" x="10018713" y="3341688"/>
          <p14:tracePt t="44807" x="9985375" y="3359150"/>
          <p14:tracePt t="44823" x="9910763" y="3390900"/>
          <p14:tracePt t="44840" x="9779000" y="3408363"/>
          <p14:tracePt t="44857" x="9588500" y="3408363"/>
          <p14:tracePt t="44873" x="9437688" y="3408363"/>
          <p14:tracePt t="44890" x="9363075" y="3408363"/>
          <p14:tracePt t="44907" x="9264650" y="3408363"/>
          <p14:tracePt t="44923" x="9182100" y="3408363"/>
          <p14:tracePt t="44940" x="9164638" y="3408363"/>
          <p14:tracePt t="45023" x="9164638" y="3390900"/>
          <p14:tracePt t="45056" x="9182100" y="3390900"/>
          <p14:tracePt t="45073" x="9213850" y="3375025"/>
          <p14:tracePt t="45457" x="9197975" y="3375025"/>
          <p14:tracePt t="45473" x="9164638" y="3390900"/>
          <p14:tracePt t="45490" x="9007475" y="3482975"/>
          <p14:tracePt t="45507" x="8940800" y="3532188"/>
          <p14:tracePt t="45523" x="8783638" y="3616325"/>
          <p14:tracePt t="45540" x="8609013" y="3722688"/>
          <p14:tracePt t="45557" x="8443913" y="3840163"/>
          <p14:tracePt t="45573" x="8335963" y="3889375"/>
          <p14:tracePt t="45590" x="8135938" y="3997325"/>
          <p14:tracePt t="45607" x="7978775" y="4064000"/>
          <p14:tracePt t="45623" x="7912100" y="4097338"/>
          <p14:tracePt t="45640" x="7754938" y="4162425"/>
          <p14:tracePt t="45657" x="7721600" y="4203700"/>
          <p14:tracePt t="45673" x="7639050" y="4254500"/>
          <p14:tracePt t="45690" x="7605713" y="4270375"/>
          <p14:tracePt t="45707" x="7531100" y="4321175"/>
          <p14:tracePt t="45723" x="7464425" y="4403725"/>
          <p14:tracePt t="45740" x="7381875" y="4527550"/>
          <p14:tracePt t="45757" x="7348538" y="4610100"/>
          <p14:tracePt t="45773" x="7207250" y="4818063"/>
          <p14:tracePt t="45790" x="7124700" y="4992688"/>
          <p14:tracePt t="45807" x="7091363" y="5108575"/>
          <p14:tracePt t="45824" x="6999288" y="5265738"/>
          <p14:tracePt t="45840" x="6950075" y="5365750"/>
          <p14:tracePt t="45857" x="6934200" y="5414963"/>
          <p14:tracePt t="45873" x="6900863" y="5489575"/>
          <p14:tracePt t="45890" x="6883400" y="5522913"/>
          <p14:tracePt t="45923" x="6883400" y="5538788"/>
          <p14:tracePt t="45956" x="6934200" y="5473700"/>
          <p14:tracePt t="46856" x="6950075" y="5473700"/>
          <p14:tracePt t="46874" x="6967538" y="5473700"/>
          <p14:tracePt t="46890" x="7016750" y="5473700"/>
          <p14:tracePt t="46907" x="7058025" y="5473700"/>
          <p14:tracePt t="46923" x="7073900" y="5473700"/>
          <p14:tracePt t="46940" x="7107238" y="5473700"/>
          <p14:tracePt t="46957" x="7124700" y="5489575"/>
          <p14:tracePt t="46973" x="7158038" y="5489575"/>
          <p14:tracePt t="46990" x="7191375" y="5489575"/>
          <p14:tracePt t="47007" x="7207250" y="5489575"/>
          <p14:tracePt t="47023" x="7224713" y="5507038"/>
          <p14:tracePt t="47040" x="7240588" y="5507038"/>
          <p14:tracePt t="47057" x="7273925" y="5507038"/>
          <p14:tracePt t="47073" x="7299325" y="5507038"/>
          <p14:tracePt t="47090" x="7331075" y="5507038"/>
          <p14:tracePt t="47107" x="7364413" y="5507038"/>
          <p14:tracePt t="47123" x="7431088" y="5507038"/>
          <p14:tracePt t="47140" x="7513638" y="5507038"/>
          <p14:tracePt t="47157" x="7531100" y="5507038"/>
          <p14:tracePt t="47173" x="7588250" y="5507038"/>
          <p14:tracePt t="47190" x="7605713" y="5507038"/>
          <p14:tracePt t="47223" x="7621588" y="5507038"/>
          <p14:tracePt t="47443" x="7639050" y="5507038"/>
          <p14:tracePt t="47474" x="7639050" y="5489575"/>
          <p14:tracePt t="47490" x="7654925" y="5489575"/>
          <p14:tracePt t="47507" x="7672388" y="5489575"/>
          <p14:tracePt t="47523" x="7672388" y="5473700"/>
          <p14:tracePt t="47540" x="7688263" y="5473700"/>
          <p14:tracePt t="47573" x="7705725" y="5448300"/>
          <p14:tracePt t="52341" x="7721600" y="5448300"/>
          <p14:tracePt t="52357" x="7770813" y="5448300"/>
          <p14:tracePt t="52374" x="7929563" y="5448300"/>
          <p14:tracePt t="52390" x="8102600" y="5448300"/>
          <p14:tracePt t="52406" x="8169275" y="5448300"/>
          <p14:tracePt t="52423" x="8302625" y="5473700"/>
          <p14:tracePt t="52440" x="8542338" y="5489575"/>
          <p14:tracePt t="52457" x="8799513" y="5522913"/>
          <p14:tracePt t="52474" x="8924925" y="5522913"/>
          <p14:tracePt t="52490" x="9105900" y="5522913"/>
          <p14:tracePt t="52507" x="9197975" y="5522913"/>
          <p14:tracePt t="52523" x="9264650" y="5522913"/>
          <p14:tracePt t="52540" x="9347200" y="5522913"/>
          <p14:tracePt t="52557" x="9396413" y="5522913"/>
          <p14:tracePt t="52573" x="9455150" y="5522913"/>
          <p14:tracePt t="52590" x="9488488" y="5522913"/>
          <p14:tracePt t="52607" x="9504363" y="5522913"/>
          <p14:tracePt t="52623" x="9537700" y="5522913"/>
          <p14:tracePt t="52640" x="9678988" y="5522913"/>
          <p14:tracePt t="52657" x="9728200" y="5522913"/>
          <p14:tracePt t="52673" x="9779000" y="5522913"/>
          <p14:tracePt t="52690" x="9861550" y="5522913"/>
          <p14:tracePt t="52706" x="9952038" y="5522913"/>
          <p14:tracePt t="52723" x="9969500" y="5522913"/>
          <p14:tracePt t="52740" x="10036175" y="5522913"/>
          <p14:tracePt t="52757" x="10085388" y="5522913"/>
          <p14:tracePt t="52773" x="10101263" y="5522913"/>
          <p14:tracePt t="52790" x="10118725" y="5522913"/>
          <p14:tracePt t="52823" x="10134600" y="5522913"/>
          <p14:tracePt t="53120" x="10134600" y="5507038"/>
          <p14:tracePt t="53132" x="10226675" y="5448300"/>
          <p14:tracePt t="53140" x="10293350" y="5414963"/>
          <p14:tracePt t="53157" x="10358438" y="5365750"/>
          <p14:tracePt t="53173" x="10425113" y="5314950"/>
          <p14:tracePt t="53190" x="10566400" y="5232400"/>
          <p14:tracePt t="53207" x="10648950" y="5191125"/>
          <p14:tracePt t="53223" x="10666413" y="5175250"/>
          <p14:tracePt t="53240" x="10774363" y="5124450"/>
          <p14:tracePt t="53257" x="10856913" y="5075238"/>
          <p14:tracePt t="53273" x="10890250" y="5057775"/>
          <p14:tracePt t="53290" x="10939463" y="5057775"/>
          <p14:tracePt t="53307" x="10972800" y="5041900"/>
          <p14:tracePt t="53323" x="11014075" y="5041900"/>
          <p14:tracePt t="53340" x="11031538" y="5041900"/>
          <p14:tracePt t="53373" x="11047413" y="5041900"/>
          <p14:tracePt t="53556" x="11047413" y="5057775"/>
          <p14:tracePt t="53606" x="11047413" y="5075238"/>
          <p14:tracePt t="53623" x="11047413" y="5091113"/>
          <p14:tracePt t="53640" x="11047413" y="5108575"/>
          <p14:tracePt t="53657" x="11047413" y="5157788"/>
          <p14:tracePt t="53673" x="11047413" y="5216525"/>
          <p14:tracePt t="53690" x="11047413" y="5249863"/>
          <p14:tracePt t="53707" x="11047413" y="5265738"/>
          <p14:tracePt t="53723" x="11047413" y="5281613"/>
          <p14:tracePt t="53756" x="11047413" y="5299075"/>
          <p14:tracePt t="53858" x="11063288" y="5299075"/>
          <p14:tracePt t="54168" x="11047413" y="5299075"/>
          <p14:tracePt t="54180" x="10988675" y="5299075"/>
          <p14:tracePt t="54190" x="10956925" y="5332413"/>
          <p14:tracePt t="54207" x="10906125" y="5348288"/>
          <p14:tracePt t="54223" x="10856913" y="5365750"/>
          <p14:tracePt t="54240" x="10699750" y="5414963"/>
          <p14:tracePt t="54257" x="10582275" y="5448300"/>
          <p14:tracePt t="54273" x="10391775" y="5522913"/>
          <p14:tracePt t="54290" x="10293350" y="5538788"/>
          <p14:tracePt t="54307" x="10209213" y="5572125"/>
          <p14:tracePt t="54323" x="10052050" y="5605463"/>
          <p14:tracePt t="54340" x="9952038" y="5622925"/>
          <p14:tracePt t="54357" x="9861550" y="5638800"/>
          <p14:tracePt t="54373" x="9812338" y="5638800"/>
          <p14:tracePt t="54390" x="9761538" y="5656263"/>
          <p14:tracePt t="54407" x="9728200" y="5656263"/>
          <p14:tracePt t="54423" x="9694863" y="5656263"/>
          <p14:tracePt t="54440" x="9637713" y="5656263"/>
          <p14:tracePt t="54457" x="9604375" y="5656263"/>
          <p14:tracePt t="54474" x="9588500" y="5656263"/>
          <p14:tracePt t="54490" x="9571038" y="5656263"/>
          <p14:tracePt t="54507" x="9537700" y="5656263"/>
          <p14:tracePt t="54523" x="9521825" y="5656263"/>
          <p14:tracePt t="54540" x="9504363" y="5656263"/>
          <p14:tracePt t="54557" x="9488488" y="5656263"/>
          <p14:tracePt t="54573" x="9471025" y="5656263"/>
          <p14:tracePt t="54877" x="9471025" y="5672138"/>
          <p14:tracePt t="54890" x="9455150" y="5672138"/>
          <p14:tracePt t="54907" x="9437688" y="5688013"/>
          <p14:tracePt t="54923" x="9363075" y="5746750"/>
          <p14:tracePt t="54940" x="9347200" y="5780088"/>
          <p14:tracePt t="54957" x="9297988" y="5813425"/>
          <p14:tracePt t="54973" x="9247188" y="5829300"/>
          <p14:tracePt t="54990" x="9231313" y="5846763"/>
          <p14:tracePt t="55006" x="9213850" y="5862638"/>
          <p14:tracePt t="55023" x="9197975" y="5862638"/>
          <p14:tracePt t="55040" x="9197975" y="5880100"/>
          <p14:tracePt t="55506" x="9182100" y="5880100"/>
          <p14:tracePt t="55524" x="9148763" y="5880100"/>
          <p14:tracePt t="55539" x="9123363" y="5862638"/>
          <p14:tracePt t="55557" x="9074150" y="5846763"/>
          <p14:tracePt t="55573" x="9040813" y="5829300"/>
          <p14:tracePt t="55590" x="8974138" y="5795963"/>
          <p14:tracePt t="55607" x="8940800" y="5780088"/>
          <p14:tracePt t="55623" x="8891588" y="5762625"/>
          <p14:tracePt t="55640" x="8866188" y="5746750"/>
          <p14:tracePt t="55657" x="8816975" y="5705475"/>
          <p14:tracePt t="55673" x="8783638" y="5688013"/>
          <p14:tracePt t="55706" x="8766175" y="5672138"/>
          <p14:tracePt t="55739" x="8750300" y="5672138"/>
          <p14:tracePt t="55779" x="8732838" y="5672138"/>
          <p14:tracePt t="55897" x="8716963" y="5672138"/>
          <p14:tracePt t="55922" x="8699500" y="5672138"/>
          <p14:tracePt t="55940" x="8683625" y="5672138"/>
          <p14:tracePt t="55957" x="8634413" y="5672138"/>
          <p14:tracePt t="55973" x="8609013" y="5672138"/>
          <p14:tracePt t="55990" x="8559800" y="5672138"/>
          <p14:tracePt t="56007" x="8542338" y="5656263"/>
          <p14:tracePt t="56023" x="8509000" y="5656263"/>
          <p14:tracePt t="56056" x="8493125" y="5656263"/>
          <p14:tracePt t="56073" x="8475663" y="5656263"/>
          <p14:tracePt t="56090" x="8459788" y="5638800"/>
          <p14:tracePt t="56123" x="8443913" y="5638800"/>
          <p14:tracePt t="56173" x="8426450" y="5622925"/>
          <p14:tracePt t="56509" x="8443913" y="5622925"/>
          <p14:tracePt t="59222" x="8459788" y="5622925"/>
          <p14:tracePt t="59240" x="8475663" y="5622925"/>
          <p14:tracePt t="59257" x="8509000" y="5638800"/>
          <p14:tracePt t="59273" x="8575675" y="5688013"/>
          <p14:tracePt t="59290" x="8667750" y="5705475"/>
          <p14:tracePt t="59306" x="8766175" y="5780088"/>
          <p14:tracePt t="59323" x="8866188" y="5829300"/>
          <p14:tracePt t="59340" x="8940800" y="5880100"/>
          <p14:tracePt t="59357" x="8974138" y="5895975"/>
          <p14:tracePt t="59373" x="8990013" y="5895975"/>
          <p14:tracePt t="59390" x="9007475" y="5911850"/>
          <p14:tracePt t="59406" x="9023350" y="5911850"/>
          <p14:tracePt t="59532" x="9040813" y="5911850"/>
          <p14:tracePt t="59589" x="9074150" y="5911850"/>
          <p14:tracePt t="62916" x="9074150" y="5945188"/>
          <p14:tracePt t="62924" x="9090025" y="5962650"/>
          <p14:tracePt t="62940" x="9105900" y="6003925"/>
          <p14:tracePt t="62957" x="9123363" y="6053138"/>
          <p14:tracePt t="62973" x="9148763" y="6119813"/>
          <p14:tracePt t="62990" x="9148763" y="6137275"/>
          <p14:tracePt t="63007" x="9164638" y="6169025"/>
          <p14:tracePt t="63023" x="9164638" y="6227763"/>
          <p14:tracePt t="63040" x="9182100" y="6243638"/>
          <p14:tracePt t="63057" x="9182100" y="6276975"/>
          <p14:tracePt t="63073" x="9182100" y="6294438"/>
          <p14:tracePt t="63090" x="9182100" y="6327775"/>
          <p14:tracePt t="63107" x="9197975" y="6361113"/>
          <p14:tracePt t="63123" x="9197975" y="6392863"/>
          <p14:tracePt t="63140" x="9213850" y="6426200"/>
          <p14:tracePt t="63157" x="9213850" y="6459538"/>
          <p14:tracePt t="63173" x="9231313" y="6500813"/>
          <p14:tracePt t="63190" x="9231313" y="6518275"/>
          <p14:tracePt t="63272" x="9247188" y="6534150"/>
          <p14:tracePt t="63290" x="9264650" y="6534150"/>
          <p14:tracePt t="63307" x="9297988" y="6551613"/>
          <p14:tracePt t="63323" x="9331325" y="6567488"/>
          <p14:tracePt t="63340" x="9347200" y="6584950"/>
          <p14:tracePt t="63357" x="9380538" y="6584950"/>
          <p14:tracePt t="63373" x="9396413" y="6600825"/>
          <p14:tracePt t="63390" x="9421813" y="6600825"/>
          <p14:tracePt t="63407" x="9455150" y="6618288"/>
          <p14:tracePt t="63423" x="9471025" y="6618288"/>
          <p14:tracePt t="63440" x="9488488" y="6634163"/>
          <p14:tracePt t="63457" x="9504363" y="6634163"/>
          <p14:tracePt t="63473" x="9504363" y="6650038"/>
          <p14:tracePt t="63490" x="9521825" y="6650038"/>
          <p14:tracePt t="63507" x="9521825" y="6667500"/>
          <p14:tracePt t="63523" x="9537700" y="6683375"/>
          <p14:tracePt t="63540" x="9555163" y="6700838"/>
          <p14:tracePt t="63557" x="9571038" y="6700838"/>
          <p14:tracePt t="63589" x="9571038" y="6716713"/>
          <p14:tracePt t="63606" x="9588500" y="6716713"/>
          <p14:tracePt t="63752" x="9588500" y="6742113"/>
          <p14:tracePt t="64239" x="9555163" y="6742113"/>
          <p14:tracePt t="64257" x="9455150" y="6700838"/>
          <p14:tracePt t="64273" x="9313863" y="6634163"/>
          <p14:tracePt t="64290" x="8907463" y="6392863"/>
          <p14:tracePt t="64307" x="8302625" y="6037263"/>
          <p14:tracePt t="64323" x="7770813" y="5780088"/>
          <p14:tracePt t="64340" x="6916738" y="5365750"/>
          <p14:tracePt t="64356" x="6561138" y="5232400"/>
          <p14:tracePt t="64373" x="5599113" y="4851400"/>
          <p14:tracePt t="64390" x="4984750" y="4560888"/>
          <p14:tracePt t="64406" x="4645025" y="4352925"/>
          <p14:tracePt t="64423" x="4486275" y="4203700"/>
          <p14:tracePt t="64440" x="4262438" y="3889375"/>
          <p14:tracePt t="64457" x="4164013" y="3616325"/>
          <p14:tracePt t="64906" x="4164013" y="3598863"/>
          <p14:tracePt t="64923" x="4164013" y="3565525"/>
          <p14:tracePt t="64940" x="4197350" y="3241675"/>
          <p14:tracePt t="64957" x="4262438" y="3017838"/>
          <p14:tracePt t="64973" x="4313238" y="2811463"/>
          <p14:tracePt t="64990" x="4387850" y="2554288"/>
          <p14:tracePt t="65006" x="4470400" y="2263775"/>
          <p14:tracePt t="65023" x="4519613" y="2055813"/>
          <p14:tracePt t="65040" x="4552950" y="1865313"/>
          <p14:tracePt t="65057" x="4570413" y="1716088"/>
          <p14:tracePt t="65073" x="4586288" y="1576388"/>
          <p14:tracePt t="65090" x="4586288" y="1443038"/>
          <p14:tracePt t="65107" x="4586288" y="1252538"/>
          <p14:tracePt t="65123" x="4570413" y="1028700"/>
          <p14:tracePt t="65140" x="4519613" y="820738"/>
          <p14:tracePt t="65157" x="4486275" y="720725"/>
          <p14:tracePt t="65173" x="4454525" y="596900"/>
          <p14:tracePt t="65190" x="4421188" y="530225"/>
          <p14:tracePt t="65206" x="4421188" y="496888"/>
          <p14:tracePt t="65223" x="4403725" y="465138"/>
          <p14:tracePt t="65256" x="4403725" y="447675"/>
          <p14:tracePt t="65273" x="4387850" y="447675"/>
          <p14:tracePt t="65302" x="4387850" y="465138"/>
          <p14:tracePt t="65555" x="4387850" y="431800"/>
          <p14:tracePt t="65573" x="4421188" y="257175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0E531-058E-D0F0-D8D9-6251CD9C5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EC09F-5D04-BFC6-57DE-2EA2D5870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ko-KR" b="1" dirty="0"/>
              <a:t>4. </a:t>
            </a:r>
            <a:r>
              <a:rPr lang="en-US" altLang="ko-KR" b="1" dirty="0" err="1"/>
              <a:t>AIMer</a:t>
            </a:r>
            <a:r>
              <a:rPr lang="en-US" altLang="ko-KR" b="1" dirty="0"/>
              <a:t> </a:t>
            </a:r>
            <a:r>
              <a:rPr lang="ko-KR" altLang="ko-KR" b="1" dirty="0"/>
              <a:t>최적화 포인트</a:t>
            </a:r>
            <a:endParaRPr kumimoji="1"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A1C2FF-88E5-A085-DA00-C9CDAA7CE6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398670"/>
          </a:xfrm>
        </p:spPr>
        <p:txBody>
          <a:bodyPr>
            <a:normAutofit/>
          </a:bodyPr>
          <a:lstStyle/>
          <a:p>
            <a:r>
              <a:rPr kumimoji="1" lang="en-US" altLang="ko-KR" sz="2400" dirty="0"/>
              <a:t>Intel AVX-512 </a:t>
            </a:r>
            <a:r>
              <a:rPr kumimoji="1" lang="ko-KR" altLang="en-US" sz="2400" dirty="0"/>
              <a:t>기반 </a:t>
            </a:r>
            <a:r>
              <a:rPr kumimoji="1" lang="en-US" altLang="ko-KR" sz="2400" dirty="0"/>
              <a:t>Keccak </a:t>
            </a:r>
            <a:r>
              <a:rPr kumimoji="1" lang="ko-KR" altLang="en-US" sz="2400" dirty="0"/>
              <a:t>최적화</a:t>
            </a:r>
            <a:r>
              <a:rPr kumimoji="1" lang="en-US" altLang="ko-KR" sz="2400" dirty="0"/>
              <a:t>(</a:t>
            </a:r>
            <a:r>
              <a:rPr kumimoji="1" lang="en-US" altLang="ko-KR" sz="1800" dirty="0"/>
              <a:t>25. 10. 27</a:t>
            </a:r>
            <a:r>
              <a:rPr kumimoji="1" lang="en-US" altLang="ko-KR" sz="2400" dirty="0"/>
              <a:t>)</a:t>
            </a:r>
          </a:p>
          <a:p>
            <a:pPr lvl="1"/>
            <a:r>
              <a:rPr kumimoji="1" lang="en-US" altLang="ko-KR" sz="2000" dirty="0"/>
              <a:t>512</a:t>
            </a:r>
            <a:r>
              <a:rPr kumimoji="1" lang="ko-KR" altLang="en-US" sz="2000" dirty="0"/>
              <a:t>비트 벡터 레지스터와 </a:t>
            </a:r>
            <a:r>
              <a:rPr kumimoji="1" lang="en-US" altLang="ko-KR" sz="2000" b="1" dirty="0">
                <a:highlight>
                  <a:srgbClr val="FFFF00"/>
                </a:highlight>
              </a:rPr>
              <a:t>VPTERNLOGQ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명령어를 활용</a:t>
            </a:r>
            <a:endParaRPr kumimoji="1" lang="en-US" altLang="ko-KR" sz="2400" dirty="0"/>
          </a:p>
          <a:p>
            <a:pPr lvl="1"/>
            <a:r>
              <a:rPr kumimoji="1" lang="en-US" altLang="ko-KR" sz="2000" dirty="0"/>
              <a:t>State 64</a:t>
            </a:r>
            <a:r>
              <a:rPr kumimoji="1" lang="ko-KR" altLang="en-US" sz="2000" dirty="0"/>
              <a:t>비트를 </a:t>
            </a:r>
            <a:r>
              <a:rPr kumimoji="1" lang="en-US" altLang="ko-KR" sz="2000" dirty="0"/>
              <a:t>512</a:t>
            </a:r>
            <a:r>
              <a:rPr kumimoji="1" lang="ko-KR" altLang="en-US" sz="2000" dirty="0"/>
              <a:t>비트 레지스터에 병렬 적재</a:t>
            </a:r>
            <a:endParaRPr kumimoji="1" lang="en-US" altLang="ko-KR" sz="2000" dirty="0"/>
          </a:p>
          <a:p>
            <a:pPr lvl="1"/>
            <a:r>
              <a:rPr kumimoji="1" lang="ko-KR" altLang="en-US" sz="2000" dirty="0"/>
              <a:t>비트 단위 논리 연산인 </a:t>
            </a:r>
            <a:r>
              <a:rPr kumimoji="1" lang="en-US" altLang="ko-KR" sz="2000" b="1" dirty="0">
                <a:solidFill>
                  <a:srgbClr val="2E75B6"/>
                </a:solidFill>
              </a:rPr>
              <a:t>Chi </a:t>
            </a:r>
            <a:r>
              <a:rPr kumimoji="1" lang="ko-KR" altLang="en-US" sz="2000" b="1" dirty="0">
                <a:solidFill>
                  <a:srgbClr val="2E75B6"/>
                </a:solidFill>
              </a:rPr>
              <a:t>단계</a:t>
            </a:r>
            <a:r>
              <a:rPr kumimoji="1" lang="ko-KR" altLang="en-US" sz="2000" dirty="0"/>
              <a:t>를 </a:t>
            </a:r>
            <a:r>
              <a:rPr kumimoji="1" lang="en-US" altLang="ko-KR" sz="2000" dirty="0"/>
              <a:t>VPTERNLOGQ</a:t>
            </a:r>
            <a:br>
              <a:rPr kumimoji="1" lang="en-US" altLang="ko-KR" sz="2000" dirty="0"/>
            </a:br>
            <a:r>
              <a:rPr kumimoji="1" lang="ko-KR" altLang="en-US" sz="2000" dirty="0"/>
              <a:t>명령어를 통해 </a:t>
            </a:r>
            <a:r>
              <a:rPr kumimoji="1" lang="en-US" altLang="ko-KR" sz="2000" dirty="0"/>
              <a:t>1 cycle</a:t>
            </a:r>
            <a:r>
              <a:rPr kumimoji="1" lang="ko-KR" altLang="en-US" sz="2000" dirty="0"/>
              <a:t>에 단일 처리 하여 성능 향상</a:t>
            </a:r>
            <a:endParaRPr kumimoji="1" lang="en-US" altLang="ko-KR" sz="2000" dirty="0"/>
          </a:p>
          <a:p>
            <a:endParaRPr kumimoji="1" lang="en-US" altLang="ko-KR" sz="2000" dirty="0"/>
          </a:p>
          <a:p>
            <a:r>
              <a:rPr kumimoji="1" lang="ko-KR" altLang="en-US" sz="2000" dirty="0"/>
              <a:t>실제로 </a:t>
            </a:r>
            <a:r>
              <a:rPr kumimoji="1" lang="en-US" altLang="ko-KR" sz="2000" dirty="0"/>
              <a:t>ML-KEM/ML-DSA</a:t>
            </a:r>
            <a:r>
              <a:rPr kumimoji="1" lang="ko-KR" altLang="en-US" sz="2000" dirty="0"/>
              <a:t>의 성능이</a:t>
            </a:r>
            <a:r>
              <a:rPr kumimoji="1" lang="en-US" altLang="ko-KR" sz="2000" dirty="0"/>
              <a:t> AVX2 </a:t>
            </a:r>
            <a:r>
              <a:rPr kumimoji="1" lang="ko-KR" altLang="en-US" sz="2000" dirty="0"/>
              <a:t>대비 </a:t>
            </a:r>
            <a:br>
              <a:rPr kumimoji="1" lang="en-US" altLang="ko-KR" sz="2000" dirty="0"/>
            </a:br>
            <a:r>
              <a:rPr kumimoji="1" lang="ko-KR" altLang="en-US" sz="2000" b="1" dirty="0">
                <a:solidFill>
                  <a:srgbClr val="2E75B6"/>
                </a:solidFill>
              </a:rPr>
              <a:t>최대 </a:t>
            </a:r>
            <a:r>
              <a:rPr kumimoji="1" lang="en-US" altLang="ko-KR" sz="2000" b="1" dirty="0">
                <a:solidFill>
                  <a:srgbClr val="2E75B6"/>
                </a:solidFill>
              </a:rPr>
              <a:t>1.6</a:t>
            </a:r>
            <a:r>
              <a:rPr kumimoji="1" lang="ko-KR" altLang="en-US" sz="2000" b="1" dirty="0">
                <a:solidFill>
                  <a:srgbClr val="2E75B6"/>
                </a:solidFill>
              </a:rPr>
              <a:t>배 향상</a:t>
            </a:r>
            <a:endParaRPr kumimoji="1" lang="en-US" altLang="ko-KR" sz="2000" b="1" dirty="0">
              <a:solidFill>
                <a:srgbClr val="2E75B6"/>
              </a:solidFill>
            </a:endParaRPr>
          </a:p>
          <a:p>
            <a:endParaRPr kumimoji="1" lang="en-US" altLang="ko-KR" sz="2000" dirty="0"/>
          </a:p>
          <a:p>
            <a:r>
              <a:rPr kumimoji="1" lang="en-US" altLang="ko-KR" sz="2000" dirty="0"/>
              <a:t>OQS </a:t>
            </a:r>
            <a:r>
              <a:rPr kumimoji="1" lang="ko-KR" altLang="en-US" sz="2000" dirty="0"/>
              <a:t>라이브러리에 적용되어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동작 및 활용 가능</a:t>
            </a:r>
            <a:endParaRPr kumimoji="1"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C7436C-E9D3-9482-27CF-C3A4F0088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535" y="466825"/>
            <a:ext cx="4028794" cy="19256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D3FBC2-B788-67F2-F351-B8455B8377CC}"/>
              </a:ext>
            </a:extLst>
          </p:cNvPr>
          <p:cNvSpPr txBox="1"/>
          <p:nvPr/>
        </p:nvSpPr>
        <p:spPr>
          <a:xfrm>
            <a:off x="6652260" y="6450198"/>
            <a:ext cx="5623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https://builders.intel.com/docs/networkbuilders/post-quantum-cryptography-accelerating-open-quantum-safe-library-with-intel-avx-512-keccak-1600-implementation-1762253806.pdf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EEA0373-A58D-7DB3-1675-80C5EB121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220" y="2719833"/>
            <a:ext cx="5115639" cy="36390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59F86F8-45BE-6EDB-5D2E-CA47CB4EB2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027" y="5039622"/>
            <a:ext cx="3467734" cy="174972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5F1025-BE4F-FC26-5D51-57B4108BA76D}"/>
              </a:ext>
            </a:extLst>
          </p:cNvPr>
          <p:cNvSpPr/>
          <p:nvPr/>
        </p:nvSpPr>
        <p:spPr>
          <a:xfrm>
            <a:off x="4259579" y="5745480"/>
            <a:ext cx="662940" cy="11430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EAFEFA-79F7-5D2D-EFE6-EC9F1F50E596}"/>
              </a:ext>
            </a:extLst>
          </p:cNvPr>
          <p:cNvSpPr/>
          <p:nvPr/>
        </p:nvSpPr>
        <p:spPr>
          <a:xfrm>
            <a:off x="1508758" y="5867400"/>
            <a:ext cx="2072641" cy="129540"/>
          </a:xfrm>
          <a:prstGeom prst="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오디오 9">
            <a:extLst>
              <a:ext uri="{FF2B5EF4-FFF2-40B4-BE49-F238E27FC236}">
                <a16:creationId xmlns:a16="http://schemas.microsoft.com/office/drawing/2014/main" id="{33D92409-463F-91E2-9957-1C24085377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1310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096"/>
    </mc:Choice>
    <mc:Fallback>
      <p:transition spd="slow" advTm="640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68" x="4645025" y="1443038"/>
          <p14:tracePt t="201" x="4645025" y="1458913"/>
          <p14:tracePt t="218" x="4619625" y="1492250"/>
          <p14:tracePt t="234" x="4603750" y="1509713"/>
          <p14:tracePt t="251" x="4603750" y="1525588"/>
          <p14:tracePt t="267" x="4603750" y="1558925"/>
          <p14:tracePt t="284" x="4586288" y="1558925"/>
          <p14:tracePt t="317" x="4586288" y="1576388"/>
          <p14:tracePt t="351" x="4570413" y="1592263"/>
          <p14:tracePt t="368" x="4570413" y="1608138"/>
          <p14:tracePt t="384" x="4552950" y="1641475"/>
          <p14:tracePt t="401" x="4552950" y="1666875"/>
          <p14:tracePt t="417" x="4537075" y="1682750"/>
          <p14:tracePt t="434" x="4537075" y="1700213"/>
          <p14:tracePt t="484" x="4660900" y="1716088"/>
          <p14:tracePt t="501" x="4711700" y="1716088"/>
          <p14:tracePt t="517" x="4794250" y="1733550"/>
          <p14:tracePt t="534" x="4918075" y="1766888"/>
          <p14:tracePt t="551" x="5000625" y="1800225"/>
          <p14:tracePt t="568" x="5100638" y="1849438"/>
          <p14:tracePt t="584" x="5224463" y="1924050"/>
          <p14:tracePt t="601" x="5275263" y="1957388"/>
          <p14:tracePt t="617" x="5357813" y="2024063"/>
          <p14:tracePt t="634" x="5391150" y="2055813"/>
          <p14:tracePt t="651" x="5448300" y="2106613"/>
          <p14:tracePt t="668" x="5465763" y="2139950"/>
          <p14:tracePt t="684" x="5499100" y="2197100"/>
          <p14:tracePt t="701" x="5514975" y="2197100"/>
          <p14:tracePt t="718" x="5514975" y="2214563"/>
          <p14:tracePt t="734" x="5514975" y="2230438"/>
          <p14:tracePt t="784" x="5499100" y="2214563"/>
          <p14:tracePt t="801" x="5481638" y="2197100"/>
          <p14:tracePt t="817" x="5424488" y="2163763"/>
          <p14:tracePt t="834" x="5407025" y="2139950"/>
          <p14:tracePt t="851" x="5357813" y="2106613"/>
          <p14:tracePt t="867" x="5308600" y="2089150"/>
          <p14:tracePt t="884" x="5275263" y="2073275"/>
          <p14:tracePt t="917" x="5257800" y="2073275"/>
          <p14:tracePt t="934" x="5257800" y="2055813"/>
          <p14:tracePt t="1316" x="5208588" y="2039938"/>
          <p14:tracePt t="1334" x="5149850" y="2024063"/>
          <p14:tracePt t="1350" x="5051425" y="1957388"/>
          <p14:tracePt t="1367" x="5018088" y="1939925"/>
          <p14:tracePt t="1384" x="4967288" y="1924050"/>
          <p14:tracePt t="1400" x="4918075" y="1898650"/>
          <p14:tracePt t="1417" x="4827588" y="1865313"/>
          <p14:tracePt t="1434" x="4794250" y="1865313"/>
          <p14:tracePt t="1450" x="4760913" y="1849438"/>
          <p14:tracePt t="1483" x="4743450" y="1849438"/>
          <p14:tracePt t="1500" x="4727575" y="1849438"/>
          <p14:tracePt t="1916" x="4727575" y="1865313"/>
          <p14:tracePt t="1934" x="4743450" y="1865313"/>
          <p14:tracePt t="1951" x="4743450" y="1882775"/>
          <p14:tracePt t="1983" x="4760913" y="1898650"/>
          <p14:tracePt t="2000" x="4760913" y="1924050"/>
          <p14:tracePt t="2033" x="4760913" y="1939925"/>
          <p14:tracePt t="2080" x="4776788" y="1939925"/>
          <p14:tracePt t="2133" x="4794250" y="1939925"/>
          <p14:tracePt t="2152" x="4827588" y="1939925"/>
          <p14:tracePt t="2166" x="4843463" y="1939925"/>
          <p14:tracePt t="2184" x="4892675" y="1939925"/>
          <p14:tracePt t="2200" x="4967288" y="1939925"/>
          <p14:tracePt t="2217" x="5018088" y="1939925"/>
          <p14:tracePt t="2234" x="5051425" y="1939925"/>
          <p14:tracePt t="2251" x="5149850" y="1898650"/>
          <p14:tracePt t="2267" x="5192713" y="1898650"/>
          <p14:tracePt t="2284" x="5291138" y="1865313"/>
          <p14:tracePt t="2301" x="5357813" y="1831975"/>
          <p14:tracePt t="2317" x="5407025" y="1816100"/>
          <p14:tracePt t="2334" x="5499100" y="1800225"/>
          <p14:tracePt t="2350" x="5599113" y="1800225"/>
          <p14:tracePt t="2367" x="5648325" y="1800225"/>
          <p14:tracePt t="2384" x="5756275" y="1800225"/>
          <p14:tracePt t="2400" x="5822950" y="1800225"/>
          <p14:tracePt t="2417" x="5921375" y="1800225"/>
          <p14:tracePt t="2434" x="5995988" y="1816100"/>
          <p14:tracePt t="2450" x="6062663" y="1831975"/>
          <p14:tracePt t="2467" x="6178550" y="1865313"/>
          <p14:tracePt t="2484" x="6253163" y="1882775"/>
          <p14:tracePt t="2500" x="6386513" y="1924050"/>
          <p14:tracePt t="2518" x="6435725" y="1957388"/>
          <p14:tracePt t="2534" x="6527800" y="1990725"/>
          <p14:tracePt t="2550" x="6643688" y="2039938"/>
          <p14:tracePt t="2567" x="6659563" y="2055813"/>
          <p14:tracePt t="2933" x="6710363" y="2055813"/>
          <p14:tracePt t="2951" x="6800850" y="2039938"/>
          <p14:tracePt t="2967" x="6916738" y="2006600"/>
          <p14:tracePt t="2984" x="6999288" y="1990725"/>
          <p14:tracePt t="3000" x="7042150" y="1990725"/>
          <p14:tracePt t="3019" x="7107238" y="1973263"/>
          <p14:tracePt t="3034" x="7207250" y="1973263"/>
          <p14:tracePt t="3050" x="7315200" y="1973263"/>
          <p14:tracePt t="3067" x="7431088" y="1973263"/>
          <p14:tracePt t="3084" x="7497763" y="1973263"/>
          <p14:tracePt t="3100" x="7605713" y="1973263"/>
          <p14:tracePt t="3117" x="7705725" y="1973263"/>
          <p14:tracePt t="3134" x="7737475" y="1973263"/>
          <p14:tracePt t="3150" x="7788275" y="1973263"/>
          <p14:tracePt t="3167" x="7845425" y="1990725"/>
          <p14:tracePt t="3184" x="7878763" y="1990725"/>
          <p14:tracePt t="3200" x="7896225" y="1990725"/>
          <p14:tracePt t="3217" x="7945438" y="2006600"/>
          <p14:tracePt t="3234" x="7962900" y="2006600"/>
          <p14:tracePt t="3250" x="7994650" y="2006600"/>
          <p14:tracePt t="3267" x="8012113" y="2024063"/>
          <p14:tracePt t="3300" x="8027988" y="2024063"/>
          <p14:tracePt t="3317" x="8078788" y="2024063"/>
          <p14:tracePt t="3334" x="8169275" y="2055813"/>
          <p14:tracePt t="3350" x="8218488" y="2073275"/>
          <p14:tracePt t="3367" x="8443913" y="2089150"/>
          <p14:tracePt t="3384" x="8667750" y="2089150"/>
          <p14:tracePt t="3400" x="9197975" y="2089150"/>
          <p14:tracePt t="3417" x="9331325" y="2089150"/>
          <p14:tracePt t="3434" x="9555163" y="2089150"/>
          <p14:tracePt t="3451" x="9812338" y="2089150"/>
          <p14:tracePt t="3467" x="9877425" y="2089150"/>
          <p14:tracePt t="3484" x="9928225" y="2089150"/>
          <p14:tracePt t="3500" x="9952038" y="2089150"/>
          <p14:tracePt t="3528" x="9894888" y="2089150"/>
          <p14:tracePt t="3540" x="9812338" y="2106613"/>
          <p14:tracePt t="3552" x="9620250" y="2139950"/>
          <p14:tracePt t="3567" x="9421813" y="2163763"/>
          <p14:tracePt t="3584" x="9313863" y="2163763"/>
          <p14:tracePt t="3600" x="9074150" y="2163763"/>
          <p14:tracePt t="3617" x="8907463" y="2163763"/>
          <p14:tracePt t="3634" x="8799513" y="2163763"/>
          <p14:tracePt t="3650" x="8650288" y="2139950"/>
          <p14:tracePt t="3667" x="8509000" y="2122488"/>
          <p14:tracePt t="3684" x="8443913" y="2106613"/>
          <p14:tracePt t="3700" x="8377238" y="2055813"/>
          <p14:tracePt t="3717" x="8335963" y="2055813"/>
          <p14:tracePt t="3734" x="8302625" y="2006600"/>
          <p14:tracePt t="3750" x="8302625" y="1973263"/>
          <p14:tracePt t="3767" x="8302625" y="1924050"/>
          <p14:tracePt t="3784" x="8302625" y="1733550"/>
          <p14:tracePt t="3800" x="8359775" y="1608138"/>
          <p14:tracePt t="3817" x="8493125" y="1268413"/>
          <p14:tracePt t="3834" x="8575675" y="1127125"/>
          <p14:tracePt t="3850" x="8609013" y="1044575"/>
          <p14:tracePt t="3867" x="8699500" y="912813"/>
          <p14:tracePt t="3884" x="8750300" y="838200"/>
          <p14:tracePt t="3900" x="8924925" y="787400"/>
          <p14:tracePt t="3917" x="9182100" y="754063"/>
          <p14:tracePt t="3934" x="9396413" y="754063"/>
          <p14:tracePt t="3950" x="9728200" y="869950"/>
          <p14:tracePt t="3967" x="10052050" y="1062038"/>
          <p14:tracePt t="3984" x="10152063" y="1127125"/>
          <p14:tracePt t="4000" x="10391775" y="1335088"/>
          <p14:tracePt t="4017" x="10550525" y="1458913"/>
          <p14:tracePt t="4034" x="10699750" y="1608138"/>
          <p14:tracePt t="4050" x="10823575" y="1782763"/>
          <p14:tracePt t="4067" x="10872788" y="1898650"/>
          <p14:tracePt t="4084" x="10923588" y="2106613"/>
          <p14:tracePt t="4100" x="10923588" y="2197100"/>
          <p14:tracePt t="4117" x="10923588" y="2438400"/>
          <p14:tracePt t="4134" x="10923588" y="2570163"/>
          <p14:tracePt t="4150" x="10839450" y="2728913"/>
          <p14:tracePt t="4167" x="10774363" y="2794000"/>
          <p14:tracePt t="4184" x="10582275" y="2935288"/>
          <p14:tracePt t="4200" x="10391775" y="2968625"/>
          <p14:tracePt t="4217" x="10226675" y="2968625"/>
          <p14:tracePt t="4234" x="9928225" y="2968625"/>
          <p14:tracePt t="4251" x="9761538" y="2968625"/>
          <p14:tracePt t="4267" x="9678988" y="2968625"/>
          <p14:tracePt t="4284" x="9588500" y="2968625"/>
          <p14:tracePt t="4300" x="9471025" y="2952750"/>
          <p14:tracePt t="4317" x="9396413" y="2935288"/>
          <p14:tracePt t="4334" x="9264650" y="2878138"/>
          <p14:tracePt t="4350" x="9182100" y="2827338"/>
          <p14:tracePt t="4367" x="9023350" y="2636838"/>
          <p14:tracePt t="4384" x="8974138" y="2536825"/>
          <p14:tracePt t="4400" x="8891588" y="2330450"/>
          <p14:tracePt t="4417" x="8850313" y="2214563"/>
          <p14:tracePt t="4434" x="8816975" y="1990725"/>
          <p14:tracePt t="4450" x="8816975" y="1882775"/>
          <p14:tracePt t="4467" x="8816975" y="1716088"/>
          <p14:tracePt t="4484" x="8816975" y="1641475"/>
          <p14:tracePt t="4500" x="8850313" y="1492250"/>
          <p14:tracePt t="4518" x="8866188" y="1458913"/>
          <p14:tracePt t="4534" x="8974138" y="1335088"/>
          <p14:tracePt t="4550" x="9023350" y="1285875"/>
          <p14:tracePt t="4567" x="9148763" y="1219200"/>
          <p14:tracePt t="4584" x="9182100" y="1219200"/>
          <p14:tracePt t="4600" x="9363075" y="1169988"/>
          <p14:tracePt t="4617" x="9678988" y="1169988"/>
          <p14:tracePt t="4634" x="9928225" y="1285875"/>
          <p14:tracePt t="4650" x="10409238" y="1592263"/>
          <p14:tracePt t="4667" x="10615613" y="1766888"/>
          <p14:tracePt t="4684" x="10774363" y="1898650"/>
          <p14:tracePt t="4700" x="10890250" y="2006600"/>
          <p14:tracePt t="4717" x="10906125" y="2039938"/>
          <p14:tracePt t="4734" x="10923588" y="2073275"/>
          <p14:tracePt t="4750" x="10923588" y="2106613"/>
          <p14:tracePt t="4767" x="10890250" y="2163763"/>
          <p14:tracePt t="4784" x="10823575" y="2214563"/>
          <p14:tracePt t="4800" x="10699750" y="2263775"/>
          <p14:tracePt t="4817" x="10615613" y="2312988"/>
          <p14:tracePt t="4834" x="10550525" y="2346325"/>
          <p14:tracePt t="4850" x="10242550" y="2438400"/>
          <p14:tracePt t="4867" x="10118725" y="2471738"/>
          <p14:tracePt t="4884" x="9985375" y="2471738"/>
          <p14:tracePt t="4900" x="9952038" y="2471738"/>
          <p14:tracePt t="4917" x="9828213" y="2471738"/>
          <p14:tracePt t="4934" x="9794875" y="2471738"/>
          <p14:tracePt t="4950" x="9745663" y="2471738"/>
          <p14:tracePt t="4967" x="9712325" y="2454275"/>
          <p14:tracePt t="4984" x="9678988" y="2438400"/>
          <p14:tracePt t="5000" x="9637713" y="2397125"/>
          <p14:tracePt t="5017" x="9588500" y="2363788"/>
          <p14:tracePt t="5034" x="9555163" y="2330450"/>
          <p14:tracePt t="5050" x="9521825" y="2297113"/>
          <p14:tracePt t="5067" x="9504363" y="2297113"/>
          <p14:tracePt t="5084" x="9471025" y="2263775"/>
          <p14:tracePt t="5100" x="9471025" y="2247900"/>
          <p14:tracePt t="5117" x="9437688" y="2230438"/>
          <p14:tracePt t="5134" x="9396413" y="2197100"/>
          <p14:tracePt t="5150" x="9347200" y="2139950"/>
          <p14:tracePt t="5167" x="9297988" y="2073275"/>
          <p14:tracePt t="5184" x="9231313" y="2006600"/>
          <p14:tracePt t="5200" x="9197975" y="1957388"/>
          <p14:tracePt t="5217" x="9105900" y="1849438"/>
          <p14:tracePt t="5234" x="9023350" y="1749425"/>
          <p14:tracePt t="5250" x="8940800" y="1608138"/>
          <p14:tracePt t="5267" x="8924925" y="1592263"/>
          <p14:tracePt t="5284" x="8891588" y="1509713"/>
          <p14:tracePt t="5300" x="8866188" y="1476375"/>
          <p14:tracePt t="5317" x="8850313" y="1409700"/>
          <p14:tracePt t="5334" x="8832850" y="1319213"/>
          <p14:tracePt t="5350" x="8832850" y="1268413"/>
          <p14:tracePt t="5367" x="8832850" y="1152525"/>
          <p14:tracePt t="5384" x="8832850" y="1077913"/>
          <p14:tracePt t="5400" x="8832850" y="995363"/>
          <p14:tracePt t="5417" x="8832850" y="928688"/>
          <p14:tracePt t="5434" x="8832850" y="838200"/>
          <p14:tracePt t="5450" x="8832850" y="820738"/>
          <p14:tracePt t="5467" x="8832850" y="771525"/>
          <p14:tracePt t="5484" x="8816975" y="738188"/>
          <p14:tracePt t="5500" x="8799513" y="720725"/>
          <p14:tracePt t="5517" x="8732838" y="688975"/>
          <p14:tracePt t="5534" x="8609013" y="655638"/>
          <p14:tracePt t="5550" x="8443913" y="655638"/>
          <p14:tracePt t="5567" x="8410575" y="655638"/>
          <p14:tracePt t="5584" x="8269288" y="655638"/>
          <p14:tracePt t="5600" x="8153400" y="655638"/>
          <p14:tracePt t="5617" x="8102600" y="671513"/>
          <p14:tracePt t="5634" x="8061325" y="671513"/>
          <p14:tracePt t="5650" x="8027988" y="688975"/>
          <p14:tracePt t="5667" x="8012113" y="704850"/>
          <p14:tracePt t="5836" x="8012113" y="720725"/>
          <p14:tracePt t="5851" x="7994650" y="720725"/>
          <p14:tracePt t="5867" x="7994650" y="738188"/>
          <p14:tracePt t="5884" x="7962900" y="787400"/>
          <p14:tracePt t="5900" x="7929563" y="820738"/>
          <p14:tracePt t="5917" x="7878763" y="912813"/>
          <p14:tracePt t="5934" x="7845425" y="962025"/>
          <p14:tracePt t="5950" x="7829550" y="977900"/>
          <p14:tracePt t="5967" x="7770813" y="1044575"/>
          <p14:tracePt t="5984" x="7754938" y="1077913"/>
          <p14:tracePt t="6000" x="7721600" y="1111250"/>
          <p14:tracePt t="6017" x="7721600" y="1127125"/>
          <p14:tracePt t="6034" x="7705725" y="1127125"/>
          <p14:tracePt t="6466" x="7688263" y="1127125"/>
          <p14:tracePt t="6484" x="7621588" y="1152525"/>
          <p14:tracePt t="6500" x="7605713" y="1169988"/>
          <p14:tracePt t="6518" x="7531100" y="1219200"/>
          <p14:tracePt t="6534" x="7464425" y="1285875"/>
          <p14:tracePt t="6550" x="7381875" y="1384300"/>
          <p14:tracePt t="6567" x="7348538" y="1443038"/>
          <p14:tracePt t="6584" x="7273925" y="1576388"/>
          <p14:tracePt t="6600" x="7240588" y="1641475"/>
          <p14:tracePt t="6617" x="7158038" y="1782763"/>
          <p14:tracePt t="6634" x="7124700" y="1882775"/>
          <p14:tracePt t="6650" x="7073900" y="1990725"/>
          <p14:tracePt t="6667" x="7042150" y="2039938"/>
          <p14:tracePt t="6684" x="6999288" y="2073275"/>
          <p14:tracePt t="6700" x="6983413" y="2106613"/>
          <p14:tracePt t="6717" x="6967538" y="2122488"/>
          <p14:tracePt t="6734" x="6950075" y="2139950"/>
          <p14:tracePt t="6750" x="6950075" y="2163763"/>
          <p14:tracePt t="7583" x="6900863" y="2181225"/>
          <p14:tracePt t="7600" x="6850063" y="2214563"/>
          <p14:tracePt t="7617" x="6626225" y="2312988"/>
          <p14:tracePt t="7634" x="6561138" y="2346325"/>
          <p14:tracePt t="7650" x="6353175" y="2420938"/>
          <p14:tracePt t="7667" x="6196013" y="2454275"/>
          <p14:tracePt t="7684" x="6080125" y="2454275"/>
          <p14:tracePt t="7700" x="6046788" y="2471738"/>
          <p14:tracePt t="7717" x="6013450" y="2471738"/>
          <p14:tracePt t="7734" x="5995988" y="2471738"/>
          <p14:tracePt t="7750" x="5980113" y="2471738"/>
          <p14:tracePt t="7833" x="5954713" y="2471738"/>
          <p14:tracePt t="7851" x="5938838" y="2471738"/>
          <p14:tracePt t="7867" x="5888038" y="2471738"/>
          <p14:tracePt t="7884" x="5854700" y="2471738"/>
          <p14:tracePt t="7900" x="5805488" y="2454275"/>
          <p14:tracePt t="7917" x="5738813" y="2438400"/>
          <p14:tracePt t="7934" x="5599113" y="2379663"/>
          <p14:tracePt t="7950" x="5465763" y="2330450"/>
          <p14:tracePt t="7967" x="5391150" y="2312988"/>
          <p14:tracePt t="7984" x="5257800" y="2281238"/>
          <p14:tracePt t="8000" x="5224463" y="2263775"/>
          <p14:tracePt t="8017" x="5133975" y="2247900"/>
          <p14:tracePt t="8034" x="5067300" y="2230438"/>
          <p14:tracePt t="8050" x="5051425" y="2230438"/>
          <p14:tracePt t="8067" x="4984750" y="2214563"/>
          <p14:tracePt t="8084" x="4935538" y="2197100"/>
          <p14:tracePt t="8100" x="4843463" y="2181225"/>
          <p14:tracePt t="8117" x="4760913" y="2163763"/>
          <p14:tracePt t="8134" x="4678363" y="2106613"/>
          <p14:tracePt t="8150" x="4552950" y="2006600"/>
          <p14:tracePt t="8167" x="4421188" y="1924050"/>
          <p14:tracePt t="8184" x="4295775" y="1816100"/>
          <p14:tracePt t="8200" x="4279900" y="1782763"/>
          <p14:tracePt t="8217" x="4179888" y="1700213"/>
          <p14:tracePt t="8234" x="4130675" y="1625600"/>
          <p14:tracePt t="8250" x="4089400" y="1592263"/>
          <p14:tracePt t="8267" x="4071938" y="1558925"/>
          <p14:tracePt t="8284" x="4038600" y="1558925"/>
          <p14:tracePt t="8300" x="4022725" y="1543050"/>
          <p14:tracePt t="8317" x="3973513" y="1525588"/>
          <p14:tracePt t="8333" x="3873500" y="1492250"/>
          <p14:tracePt t="8350" x="3781425" y="1458913"/>
          <p14:tracePt t="8367" x="3649663" y="1409700"/>
          <p14:tracePt t="8384" x="3492500" y="1368425"/>
          <p14:tracePt t="8400" x="3408363" y="1335088"/>
          <p14:tracePt t="8417" x="3235325" y="1285875"/>
          <p14:tracePt t="8434" x="3101975" y="1219200"/>
          <p14:tracePt t="8450" x="2978150" y="1185863"/>
          <p14:tracePt t="8467" x="2960688" y="1185863"/>
          <p14:tracePt t="8484" x="2878138" y="1152525"/>
          <p14:tracePt t="8500" x="2844800" y="1152525"/>
          <p14:tracePt t="8517" x="2828925" y="1127125"/>
          <p14:tracePt t="8534" x="2811463" y="1127125"/>
          <p14:tracePt t="8566" x="2811463" y="1111250"/>
          <p14:tracePt t="8633" x="2811463" y="1095375"/>
          <p14:tracePt t="8666" x="2811463" y="1077913"/>
          <p14:tracePt t="8699" x="2811463" y="1062038"/>
          <p14:tracePt t="8717" x="2844800" y="1028700"/>
          <p14:tracePt t="8750" x="2878138" y="1011238"/>
          <p14:tracePt t="8767" x="2878138" y="995363"/>
          <p14:tracePt t="8784" x="2911475" y="995363"/>
          <p14:tracePt t="8800" x="2927350" y="995363"/>
          <p14:tracePt t="8833" x="2944813" y="995363"/>
          <p14:tracePt t="8850" x="2960688" y="995363"/>
          <p14:tracePt t="8883" x="2978150" y="995363"/>
          <p14:tracePt t="8933" x="2994025" y="1011238"/>
          <p14:tracePt t="9001" x="3009900" y="1011238"/>
          <p14:tracePt t="9084" x="3027363" y="1011238"/>
          <p14:tracePt t="9116" x="3068638" y="1011238"/>
          <p14:tracePt t="9133" x="3086100" y="1011238"/>
          <p14:tracePt t="9150" x="3101975" y="1011238"/>
          <p14:tracePt t="9167" x="3117850" y="1011238"/>
          <p14:tracePt t="9184" x="3135313" y="995363"/>
          <p14:tracePt t="9201" x="3151188" y="995363"/>
          <p14:tracePt t="9249" x="3168650" y="995363"/>
          <p14:tracePt t="9286" x="3168650" y="1011238"/>
          <p14:tracePt t="9517" x="3201988" y="1011238"/>
          <p14:tracePt t="9534" x="3217863" y="1011238"/>
          <p14:tracePt t="9550" x="3235325" y="1011238"/>
          <p14:tracePt t="9567" x="3251200" y="1011238"/>
          <p14:tracePt t="9584" x="3251200" y="1028700"/>
          <p14:tracePt t="9600" x="3267075" y="1028700"/>
          <p14:tracePt t="9617" x="3284538" y="1028700"/>
          <p14:tracePt t="9683" x="3284538" y="1044575"/>
          <p14:tracePt t="9766" x="3267075" y="1044575"/>
          <p14:tracePt t="9816" x="3251200" y="1044575"/>
          <p14:tracePt t="9866" x="3235325" y="1044575"/>
          <p14:tracePt t="10228" x="3251200" y="1044575"/>
          <p14:tracePt t="10516" x="3267075" y="1044575"/>
          <p14:tracePt t="10867" x="3267075" y="1028700"/>
          <p14:tracePt t="10900" x="3284538" y="1028700"/>
          <p14:tracePt t="10933" x="3300413" y="1028700"/>
          <p14:tracePt t="10950" x="3341688" y="1028700"/>
          <p14:tracePt t="10983" x="3359150" y="1028700"/>
          <p14:tracePt t="11000" x="3408363" y="1028700"/>
          <p14:tracePt t="11017" x="3425825" y="1028700"/>
          <p14:tracePt t="11034" x="3441700" y="1028700"/>
          <p14:tracePt t="11050" x="3475038" y="1028700"/>
          <p14:tracePt t="11067" x="3475038" y="1044575"/>
          <p14:tracePt t="11100" x="3492500" y="1044575"/>
          <p14:tracePt t="11166" x="3508375" y="1044575"/>
          <p14:tracePt t="11184" x="3541713" y="1044575"/>
          <p14:tracePt t="11200" x="3616325" y="1044575"/>
          <p14:tracePt t="11217" x="3665538" y="1044575"/>
          <p14:tracePt t="11234" x="3798888" y="1044575"/>
          <p14:tracePt t="11250" x="3906838" y="1044575"/>
          <p14:tracePt t="11267" x="4071938" y="1044575"/>
          <p14:tracePt t="11284" x="4179888" y="1044575"/>
          <p14:tracePt t="11300" x="4279900" y="1044575"/>
          <p14:tracePt t="11317" x="4362450" y="1044575"/>
          <p14:tracePt t="11334" x="4403725" y="1044575"/>
          <p14:tracePt t="11350" x="4421188" y="1044575"/>
          <p14:tracePt t="11367" x="4437063" y="1044575"/>
          <p14:tracePt t="11384" x="4454525" y="1044575"/>
          <p14:tracePt t="11416" x="4470400" y="1044575"/>
          <p14:tracePt t="11434" x="4486275" y="1062038"/>
          <p14:tracePt t="11466" x="4537075" y="1062038"/>
          <p14:tracePt t="11484" x="4619625" y="1062038"/>
          <p14:tracePt t="11500" x="4645025" y="1077913"/>
          <p14:tracePt t="11518" x="4727575" y="1077913"/>
          <p14:tracePt t="11534" x="4810125" y="1077913"/>
          <p14:tracePt t="11550" x="4892675" y="1077913"/>
          <p14:tracePt t="11567" x="4967288" y="1095375"/>
          <p14:tracePt t="11583" x="5051425" y="1095375"/>
          <p14:tracePt t="11600" x="5084763" y="1095375"/>
          <p14:tracePt t="11617" x="5100638" y="1095375"/>
          <p14:tracePt t="11666" x="5118100" y="1095375"/>
          <p14:tracePt t="11766" x="5133975" y="1095375"/>
          <p14:tracePt t="11849" x="5149850" y="1095375"/>
          <p14:tracePt t="11999" x="5133975" y="1095375"/>
          <p14:tracePt t="12017" x="5133975" y="1111250"/>
          <p14:tracePt t="12034" x="5118100" y="1111250"/>
          <p14:tracePt t="12050" x="5100638" y="1111250"/>
          <p14:tracePt t="12067" x="5100638" y="1127125"/>
          <p14:tracePt t="12100" x="5084763" y="1152525"/>
          <p14:tracePt t="12133" x="5084763" y="1169988"/>
          <p14:tracePt t="12150" x="5084763" y="1185863"/>
          <p14:tracePt t="12167" x="5084763" y="1219200"/>
          <p14:tracePt t="12199" x="5084763" y="1235075"/>
          <p14:tracePt t="12501" x="5084763" y="1219200"/>
          <p14:tracePt t="13287" x="5067300" y="1219200"/>
          <p14:tracePt t="13301" x="5033963" y="1219200"/>
          <p14:tracePt t="13317" x="4951413" y="1219200"/>
          <p14:tracePt t="13334" x="4760913" y="1219200"/>
          <p14:tracePt t="13350" x="4660900" y="1219200"/>
          <p14:tracePt t="13367" x="4454525" y="1219200"/>
          <p14:tracePt t="13384" x="4346575" y="1219200"/>
          <p14:tracePt t="13400" x="4197350" y="1235075"/>
          <p14:tracePt t="13417" x="4113213" y="1252538"/>
          <p14:tracePt t="13434" x="4022725" y="1252538"/>
          <p14:tracePt t="13450" x="3781425" y="1268413"/>
          <p14:tracePt t="13467" x="3698875" y="1268413"/>
          <p14:tracePt t="13484" x="3475038" y="1285875"/>
          <p14:tracePt t="13500" x="3341688" y="1301750"/>
          <p14:tracePt t="13518" x="3284538" y="1301750"/>
          <p14:tracePt t="13534" x="3201988" y="1301750"/>
          <p14:tracePt t="13550" x="3184525" y="1319213"/>
          <p14:tracePt t="13567" x="3151188" y="1319213"/>
          <p14:tracePt t="13599" x="3135313" y="1319213"/>
          <p14:tracePt t="13667" x="3135313" y="1301750"/>
          <p14:tracePt t="13700" x="3135313" y="1285875"/>
          <p14:tracePt t="13801" x="3151188" y="1285875"/>
          <p14:tracePt t="13850" x="3151188" y="1268413"/>
          <p14:tracePt t="13867" x="3168650" y="1268413"/>
          <p14:tracePt t="13900" x="3184525" y="1268413"/>
          <p14:tracePt t="13917" x="3184525" y="1252538"/>
          <p14:tracePt t="13950" x="3201988" y="1235075"/>
          <p14:tracePt t="13967" x="3217863" y="1235075"/>
          <p14:tracePt t="13984" x="3235325" y="1219200"/>
          <p14:tracePt t="14000" x="3251200" y="1201738"/>
          <p14:tracePt t="14017" x="3267075" y="1185863"/>
          <p14:tracePt t="14034" x="3300413" y="1185863"/>
          <p14:tracePt t="18655" x="3359150" y="1185863"/>
          <p14:tracePt t="18670" x="3392488" y="1201738"/>
          <p14:tracePt t="18684" x="3408363" y="1219200"/>
          <p14:tracePt t="18701" x="3441700" y="1219200"/>
          <p14:tracePt t="18717" x="3459163" y="1252538"/>
          <p14:tracePt t="18734" x="3475038" y="1268413"/>
          <p14:tracePt t="18750" x="3492500" y="1285875"/>
          <p14:tracePt t="18767" x="3508375" y="1319213"/>
          <p14:tracePt t="18784" x="3508375" y="1335088"/>
          <p14:tracePt t="18800" x="3524250" y="1350963"/>
          <p14:tracePt t="18833" x="3541713" y="1368425"/>
          <p14:tracePt t="18850" x="3541713" y="1384300"/>
          <p14:tracePt t="18867" x="3541713" y="1425575"/>
          <p14:tracePt t="18884" x="3582988" y="1458913"/>
          <p14:tracePt t="18900" x="3598863" y="1492250"/>
          <p14:tracePt t="18917" x="3632200" y="1525588"/>
          <p14:tracePt t="18933" x="3649663" y="1543050"/>
          <p14:tracePt t="18950" x="3698875" y="1592263"/>
          <p14:tracePt t="18967" x="3732213" y="1641475"/>
          <p14:tracePt t="18984" x="3765550" y="1682750"/>
          <p14:tracePt t="19000" x="3856038" y="1782763"/>
          <p14:tracePt t="19017" x="3906838" y="1831975"/>
          <p14:tracePt t="19034" x="3956050" y="1898650"/>
          <p14:tracePt t="19050" x="4005263" y="1957388"/>
          <p14:tracePt t="19067" x="4022725" y="1990725"/>
          <p14:tracePt t="19083" x="4038600" y="1990725"/>
          <p14:tracePt t="19100" x="4038600" y="2006600"/>
          <p14:tracePt t="19133" x="4071938" y="2006600"/>
          <p14:tracePt t="19150" x="4089400" y="2006600"/>
          <p14:tracePt t="19167" x="4146550" y="2006600"/>
          <p14:tracePt t="19184" x="4197350" y="2006600"/>
          <p14:tracePt t="19200" x="4262438" y="2006600"/>
          <p14:tracePt t="19217" x="4313238" y="2006600"/>
          <p14:tracePt t="19234" x="4387850" y="2006600"/>
          <p14:tracePt t="19250" x="4421188" y="2024063"/>
          <p14:tracePt t="19267" x="4454525" y="2024063"/>
          <p14:tracePt t="19284" x="4519613" y="2024063"/>
          <p14:tracePt t="19300" x="4537075" y="2024063"/>
          <p14:tracePt t="19317" x="4586288" y="2024063"/>
          <p14:tracePt t="19334" x="4603750" y="2024063"/>
          <p14:tracePt t="19350" x="4660900" y="2024063"/>
          <p14:tracePt t="19367" x="4743450" y="2024063"/>
          <p14:tracePt t="19384" x="4776788" y="2024063"/>
          <p14:tracePt t="19400" x="4860925" y="2024063"/>
          <p14:tracePt t="19417" x="4967288" y="2006600"/>
          <p14:tracePt t="19434" x="5000625" y="2006600"/>
          <p14:tracePt t="19450" x="5100638" y="1990725"/>
          <p14:tracePt t="19467" x="5192713" y="1990725"/>
          <p14:tracePt t="19483" x="5224463" y="1990725"/>
          <p14:tracePt t="19500" x="5275263" y="1990725"/>
          <p14:tracePt t="19517" x="5291138" y="1990725"/>
          <p14:tracePt t="19534" x="5324475" y="1990725"/>
          <p14:tracePt t="19550" x="5341938" y="1990725"/>
          <p14:tracePt t="19567" x="5373688" y="1990725"/>
          <p14:tracePt t="19584" x="5407025" y="1990725"/>
          <p14:tracePt t="19600" x="5448300" y="1990725"/>
          <p14:tracePt t="19617" x="5465763" y="1990725"/>
          <p14:tracePt t="19634" x="5481638" y="1990725"/>
          <p14:tracePt t="19650" x="5532438" y="1973263"/>
          <p14:tracePt t="19667" x="5565775" y="1973263"/>
          <p14:tracePt t="19684" x="5648325" y="1957388"/>
          <p14:tracePt t="19700" x="5705475" y="1957388"/>
          <p14:tracePt t="19717" x="5756275" y="1957388"/>
          <p14:tracePt t="19733" x="5805488" y="1957388"/>
          <p14:tracePt t="19750" x="5838825" y="1957388"/>
          <p14:tracePt t="19767" x="5888038" y="1957388"/>
          <p14:tracePt t="19784" x="5921375" y="1957388"/>
          <p14:tracePt t="19800" x="5938838" y="1957388"/>
          <p14:tracePt t="19817" x="5954713" y="1957388"/>
          <p14:tracePt t="19834" x="5980113" y="1957388"/>
          <p14:tracePt t="19850" x="6013450" y="1973263"/>
          <p14:tracePt t="19867" x="6062663" y="1990725"/>
          <p14:tracePt t="19883" x="6096000" y="2006600"/>
          <p14:tracePt t="19900" x="6129338" y="2039938"/>
          <p14:tracePt t="19917" x="6178550" y="2073275"/>
          <p14:tracePt t="19933" x="6211888" y="2106613"/>
          <p14:tracePt t="19950" x="6270625" y="2139950"/>
          <p14:tracePt t="19967" x="6286500" y="2181225"/>
          <p14:tracePt t="19984" x="6303963" y="2197100"/>
          <p14:tracePt t="23038" x="6286500" y="2197100"/>
          <p14:tracePt t="23054" x="6253163" y="2197100"/>
          <p14:tracePt t="23070" x="6196013" y="2197100"/>
          <p14:tracePt t="23085" x="6096000" y="2214563"/>
          <p14:tracePt t="23100" x="5921375" y="2263775"/>
          <p14:tracePt t="23117" x="5772150" y="2297113"/>
          <p14:tracePt t="23134" x="5581650" y="2330450"/>
          <p14:tracePt t="23150" x="5514975" y="2330450"/>
          <p14:tracePt t="23167" x="5424488" y="2346325"/>
          <p14:tracePt t="23183" x="5257800" y="2363788"/>
          <p14:tracePt t="23200" x="5175250" y="2363788"/>
          <p14:tracePt t="23217" x="5100638" y="2363788"/>
          <p14:tracePt t="23234" x="4951413" y="2363788"/>
          <p14:tracePt t="23250" x="4810125" y="2379663"/>
          <p14:tracePt t="23267" x="4694238" y="2379663"/>
          <p14:tracePt t="23284" x="4645025" y="2397125"/>
          <p14:tracePt t="23300" x="4519613" y="2397125"/>
          <p14:tracePt t="23317" x="4454525" y="2420938"/>
          <p14:tracePt t="23334" x="4279900" y="2454275"/>
          <p14:tracePt t="23350" x="4113213" y="2487613"/>
          <p14:tracePt t="23367" x="3940175" y="2536825"/>
          <p14:tracePt t="23384" x="3889375" y="2554288"/>
          <p14:tracePt t="23400" x="3798888" y="2570163"/>
          <p14:tracePt t="23417" x="3716338" y="2603500"/>
          <p14:tracePt t="23434" x="3665538" y="2603500"/>
          <p14:tracePt t="23450" x="3598863" y="2620963"/>
          <p14:tracePt t="23467" x="3557588" y="2620963"/>
          <p14:tracePt t="23483" x="3524250" y="2636838"/>
          <p14:tracePt t="23500" x="3475038" y="2636838"/>
          <p14:tracePt t="23517" x="3459163" y="2636838"/>
          <p14:tracePt t="23533" x="3425825" y="2636838"/>
          <p14:tracePt t="23550" x="3408363" y="2654300"/>
          <p14:tracePt t="23567" x="3392488" y="2654300"/>
          <p14:tracePt t="23583" x="3392488" y="2636838"/>
          <p14:tracePt t="23854" x="3375025" y="2636838"/>
          <p14:tracePt t="23867" x="3341688" y="2636838"/>
          <p14:tracePt t="23884" x="3251200" y="2587625"/>
          <p14:tracePt t="23900" x="3201988" y="2570163"/>
          <p14:tracePt t="23917" x="3068638" y="2520950"/>
          <p14:tracePt t="23934" x="3009900" y="2505075"/>
          <p14:tracePt t="23950" x="2811463" y="2438400"/>
          <p14:tracePt t="23967" x="2720975" y="2397125"/>
          <p14:tracePt t="23983" x="2654300" y="2379663"/>
          <p14:tracePt t="24000" x="2538413" y="2346325"/>
          <p14:tracePt t="24017" x="2479675" y="2346325"/>
          <p14:tracePt t="24034" x="2397125" y="2330450"/>
          <p14:tracePt t="24050" x="2347913" y="2330450"/>
          <p14:tracePt t="24067" x="2330450" y="2330450"/>
          <p14:tracePt t="24083" x="2263775" y="2330450"/>
          <p14:tracePt t="24100" x="2239963" y="2330450"/>
          <p14:tracePt t="24117" x="2189163" y="2330450"/>
          <p14:tracePt t="24133" x="2155825" y="2330450"/>
          <p14:tracePt t="24150" x="2106613" y="2330450"/>
          <p14:tracePt t="24167" x="2090738" y="2330450"/>
          <p14:tracePt t="24184" x="2057400" y="2330450"/>
          <p14:tracePt t="24200" x="2039938" y="2330450"/>
          <p14:tracePt t="24233" x="2024063" y="2330450"/>
          <p14:tracePt t="24250" x="2006600" y="2330450"/>
          <p14:tracePt t="24267" x="1982788" y="2330450"/>
          <p14:tracePt t="24299" x="1965325" y="2330450"/>
          <p14:tracePt t="24333" x="1949450" y="2330450"/>
          <p14:tracePt t="24350" x="1916113" y="2346325"/>
          <p14:tracePt t="24367" x="1898650" y="2346325"/>
          <p14:tracePt t="24383" x="1882775" y="2363788"/>
          <p14:tracePt t="24400" x="1866900" y="2363788"/>
          <p14:tracePt t="24417" x="1849438" y="2363788"/>
          <p14:tracePt t="24433" x="1833563" y="2363788"/>
          <p14:tracePt t="24466" x="1816100" y="2363788"/>
          <p14:tracePt t="24710" x="1833563" y="2363788"/>
          <p14:tracePt t="24766" x="1849438" y="2363788"/>
          <p14:tracePt t="24785" x="1882775" y="2363788"/>
          <p14:tracePt t="24799" x="1931988" y="2363788"/>
          <p14:tracePt t="24817" x="2006600" y="2363788"/>
          <p14:tracePt t="24834" x="2039938" y="2363788"/>
          <p14:tracePt t="24850" x="2106613" y="2363788"/>
          <p14:tracePt t="24867" x="2139950" y="2363788"/>
          <p14:tracePt t="24883" x="2189163" y="2363788"/>
          <p14:tracePt t="24916" x="2206625" y="2363788"/>
          <p14:tracePt t="24933" x="2222500" y="2363788"/>
          <p14:tracePt t="24966" x="2239963" y="2363788"/>
          <p14:tracePt t="24983" x="2263775" y="2363788"/>
          <p14:tracePt t="25016" x="2281238" y="2363788"/>
          <p14:tracePt t="25033" x="2297113" y="2363788"/>
          <p14:tracePt t="25066" x="2330450" y="2363788"/>
          <p14:tracePt t="25099" x="2347913" y="2363788"/>
          <p14:tracePt t="25167" x="2347913" y="2379663"/>
          <p14:tracePt t="25228" x="2363788" y="2379663"/>
          <p14:tracePt t="25333" x="2379663" y="2379663"/>
          <p14:tracePt t="25383" x="2397125" y="2379663"/>
          <p14:tracePt t="25416" x="2413000" y="2379663"/>
          <p14:tracePt t="25433" x="2413000" y="2363788"/>
          <p14:tracePt t="25466" x="2430463" y="2363788"/>
          <p14:tracePt t="25499" x="2446338" y="2363788"/>
          <p14:tracePt t="25566" x="2463800" y="2363788"/>
          <p14:tracePt t="25600" x="2479675" y="2346325"/>
          <p14:tracePt t="25649" x="2497138" y="2346325"/>
          <p14:tracePt t="25683" x="2513013" y="2330450"/>
          <p14:tracePt t="25700" x="2538413" y="2330450"/>
          <p14:tracePt t="25733" x="2554288" y="2330450"/>
          <p14:tracePt t="25840" x="2554288" y="2312988"/>
          <p14:tracePt t="25885" x="2571750" y="2312988"/>
          <p14:tracePt t="25933" x="2587625" y="2312988"/>
          <p14:tracePt t="25950" x="2587625" y="2297113"/>
          <p14:tracePt t="25983" x="2620963" y="2297113"/>
          <p14:tracePt t="26000" x="2636838" y="2297113"/>
          <p14:tracePt t="26017" x="2687638" y="2297113"/>
          <p14:tracePt t="26035" x="2703513" y="2297113"/>
          <p14:tracePt t="26050" x="2720975" y="2297113"/>
          <p14:tracePt t="26083" x="2736850" y="2297113"/>
          <p14:tracePt t="26149" x="2754313" y="2281238"/>
          <p14:tracePt t="26778" x="2770188" y="2281238"/>
          <p14:tracePt t="26790" x="2795588" y="2281238"/>
          <p14:tracePt t="26802" x="2811463" y="2281238"/>
          <p14:tracePt t="26817" x="2844800" y="2281238"/>
          <p14:tracePt t="26834" x="2894013" y="2281238"/>
          <p14:tracePt t="26850" x="2944813" y="2281238"/>
          <p14:tracePt t="26867" x="3009900" y="2263775"/>
          <p14:tracePt t="26884" x="3052763" y="2263775"/>
          <p14:tracePt t="26900" x="3101975" y="2263775"/>
          <p14:tracePt t="26917" x="3135313" y="2263775"/>
          <p14:tracePt t="26933" x="3168650" y="2263775"/>
          <p14:tracePt t="26950" x="3201988" y="2263775"/>
          <p14:tracePt t="26967" x="3284538" y="2263775"/>
          <p14:tracePt t="26984" x="3341688" y="2263775"/>
          <p14:tracePt t="27000" x="3408363" y="2263775"/>
          <p14:tracePt t="27017" x="3492500" y="2263775"/>
          <p14:tracePt t="27033" x="3541713" y="2263775"/>
          <p14:tracePt t="27050" x="3598863" y="2263775"/>
          <p14:tracePt t="27067" x="3665538" y="2263775"/>
          <p14:tracePt t="27083" x="3716338" y="2263775"/>
          <p14:tracePt t="27100" x="3781425" y="2263775"/>
          <p14:tracePt t="27117" x="3889375" y="2263775"/>
          <p14:tracePt t="27133" x="3940175" y="2263775"/>
          <p14:tracePt t="27150" x="3989388" y="2263775"/>
          <p14:tracePt t="27183" x="4022725" y="2263775"/>
          <p14:tracePt t="27200" x="4056063" y="2263775"/>
          <p14:tracePt t="27217" x="4071938" y="2263775"/>
          <p14:tracePt t="27234" x="4089400" y="2263775"/>
          <p14:tracePt t="27250" x="4113213" y="2263775"/>
          <p14:tracePt t="27267" x="4130675" y="2263775"/>
          <p14:tracePt t="27283" x="4146550" y="2263775"/>
          <p14:tracePt t="27300" x="4179888" y="2281238"/>
          <p14:tracePt t="27317" x="4229100" y="2297113"/>
          <p14:tracePt t="27333" x="4279900" y="2312988"/>
          <p14:tracePt t="27350" x="4313238" y="2330450"/>
          <p14:tracePt t="27367" x="4346575" y="2346325"/>
          <p14:tracePt t="27383" x="4362450" y="2346325"/>
          <p14:tracePt t="27400" x="4387850" y="2346325"/>
          <p14:tracePt t="27417" x="4437063" y="2363788"/>
          <p14:tracePt t="27434" x="4470400" y="2363788"/>
          <p14:tracePt t="27450" x="4537075" y="2379663"/>
          <p14:tracePt t="27467" x="4586288" y="2379663"/>
          <p14:tracePt t="27483" x="4727575" y="2379663"/>
          <p14:tracePt t="27500" x="4876800" y="2379663"/>
          <p14:tracePt t="27518" x="5018088" y="2346325"/>
          <p14:tracePt t="27534" x="5067300" y="2346325"/>
          <p14:tracePt t="27550" x="5100638" y="2330450"/>
          <p14:tracePt t="27567" x="5192713" y="2312988"/>
          <p14:tracePt t="27583" x="5257800" y="2297113"/>
          <p14:tracePt t="27600" x="5275263" y="2281238"/>
          <p14:tracePt t="27617" x="5291138" y="2281238"/>
          <p14:tracePt t="27649" x="5308600" y="2281238"/>
          <p14:tracePt t="28703" x="5324475" y="2281238"/>
          <p14:tracePt t="28717" x="5341938" y="2281238"/>
          <p14:tracePt t="28749" x="5357813" y="2281238"/>
          <p14:tracePt t="28767" x="5373688" y="2281238"/>
          <p14:tracePt t="28784" x="5373688" y="2297113"/>
          <p14:tracePt t="28800" x="5391150" y="2297113"/>
          <p14:tracePt t="28878" x="5407025" y="2297113"/>
          <p14:tracePt t="28933" x="5424488" y="2297113"/>
          <p14:tracePt t="28966" x="5448300" y="2297113"/>
          <p14:tracePt t="29016" x="5465763" y="2297113"/>
          <p14:tracePt t="29049" x="5481638" y="2297113"/>
          <p14:tracePt t="29099" x="5499100" y="2297113"/>
          <p14:tracePt t="29117" x="5532438" y="2297113"/>
          <p14:tracePt t="29133" x="5548313" y="2297113"/>
          <p14:tracePt t="29150" x="5565775" y="2297113"/>
          <p14:tracePt t="29167" x="5599113" y="2312988"/>
          <p14:tracePt t="29184" x="5614988" y="2312988"/>
          <p14:tracePt t="29200" x="5630863" y="2312988"/>
          <p14:tracePt t="29217" x="5648325" y="2312988"/>
          <p14:tracePt t="29234" x="5664200" y="2312988"/>
          <p14:tracePt t="29250" x="5681663" y="2312988"/>
          <p14:tracePt t="29267" x="5705475" y="2312988"/>
          <p14:tracePt t="29284" x="5722938" y="2312988"/>
          <p14:tracePt t="29316" x="5738813" y="2312988"/>
          <p14:tracePt t="29349" x="5756275" y="2312988"/>
          <p14:tracePt t="29367" x="5772150" y="2312988"/>
          <p14:tracePt t="29399" x="5789613" y="2312988"/>
          <p14:tracePt t="29417" x="5805488" y="2312988"/>
          <p14:tracePt t="29434" x="5822950" y="2312988"/>
          <p14:tracePt t="29450" x="5854700" y="2312988"/>
          <p14:tracePt t="29467" x="5872163" y="2312988"/>
          <p14:tracePt t="29483" x="5888038" y="2312988"/>
          <p14:tracePt t="29500" x="5921375" y="2312988"/>
          <p14:tracePt t="29518" x="5954713" y="2312988"/>
          <p14:tracePt t="29534" x="6046788" y="2312988"/>
          <p14:tracePt t="29550" x="6062663" y="2312988"/>
          <p14:tracePt t="29567" x="6129338" y="2312988"/>
          <p14:tracePt t="29583" x="6178550" y="2312988"/>
          <p14:tracePt t="29600" x="6196013" y="2312988"/>
          <p14:tracePt t="29617" x="6211888" y="2312988"/>
          <p14:tracePt t="29633" x="6237288" y="2312988"/>
          <p14:tracePt t="29650" x="6253163" y="2312988"/>
          <p14:tracePt t="29667" x="6270625" y="2312988"/>
          <p14:tracePt t="29699" x="6303963" y="2312988"/>
          <p14:tracePt t="29733" x="6319838" y="2312988"/>
          <p14:tracePt t="29750" x="6337300" y="2312988"/>
          <p14:tracePt t="29833" x="6353175" y="2297113"/>
          <p14:tracePt t="29866" x="6369050" y="2281238"/>
          <p14:tracePt t="29884" x="6386513" y="2281238"/>
          <p14:tracePt t="29900" x="6402388" y="2281238"/>
          <p14:tracePt t="29917" x="6402388" y="2263775"/>
          <p14:tracePt t="29934" x="6419850" y="2263775"/>
          <p14:tracePt t="29950" x="6435725" y="2263775"/>
          <p14:tracePt t="29967" x="6453188" y="2247900"/>
          <p14:tracePt t="30016" x="6469063" y="2247900"/>
          <p14:tracePt t="30118" x="6486525" y="2247900"/>
          <p14:tracePt t="30266" x="6510338" y="2247900"/>
          <p14:tracePt t="30449" x="6527800" y="2247900"/>
          <p14:tracePt t="31516" x="6486525" y="2247900"/>
          <p14:tracePt t="31533" x="6419850" y="2247900"/>
          <p14:tracePt t="31550" x="6337300" y="2263775"/>
          <p14:tracePt t="31567" x="6303963" y="2263775"/>
          <p14:tracePt t="31583" x="6080125" y="2297113"/>
          <p14:tracePt t="31600" x="5789613" y="2330450"/>
          <p14:tracePt t="31617" x="5481638" y="2363788"/>
          <p14:tracePt t="31633" x="5241925" y="2397125"/>
          <p14:tracePt t="31650" x="4876800" y="2420938"/>
          <p14:tracePt t="31667" x="4586288" y="2438400"/>
          <p14:tracePt t="31684" x="4362450" y="2438400"/>
          <p14:tracePt t="31700" x="4197350" y="2438400"/>
          <p14:tracePt t="31717" x="3922713" y="2438400"/>
          <p14:tracePt t="31733" x="3716338" y="2454275"/>
          <p14:tracePt t="31750" x="3582988" y="2471738"/>
          <p14:tracePt t="31767" x="3441700" y="2471738"/>
          <p14:tracePt t="31784" x="3359150" y="2487613"/>
          <p14:tracePt t="31800" x="3251200" y="2505075"/>
          <p14:tracePt t="31817" x="3201988" y="2505075"/>
          <p14:tracePt t="31834" x="3086100" y="2536825"/>
          <p14:tracePt t="31850" x="2944813" y="2570163"/>
          <p14:tracePt t="31867" x="2894013" y="2587625"/>
          <p14:tracePt t="31883" x="2754313" y="2603500"/>
          <p14:tracePt t="31900" x="2720975" y="2603500"/>
          <p14:tracePt t="31917" x="2654300" y="2603500"/>
          <p14:tracePt t="31933" x="2603500" y="2603500"/>
          <p14:tracePt t="32602" x="2603500" y="2620963"/>
          <p14:tracePt t="32617" x="2603500" y="2654300"/>
          <p14:tracePt t="32634" x="2603500" y="2695575"/>
          <p14:tracePt t="32650" x="2620963" y="2811463"/>
          <p14:tracePt t="32667" x="2636838" y="2952750"/>
          <p14:tracePt t="32683" x="2654300" y="3051175"/>
          <p14:tracePt t="32700" x="2670175" y="3101975"/>
          <p14:tracePt t="32717" x="2670175" y="3151188"/>
          <p14:tracePt t="32733" x="2687638" y="3209925"/>
          <p14:tracePt t="32766" x="2687638" y="3241675"/>
          <p14:tracePt t="32783" x="2687638" y="3259138"/>
          <p14:tracePt t="32816" x="2687638" y="3275013"/>
          <p14:tracePt t="32833" x="2687638" y="3292475"/>
          <p14:tracePt t="35182" x="2703513" y="3259138"/>
          <p14:tracePt t="35200" x="2795588" y="3209925"/>
          <p14:tracePt t="35217" x="2860675" y="3167063"/>
          <p14:tracePt t="35234" x="2960688" y="3117850"/>
          <p14:tracePt t="35250" x="3009900" y="3084513"/>
          <p14:tracePt t="35267" x="3101975" y="3051175"/>
          <p14:tracePt t="35283" x="3117850" y="3035300"/>
          <p14:tracePt t="35300" x="3267075" y="2911475"/>
          <p14:tracePt t="35317" x="3325813" y="2894013"/>
          <p14:tracePt t="35334" x="3425825" y="2827338"/>
          <p14:tracePt t="35350" x="3492500" y="2794000"/>
          <p14:tracePt t="35367" x="3557588" y="2760663"/>
          <p14:tracePt t="35383" x="3683000" y="2711450"/>
          <p14:tracePt t="35400" x="3765550" y="2678113"/>
          <p14:tracePt t="35417" x="3856038" y="2654300"/>
          <p14:tracePt t="35434" x="3906838" y="2636838"/>
          <p14:tracePt t="35450" x="3956050" y="2620963"/>
          <p14:tracePt t="35467" x="3989388" y="2620963"/>
          <p14:tracePt t="35483" x="4038600" y="2620963"/>
          <p14:tracePt t="35500" x="4089400" y="2603500"/>
          <p14:tracePt t="35518" x="4197350" y="2603500"/>
          <p14:tracePt t="35534" x="4229100" y="2603500"/>
          <p14:tracePt t="35550" x="4329113" y="2603500"/>
          <p14:tracePt t="35567" x="4470400" y="2603500"/>
          <p14:tracePt t="35583" x="4552950" y="2603500"/>
          <p14:tracePt t="35600" x="4645025" y="2603500"/>
          <p14:tracePt t="35617" x="4760913" y="2603500"/>
          <p14:tracePt t="35633" x="4843463" y="2603500"/>
          <p14:tracePt t="35650" x="4935538" y="2603500"/>
          <p14:tracePt t="35667" x="4967288" y="2603500"/>
          <p14:tracePt t="35683" x="5000625" y="2603500"/>
          <p14:tracePt t="35700" x="5018088" y="2603500"/>
          <p14:tracePt t="35717" x="5033963" y="2620963"/>
          <p14:tracePt t="35734" x="5051425" y="2620963"/>
          <p14:tracePt t="35750" x="5067300" y="2636838"/>
          <p14:tracePt t="35767" x="5084763" y="2654300"/>
          <p14:tracePt t="35784" x="5118100" y="2678113"/>
          <p14:tracePt t="35800" x="5133975" y="2695575"/>
          <p14:tracePt t="35817" x="5149850" y="2711450"/>
          <p14:tracePt t="35833" x="5149850" y="2728913"/>
          <p14:tracePt t="35850" x="5175250" y="2728913"/>
          <p14:tracePt t="35949" x="5192713" y="2744788"/>
          <p14:tracePt t="36870" x="5208588" y="2744788"/>
          <p14:tracePt t="36899" x="5224463" y="2744788"/>
          <p14:tracePt t="36917" x="5241925" y="2728913"/>
          <p14:tracePt t="36949" x="5257800" y="2728913"/>
          <p14:tracePt t="36983" x="5275263" y="2728913"/>
          <p14:tracePt t="37149" x="5257800" y="2728913"/>
          <p14:tracePt t="37167" x="5241925" y="2728913"/>
          <p14:tracePt t="37216" x="5224463" y="2728913"/>
          <p14:tracePt t="37311" x="5224463" y="2711450"/>
          <p14:tracePt t="37368" x="5241925" y="2711450"/>
          <p14:tracePt t="37385" x="5275263" y="2711450"/>
          <p14:tracePt t="37399" x="5308600" y="2695575"/>
          <p14:tracePt t="37417" x="5357813" y="2678113"/>
          <p14:tracePt t="37434" x="5373688" y="2678113"/>
          <p14:tracePt t="37450" x="5424488" y="2678113"/>
          <p14:tracePt t="37467" x="5448300" y="2654300"/>
          <p14:tracePt t="37483" x="5465763" y="2654300"/>
          <p14:tracePt t="37600" x="5448300" y="2654300"/>
          <p14:tracePt t="37632" x="5424488" y="2654300"/>
          <p14:tracePt t="37650" x="5424488" y="2636838"/>
          <p14:tracePt t="37667" x="5407025" y="2636838"/>
          <p14:tracePt t="37683" x="5391150" y="2636838"/>
          <p14:tracePt t="37700" x="5373688" y="2636838"/>
          <p14:tracePt t="37717" x="5357813" y="2636838"/>
          <p14:tracePt t="37733" x="5341938" y="2620963"/>
          <p14:tracePt t="37783" x="5324475" y="2620963"/>
          <p14:tracePt t="37816" x="5308600" y="2620963"/>
          <p14:tracePt t="37849" x="5291138" y="2620963"/>
          <p14:tracePt t="37867" x="5275263" y="2620963"/>
          <p14:tracePt t="37883" x="5257800" y="2620963"/>
          <p14:tracePt t="37900" x="5241925" y="2620963"/>
          <p14:tracePt t="37917" x="5224463" y="2603500"/>
          <p14:tracePt t="37933" x="5208588" y="2603500"/>
          <p14:tracePt t="38269" x="5208588" y="2620963"/>
          <p14:tracePt t="38332" x="5208588" y="2636838"/>
          <p14:tracePt t="38517" x="5224463" y="2636838"/>
          <p14:tracePt t="38533" x="5241925" y="2654300"/>
          <p14:tracePt t="38550" x="5257800" y="2654300"/>
          <p14:tracePt t="38567" x="5291138" y="2654300"/>
          <p14:tracePt t="38584" x="5308600" y="2654300"/>
          <p14:tracePt t="38600" x="5341938" y="2654300"/>
          <p14:tracePt t="38617" x="5357813" y="2654300"/>
          <p14:tracePt t="38633" x="5373688" y="2654300"/>
          <p14:tracePt t="38650" x="5391150" y="2654300"/>
          <p14:tracePt t="38682" x="5407025" y="2654300"/>
          <p14:tracePt t="38718" x="5407025" y="2678113"/>
          <p14:tracePt t="39266" x="5424488" y="2678113"/>
          <p14:tracePt t="39350" x="5448300" y="2678113"/>
          <p14:tracePt t="39383" x="5465763" y="2654300"/>
          <p14:tracePt t="39400" x="5499100" y="2654300"/>
          <p14:tracePt t="39433" x="5565775" y="2636838"/>
          <p14:tracePt t="39450" x="5614988" y="2620963"/>
          <p14:tracePt t="39467" x="5681663" y="2620963"/>
          <p14:tracePt t="39483" x="5722938" y="2603500"/>
          <p14:tracePt t="39500" x="5756275" y="2603500"/>
          <p14:tracePt t="39517" x="5789613" y="2587625"/>
          <p14:tracePt t="39533" x="5805488" y="2587625"/>
          <p14:tracePt t="39550" x="5822950" y="2587625"/>
          <p14:tracePt t="39567" x="5838825" y="2587625"/>
          <p14:tracePt t="39583" x="5854700" y="2587625"/>
          <p14:tracePt t="39616" x="5872163" y="2587625"/>
          <p14:tracePt t="39649" x="5888038" y="2587625"/>
          <p14:tracePt t="39683" x="5905500" y="2587625"/>
          <p14:tracePt t="39716" x="5921375" y="2587625"/>
          <p14:tracePt t="39749" x="5938838" y="2587625"/>
          <p14:tracePt t="39767" x="5954713" y="2587625"/>
          <p14:tracePt t="39784" x="5995988" y="2587625"/>
          <p14:tracePt t="39800" x="6029325" y="2603500"/>
          <p14:tracePt t="39817" x="6062663" y="2603500"/>
          <p14:tracePt t="39833" x="6096000" y="2620963"/>
          <p14:tracePt t="39850" x="6145213" y="2636838"/>
          <p14:tracePt t="39867" x="6178550" y="2636838"/>
          <p14:tracePt t="39883" x="6196013" y="2636838"/>
          <p14:tracePt t="39900" x="6253163" y="2654300"/>
          <p14:tracePt t="39917" x="6286500" y="2654300"/>
          <p14:tracePt t="39933" x="6337300" y="2678113"/>
          <p14:tracePt t="39950" x="6386513" y="2678113"/>
          <p14:tracePt t="39967" x="6435725" y="2695575"/>
          <p14:tracePt t="39983" x="6453188" y="2695575"/>
          <p14:tracePt t="40000" x="6486525" y="2695575"/>
          <p14:tracePt t="40017" x="6527800" y="2695575"/>
          <p14:tracePt t="40321" x="6510338" y="2695575"/>
          <p14:tracePt t="40334" x="6435725" y="2695575"/>
          <p14:tracePt t="40350" x="6353175" y="2711450"/>
          <p14:tracePt t="40367" x="6178550" y="2778125"/>
          <p14:tracePt t="40383" x="6046788" y="2811463"/>
          <p14:tracePt t="40400" x="5921375" y="2844800"/>
          <p14:tracePt t="40417" x="5722938" y="2878138"/>
          <p14:tracePt t="40433" x="5448300" y="2911475"/>
          <p14:tracePt t="40450" x="5084763" y="2968625"/>
          <p14:tracePt t="40467" x="4603750" y="2968625"/>
          <p14:tracePt t="40483" x="4213225" y="2968625"/>
          <p14:tracePt t="40500" x="3940175" y="2968625"/>
          <p14:tracePt t="40517" x="3781425" y="2968625"/>
          <p14:tracePt t="40533" x="3632200" y="2968625"/>
          <p14:tracePt t="40550" x="3475038" y="2968625"/>
          <p14:tracePt t="40567" x="3300413" y="2968625"/>
          <p14:tracePt t="40583" x="3086100" y="2968625"/>
          <p14:tracePt t="40600" x="3009900" y="2968625"/>
          <p14:tracePt t="40617" x="2770188" y="2986088"/>
          <p14:tracePt t="40633" x="2603500" y="2986088"/>
          <p14:tracePt t="40650" x="2463800" y="3001963"/>
          <p14:tracePt t="40666" x="2363788" y="3001963"/>
          <p14:tracePt t="40683" x="2297113" y="3017838"/>
          <p14:tracePt t="40700" x="2155825" y="3035300"/>
          <p14:tracePt t="41267" x="2173288" y="3035300"/>
          <p14:tracePt t="41284" x="2222500" y="3035300"/>
          <p14:tracePt t="41300" x="2281238" y="3035300"/>
          <p14:tracePt t="41317" x="2379663" y="3035300"/>
          <p14:tracePt t="41333" x="2397125" y="3051175"/>
          <p14:tracePt t="41350" x="2430463" y="3051175"/>
          <p14:tracePt t="41367" x="2446338" y="3051175"/>
          <p14:tracePt t="41416" x="2463800" y="3051175"/>
          <p14:tracePt t="41549" x="2479675" y="3068638"/>
          <p14:tracePt t="41883" x="2497138" y="3068638"/>
          <p14:tracePt t="41900" x="2513013" y="3068638"/>
          <p14:tracePt t="41917" x="2587625" y="3051175"/>
          <p14:tracePt t="41933" x="2687638" y="3051175"/>
          <p14:tracePt t="41950" x="2770188" y="3051175"/>
          <p14:tracePt t="41967" x="2860675" y="3051175"/>
          <p14:tracePt t="41983" x="2927350" y="3051175"/>
          <p14:tracePt t="42000" x="2994025" y="3068638"/>
          <p14:tracePt t="42017" x="3027363" y="3084513"/>
          <p14:tracePt t="42033" x="3086100" y="3101975"/>
          <p14:tracePt t="42050" x="3117850" y="3117850"/>
          <p14:tracePt t="42083" x="3135313" y="3117850"/>
          <p14:tracePt t="42100" x="3135313" y="3135313"/>
          <p14:tracePt t="42133" x="3151188" y="3135313"/>
          <p14:tracePt t="42150" x="3168650" y="3151188"/>
          <p14:tracePt t="47637" x="3168650" y="3192463"/>
          <p14:tracePt t="47653" x="3168650" y="3209925"/>
          <p14:tracePt t="47668" x="3168650" y="3259138"/>
          <p14:tracePt t="47684" x="3168650" y="3275013"/>
          <p14:tracePt t="47700" x="3201988" y="3341688"/>
          <p14:tracePt t="47717" x="3235325" y="3390900"/>
          <p14:tracePt t="47733" x="3341688" y="3516313"/>
          <p14:tracePt t="47750" x="3392488" y="3565525"/>
          <p14:tracePt t="47767" x="3425825" y="3582988"/>
          <p14:tracePt t="47783" x="3459163" y="3616325"/>
          <p14:tracePt t="47800" x="3508375" y="3632200"/>
          <p14:tracePt t="47817" x="3598863" y="3706813"/>
          <p14:tracePt t="47833" x="3683000" y="3756025"/>
          <p14:tracePt t="47850" x="3873500" y="3905250"/>
          <p14:tracePt t="47867" x="3922713" y="3963988"/>
          <p14:tracePt t="47883" x="4005263" y="4046538"/>
          <p14:tracePt t="47900" x="4038600" y="4097338"/>
          <p14:tracePt t="47917" x="4071938" y="4129088"/>
          <p14:tracePt t="47933" x="4113213" y="4162425"/>
          <p14:tracePt t="47950" x="4130675" y="4179888"/>
          <p14:tracePt t="47999" x="4146550" y="4203700"/>
          <p14:tracePt t="48032" x="4146550" y="4254500"/>
          <p14:tracePt t="48050" x="4146550" y="4287838"/>
          <p14:tracePt t="48067" x="4146550" y="4337050"/>
          <p14:tracePt t="48083" x="4146550" y="4370388"/>
          <p14:tracePt t="48100" x="4113213" y="4419600"/>
          <p14:tracePt t="48117" x="4056063" y="4494213"/>
          <p14:tracePt t="48133" x="4022725" y="4511675"/>
          <p14:tracePt t="48150" x="3940175" y="4527550"/>
          <p14:tracePt t="48167" x="3832225" y="4545013"/>
          <p14:tracePt t="48183" x="3748088" y="4545013"/>
          <p14:tracePt t="48200" x="3616325" y="4545013"/>
          <p14:tracePt t="48216" x="3508375" y="4545013"/>
          <p14:tracePt t="48233" x="3392488" y="4511675"/>
          <p14:tracePt t="48250" x="3359150" y="4511675"/>
          <p14:tracePt t="48266" x="3325813" y="4511675"/>
          <p14:tracePt t="48283" x="3267075" y="4494213"/>
          <p14:tracePt t="48300" x="3217863" y="4460875"/>
          <p14:tracePt t="48317" x="3168650" y="4419600"/>
          <p14:tracePt t="48333" x="3117850" y="4403725"/>
          <p14:tracePt t="48350" x="3027363" y="4352925"/>
          <p14:tracePt t="48367" x="2978150" y="4321175"/>
          <p14:tracePt t="48383" x="2894013" y="4270375"/>
          <p14:tracePt t="48400" x="2860675" y="4254500"/>
          <p14:tracePt t="48417" x="2795588" y="4221163"/>
          <p14:tracePt t="48433" x="2770188" y="4203700"/>
          <p14:tracePt t="48450" x="2754313" y="4179888"/>
          <p14:tracePt t="48483" x="2736850" y="4179888"/>
          <p14:tracePt t="48642" x="2754313" y="4179888"/>
          <p14:tracePt t="48650" x="2770188" y="4179888"/>
          <p14:tracePt t="48667" x="2811463" y="4179888"/>
          <p14:tracePt t="48683" x="2844800" y="4179888"/>
          <p14:tracePt t="48700" x="2860675" y="4179888"/>
          <p14:tracePt t="48716" x="2894013" y="4203700"/>
          <p14:tracePt t="48733" x="2911475" y="4203700"/>
          <p14:tracePt t="48750" x="2927350" y="4203700"/>
          <p14:tracePt t="48767" x="2944813" y="4203700"/>
          <p14:tracePt t="48799" x="2960688" y="4203700"/>
          <p14:tracePt t="48817" x="2978150" y="4203700"/>
          <p14:tracePt t="48919" x="2978150" y="4221163"/>
          <p14:tracePt t="49229" x="2994025" y="4221163"/>
          <p14:tracePt t="49250" x="3027363" y="4221163"/>
          <p14:tracePt t="49266" x="3068638" y="4221163"/>
          <p14:tracePt t="49283" x="3117850" y="4221163"/>
          <p14:tracePt t="49300" x="3201988" y="4221163"/>
          <p14:tracePt t="49316" x="3300413" y="4221163"/>
          <p14:tracePt t="49333" x="3359150" y="4221163"/>
          <p14:tracePt t="49350" x="3425825" y="4221163"/>
          <p14:tracePt t="49366" x="3441700" y="4221163"/>
          <p14:tracePt t="49383" x="3475038" y="4221163"/>
          <p14:tracePt t="49416" x="3492500" y="4221163"/>
          <p14:tracePt t="49482" x="3508375" y="4221163"/>
          <p14:tracePt t="49718" x="3492500" y="4221163"/>
          <p14:tracePt t="49749" x="3441700" y="4203700"/>
          <p14:tracePt t="49767" x="3359150" y="4162425"/>
          <p14:tracePt t="49784" x="3251200" y="4097338"/>
          <p14:tracePt t="49800" x="3217863" y="4064000"/>
          <p14:tracePt t="49816" x="3184525" y="4046538"/>
          <p14:tracePt t="49833" x="3168650" y="4013200"/>
          <p14:tracePt t="49850" x="3151188" y="4013200"/>
          <p14:tracePt t="49867" x="3135313" y="3997325"/>
          <p14:tracePt t="51166" x="3135313" y="3979863"/>
          <p14:tracePt t="51358" x="3151188" y="3979863"/>
          <p14:tracePt t="51432" x="3168650" y="3979863"/>
          <p14:tracePt t="51465" x="3184525" y="3979863"/>
          <p14:tracePt t="51483" x="3184525" y="3997325"/>
          <p14:tracePt t="51517" x="3201988" y="3997325"/>
          <p14:tracePt t="51668" x="3201988" y="4013200"/>
          <p14:tracePt t="52182" x="3217863" y="4030663"/>
          <p14:tracePt t="52200" x="3267075" y="4046538"/>
          <p14:tracePt t="52217" x="3300413" y="4064000"/>
          <p14:tracePt t="52233" x="3341688" y="4079875"/>
          <p14:tracePt t="52250" x="3375025" y="4097338"/>
          <p14:tracePt t="52267" x="3408363" y="4113213"/>
          <p14:tracePt t="52283" x="3425825" y="4113213"/>
          <p14:tracePt t="52300" x="3441700" y="4113213"/>
          <p14:tracePt t="52317" x="3508375" y="4129088"/>
          <p14:tracePt t="52333" x="3557588" y="4129088"/>
          <p14:tracePt t="52350" x="3665538" y="4129088"/>
          <p14:tracePt t="52366" x="3732213" y="4129088"/>
          <p14:tracePt t="52383" x="3856038" y="4129088"/>
          <p14:tracePt t="52400" x="3889375" y="4129088"/>
          <p14:tracePt t="52416" x="3973513" y="4129088"/>
          <p14:tracePt t="52433" x="4038600" y="4113213"/>
          <p14:tracePt t="52450" x="4071938" y="4113213"/>
          <p14:tracePt t="52467" x="4164013" y="4097338"/>
          <p14:tracePt t="52483" x="4229100" y="4079875"/>
          <p14:tracePt t="52500" x="4262438" y="4079875"/>
          <p14:tracePt t="52517" x="4295775" y="4079875"/>
          <p14:tracePt t="52533" x="4362450" y="4079875"/>
          <p14:tracePt t="52550" x="4421188" y="4079875"/>
          <p14:tracePt t="52567" x="4486275" y="4079875"/>
          <p14:tracePt t="52583" x="4537075" y="4097338"/>
          <p14:tracePt t="52600" x="4570413" y="4129088"/>
          <p14:tracePt t="52617" x="4603750" y="4162425"/>
          <p14:tracePt t="53316" x="4619625" y="4162425"/>
          <p14:tracePt t="53333" x="4660900" y="4162425"/>
          <p14:tracePt t="53350" x="4743450" y="4146550"/>
          <p14:tracePt t="53367" x="4776788" y="4146550"/>
          <p14:tracePt t="53383" x="4860925" y="4146550"/>
          <p14:tracePt t="53400" x="4951413" y="4129088"/>
          <p14:tracePt t="53416" x="5033963" y="4129088"/>
          <p14:tracePt t="53433" x="5067300" y="4129088"/>
          <p14:tracePt t="53450" x="5100638" y="4129088"/>
          <p14:tracePt t="53467" x="5118100" y="4129088"/>
          <p14:tracePt t="53483" x="5133975" y="4129088"/>
          <p14:tracePt t="55266" x="5100638" y="4129088"/>
          <p14:tracePt t="55283" x="5067300" y="4129088"/>
          <p14:tracePt t="55300" x="5000625" y="4113213"/>
          <p14:tracePt t="55317" x="4951413" y="4113213"/>
          <p14:tracePt t="55333" x="4918075" y="4113213"/>
          <p14:tracePt t="55350" x="4810125" y="4113213"/>
          <p14:tracePt t="55367" x="4760913" y="4113213"/>
          <p14:tracePt t="55383" x="4645025" y="4113213"/>
          <p14:tracePt t="55400" x="4619625" y="4113213"/>
          <p14:tracePt t="55416" x="4552950" y="4146550"/>
          <p14:tracePt t="55433" x="4503738" y="4162425"/>
          <p14:tracePt t="55450" x="4421188" y="4221163"/>
          <p14:tracePt t="55466" x="4362450" y="4254500"/>
          <p14:tracePt t="55483" x="4295775" y="4287838"/>
          <p14:tracePt t="55500" x="4262438" y="4321175"/>
          <p14:tracePt t="55517" x="4164013" y="4386263"/>
          <p14:tracePt t="55533" x="4130675" y="4403725"/>
          <p14:tracePt t="55550" x="4022725" y="4460875"/>
          <p14:tracePt t="55567" x="3956050" y="4494213"/>
          <p14:tracePt t="55583" x="3873500" y="4527550"/>
          <p14:tracePt t="55600" x="3856038" y="4545013"/>
          <p14:tracePt t="55617" x="3832225" y="4545013"/>
          <p14:tracePt t="55633" x="3814763" y="4560888"/>
          <p14:tracePt t="55716" x="3814763" y="4576763"/>
          <p14:tracePt t="55733" x="3814763" y="4594225"/>
          <p14:tracePt t="55750" x="3814763" y="4610100"/>
          <p14:tracePt t="55767" x="3814763" y="4627563"/>
          <p14:tracePt t="55783" x="3814763" y="4643438"/>
          <p14:tracePt t="55816" x="3814763" y="4660900"/>
          <p14:tracePt t="55833" x="3814763" y="4676775"/>
          <p14:tracePt t="56419" x="3814763" y="4660900"/>
          <p14:tracePt t="56449" x="3814763" y="4627563"/>
          <p14:tracePt t="56467" x="3814763" y="4545013"/>
          <p14:tracePt t="56483" x="3798888" y="4527550"/>
          <p14:tracePt t="56500" x="3781425" y="4460875"/>
          <p14:tracePt t="56517" x="3781425" y="4419600"/>
          <p14:tracePt t="56533" x="3781425" y="4386263"/>
          <p14:tracePt t="56550" x="3781425" y="4370388"/>
          <p14:tracePt t="56567" x="3765550" y="4370388"/>
          <p14:tracePt t="56590" x="3765550" y="4352925"/>
          <p14:tracePt t="56649" x="3716338" y="4337050"/>
          <p14:tracePt t="56667" x="3632200" y="4270375"/>
          <p14:tracePt t="56682" x="3441700" y="4113213"/>
          <p14:tracePt t="56700" x="3392488" y="4079875"/>
          <p14:tracePt t="56717" x="3300413" y="4030663"/>
          <p14:tracePt t="56733" x="3267075" y="4013200"/>
          <p14:tracePt t="56750" x="3235325" y="3997325"/>
          <p14:tracePt t="56766" x="3217863" y="3979863"/>
          <p14:tracePt t="56783" x="3201988" y="3963988"/>
          <p14:tracePt t="57249" x="3184525" y="3979863"/>
          <p14:tracePt t="57282" x="3168650" y="3979863"/>
          <p14:tracePt t="57300" x="3151188" y="3997325"/>
          <p14:tracePt t="57317" x="3135313" y="3997325"/>
          <p14:tracePt t="57333" x="3117850" y="3997325"/>
          <p14:tracePt t="57350" x="3101975" y="4013200"/>
          <p14:tracePt t="57382" x="3086100" y="4030663"/>
          <p14:tracePt t="57416" x="3086100" y="4046538"/>
          <p14:tracePt t="57433" x="3068638" y="4046538"/>
          <p14:tracePt t="57450" x="3068638" y="4064000"/>
          <p14:tracePt t="57499" x="3068638" y="4079875"/>
          <p14:tracePt t="58683" x="3086100" y="4064000"/>
          <p14:tracePt t="58719" x="3117850" y="4064000"/>
          <p14:tracePt t="58733" x="3135313" y="4046538"/>
          <p14:tracePt t="58750" x="3184525" y="4046538"/>
          <p14:tracePt t="58767" x="3201988" y="4046538"/>
          <p14:tracePt t="58784" x="3235325" y="4046538"/>
          <p14:tracePt t="58800" x="3284538" y="4079875"/>
          <p14:tracePt t="58817" x="3300413" y="4097338"/>
          <p14:tracePt t="58833" x="3359150" y="4113213"/>
          <p14:tracePt t="58850" x="3375025" y="4113213"/>
          <p14:tracePt t="58867" x="3392488" y="4129088"/>
          <p14:tracePt t="58902" x="3408363" y="4146550"/>
          <p14:tracePt t="59796" x="3425825" y="4146550"/>
          <p14:tracePt t="59804" x="3441700" y="4146550"/>
          <p14:tracePt t="59817" x="3459163" y="4146550"/>
          <p14:tracePt t="59833" x="3475038" y="4146550"/>
          <p14:tracePt t="59850" x="3557588" y="4129088"/>
          <p14:tracePt t="59867" x="3616325" y="4129088"/>
          <p14:tracePt t="59883" x="3732213" y="4113213"/>
          <p14:tracePt t="59900" x="3798888" y="4113213"/>
          <p14:tracePt t="59917" x="3873500" y="4113213"/>
          <p14:tracePt t="59933" x="3989388" y="4113213"/>
          <p14:tracePt t="59950" x="4056063" y="4113213"/>
          <p14:tracePt t="59967" x="4164013" y="4113213"/>
          <p14:tracePt t="59983" x="4470400" y="4113213"/>
          <p14:tracePt t="60000" x="4694238" y="4113213"/>
          <p14:tracePt t="60017" x="4794250" y="4079875"/>
          <p14:tracePt t="60033" x="5051425" y="4030663"/>
          <p14:tracePt t="60050" x="5192713" y="3979863"/>
          <p14:tracePt t="60067" x="5391150" y="3922713"/>
          <p14:tracePt t="60083" x="5532438" y="3856038"/>
          <p14:tracePt t="60100" x="5648325" y="3822700"/>
          <p14:tracePt t="60117" x="5789613" y="3789363"/>
          <p14:tracePt t="60133" x="5888038" y="3756025"/>
          <p14:tracePt t="60150" x="5954713" y="3740150"/>
          <p14:tracePt t="60167" x="6029325" y="3722688"/>
          <p14:tracePt t="60183" x="6046788" y="3706813"/>
          <p14:tracePt t="60200" x="6062663" y="3706813"/>
          <p14:tracePt t="60217" x="6080125" y="3690938"/>
          <p14:tracePt t="60252" x="6111875" y="3665538"/>
          <p14:tracePt t="60266" x="6145213" y="3648075"/>
          <p14:tracePt t="60284" x="6196013" y="3598863"/>
          <p14:tracePt t="60300" x="6237288" y="3582988"/>
          <p14:tracePt t="60317" x="6319838" y="3532188"/>
          <p14:tracePt t="60333" x="6369050" y="3467100"/>
          <p14:tracePt t="60350" x="6435725" y="3433763"/>
          <p14:tracePt t="60367" x="6453188" y="3408363"/>
          <p14:tracePt t="60383" x="6510338" y="3375025"/>
          <p14:tracePt t="60400" x="6527800" y="3359150"/>
          <p14:tracePt t="60417" x="6592888" y="3325813"/>
          <p14:tracePt t="60433" x="6626225" y="3308350"/>
          <p14:tracePt t="60450" x="6659563" y="3275013"/>
          <p14:tracePt t="60467" x="6692900" y="3259138"/>
          <p14:tracePt t="60484" x="6710363" y="3259138"/>
          <p14:tracePt t="60517" x="6726238" y="3259138"/>
          <p14:tracePt t="60583" x="6726238" y="3292475"/>
          <p14:tracePt t="60600" x="6726238" y="3325813"/>
          <p14:tracePt t="60617" x="6692900" y="3408363"/>
          <p14:tracePt t="60633" x="6659563" y="3498850"/>
          <p14:tracePt t="60650" x="6626225" y="3582988"/>
          <p14:tracePt t="60667" x="6626225" y="3632200"/>
          <p14:tracePt t="60683" x="6592888" y="3690938"/>
          <p14:tracePt t="60700" x="6577013" y="3789363"/>
          <p14:tracePt t="60717" x="6577013" y="3806825"/>
          <p14:tracePt t="60733" x="6543675" y="3922713"/>
          <p14:tracePt t="60750" x="6527800" y="4046538"/>
          <p14:tracePt t="60767" x="6510338" y="4129088"/>
          <p14:tracePt t="60784" x="6486525" y="4179888"/>
          <p14:tracePt t="60800" x="6469063" y="4254500"/>
          <p14:tracePt t="60817" x="6435725" y="4352925"/>
          <p14:tracePt t="60833" x="6435725" y="4386263"/>
          <p14:tracePt t="60850" x="6402388" y="4478338"/>
          <p14:tracePt t="60867" x="6386513" y="4527550"/>
          <p14:tracePt t="60883" x="6369050" y="4610100"/>
          <p14:tracePt t="60900" x="6369050" y="4643438"/>
          <p14:tracePt t="60917" x="6353175" y="4751388"/>
          <p14:tracePt t="60933" x="6337300" y="4784725"/>
          <p14:tracePt t="60950" x="6337300" y="4918075"/>
          <p14:tracePt t="60967" x="6319838" y="4975225"/>
          <p14:tracePt t="60983" x="6303963" y="5108575"/>
          <p14:tracePt t="61000" x="6286500" y="5232400"/>
          <p14:tracePt t="61017" x="6286500" y="5281613"/>
          <p14:tracePt t="61033" x="6286500" y="5314950"/>
          <p14:tracePt t="61050" x="6286500" y="5414963"/>
          <p14:tracePt t="61067" x="6286500" y="5473700"/>
          <p14:tracePt t="61083" x="6286500" y="5507038"/>
          <p14:tracePt t="61916" x="6286500" y="5448300"/>
          <p14:tracePt t="61934" x="6319838" y="5332413"/>
          <p14:tracePt t="61950" x="6402388" y="5026025"/>
          <p14:tracePt t="61967" x="6469063" y="4660900"/>
          <p14:tracePt t="61983" x="6486525" y="4576763"/>
          <p14:tracePt t="62000" x="6527800" y="4203700"/>
          <p14:tracePt t="62017" x="6527800" y="3773488"/>
          <p14:tracePt t="62033" x="6486525" y="3433763"/>
          <p14:tracePt t="62050" x="6453188" y="3209925"/>
          <p14:tracePt t="62067" x="6386513" y="2603500"/>
          <p14:tracePt t="62083" x="6353175" y="2312988"/>
          <p14:tracePt t="62100" x="6353175" y="1990725"/>
          <p14:tracePt t="62117" x="6303963" y="1201738"/>
          <p14:tracePt t="62133" x="6270625" y="33338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B7787-26FA-0F34-B0A5-68D6B3921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2305C-6B49-CA38-9006-24D490087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최적화 구현 방법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VPCLMULQDQ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4E2D8-4FC4-A0C9-F2F6-FEFB64F307CE}"/>
              </a:ext>
            </a:extLst>
          </p:cNvPr>
          <p:cNvSpPr txBox="1"/>
          <p:nvPr/>
        </p:nvSpPr>
        <p:spPr>
          <a:xfrm>
            <a:off x="606356" y="1176827"/>
            <a:ext cx="10979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 err="1"/>
              <a:t>AIMer</a:t>
            </a:r>
            <a:r>
              <a:rPr kumimoji="1" lang="en-US" altLang="ko-KR" dirty="0"/>
              <a:t>:</a:t>
            </a:r>
            <a:r>
              <a:rPr kumimoji="1" lang="ko-KR" altLang="en-US" dirty="0"/>
              <a:t> 영지식증명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MPCitH</a:t>
            </a:r>
            <a:r>
              <a:rPr kumimoji="1" lang="en-US" altLang="ko-KR" dirty="0"/>
              <a:t>) </a:t>
            </a:r>
            <a:r>
              <a:rPr kumimoji="1" lang="ko-KR" altLang="en-US" dirty="0"/>
              <a:t>사용 </a:t>
            </a:r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ko-KR" altLang="en-US" dirty="0">
                <a:sym typeface="Wingdings" pitchFamily="2" charset="2"/>
              </a:rPr>
              <a:t>파티</a:t>
            </a:r>
            <a:r>
              <a:rPr kumimoji="1" lang="en-US" altLang="ko-KR" dirty="0">
                <a:sym typeface="Wingdings" pitchFamily="2" charset="2"/>
              </a:rPr>
              <a:t>(</a:t>
            </a:r>
            <a:r>
              <a:rPr kumimoji="1" lang="ko-KR" altLang="en-US" dirty="0">
                <a:sym typeface="Wingdings" pitchFamily="2" charset="2"/>
              </a:rPr>
              <a:t>가상 참가자</a:t>
            </a:r>
            <a:r>
              <a:rPr kumimoji="1" lang="en-US" altLang="ko-KR" dirty="0">
                <a:sym typeface="Wingdings" pitchFamily="2" charset="2"/>
              </a:rPr>
              <a:t>)</a:t>
            </a:r>
            <a:r>
              <a:rPr kumimoji="1" lang="ko-KR" altLang="en-US" dirty="0">
                <a:sym typeface="Wingdings" pitchFamily="2" charset="2"/>
              </a:rPr>
              <a:t>가 </a:t>
            </a:r>
            <a:r>
              <a:rPr kumimoji="1" lang="en-US" altLang="ko-KR" dirty="0">
                <a:sym typeface="Wingdings" pitchFamily="2" charset="2"/>
              </a:rPr>
              <a:t>GF </a:t>
            </a:r>
            <a:r>
              <a:rPr kumimoji="1" lang="ko-KR" altLang="en-US" dirty="0">
                <a:sym typeface="Wingdings" pitchFamily="2" charset="2"/>
              </a:rPr>
              <a:t>계산 수행 </a:t>
            </a:r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ko-KR" altLang="en-US" dirty="0">
                <a:sym typeface="Wingdings" pitchFamily="2" charset="2"/>
              </a:rPr>
              <a:t>파티를 </a:t>
            </a:r>
            <a:r>
              <a:rPr kumimoji="1" lang="en-US" altLang="ko-KR" dirty="0">
                <a:sym typeface="Wingdings" pitchFamily="2" charset="2"/>
              </a:rPr>
              <a:t>4</a:t>
            </a:r>
            <a:r>
              <a:rPr kumimoji="1" lang="ko-KR" altLang="en-US" dirty="0">
                <a:sym typeface="Wingdings" pitchFamily="2" charset="2"/>
              </a:rPr>
              <a:t>개씩 묶어 성능 개선</a:t>
            </a:r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FA8E8A-4EB7-2F0D-C672-097FBA8C4494}"/>
              </a:ext>
            </a:extLst>
          </p:cNvPr>
          <p:cNvSpPr txBox="1"/>
          <p:nvPr/>
        </p:nvSpPr>
        <p:spPr>
          <a:xfrm>
            <a:off x="8117359" y="1568410"/>
            <a:ext cx="3495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ko-KR" altLang="en-US" dirty="0"/>
              <a:t>기존 </a:t>
            </a:r>
            <a:r>
              <a:rPr kumimoji="1" lang="en-US" altLang="ko-KR" dirty="0"/>
              <a:t>AVX2</a:t>
            </a:r>
            <a:r>
              <a:rPr kumimoji="1" lang="ko-KR" altLang="en-US" dirty="0"/>
              <a:t>는</a:t>
            </a:r>
            <a:r>
              <a:rPr kumimoji="1" lang="en-US" altLang="ko-KR" dirty="0"/>
              <a:t> 2</a:t>
            </a:r>
            <a:r>
              <a:rPr kumimoji="1" lang="ko-KR" altLang="en-US" dirty="0"/>
              <a:t>개씩 묶어 계산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5A4CEE-725E-B45F-0C8E-E19E42C8CAD4}"/>
              </a:ext>
            </a:extLst>
          </p:cNvPr>
          <p:cNvGrpSpPr/>
          <p:nvPr/>
        </p:nvGrpSpPr>
        <p:grpSpPr>
          <a:xfrm>
            <a:off x="411920" y="1753075"/>
            <a:ext cx="3010290" cy="5082673"/>
            <a:chOff x="555908" y="841972"/>
            <a:chExt cx="3022600" cy="6016028"/>
          </a:xfrm>
        </p:grpSpPr>
        <p:pic>
          <p:nvPicPr>
            <p:cNvPr id="8" name="그림 7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7823269-A030-C599-F846-F3690A319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908" y="841972"/>
              <a:ext cx="3022600" cy="3945928"/>
            </a:xfrm>
            <a:prstGeom prst="rect">
              <a:avLst/>
            </a:prstGeom>
          </p:spPr>
        </p:pic>
        <p:pic>
          <p:nvPicPr>
            <p:cNvPr id="9" name="그림 8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F91B118-01DD-0A92-E1CE-BA098F901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908" y="4787900"/>
              <a:ext cx="3022600" cy="2070100"/>
            </a:xfrm>
            <a:prstGeom prst="rect">
              <a:avLst/>
            </a:prstGeom>
          </p:spPr>
        </p:pic>
      </p:grpSp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5BF621-0E6B-DAAF-42D0-81F85BDB4C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4110" y="1772728"/>
            <a:ext cx="4102100" cy="345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F8455B-94DE-E64A-C825-BD2C386F3F7E}"/>
              </a:ext>
            </a:extLst>
          </p:cNvPr>
          <p:cNvSpPr txBox="1"/>
          <p:nvPr/>
        </p:nvSpPr>
        <p:spPr>
          <a:xfrm>
            <a:off x="411920" y="1526507"/>
            <a:ext cx="5180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AVX2</a:t>
            </a:r>
            <a:endParaRPr kumimoji="1" lang="ko-KR" altLang="en-US" sz="10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029155-934A-9188-CAF2-E88CFFA46380}"/>
              </a:ext>
            </a:extLst>
          </p:cNvPr>
          <p:cNvSpPr/>
          <p:nvPr/>
        </p:nvSpPr>
        <p:spPr>
          <a:xfrm>
            <a:off x="1819747" y="2288172"/>
            <a:ext cx="869133" cy="177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BA3F74-0F2C-8200-6919-371603B125FD}"/>
              </a:ext>
            </a:extLst>
          </p:cNvPr>
          <p:cNvSpPr txBox="1"/>
          <p:nvPr/>
        </p:nvSpPr>
        <p:spPr>
          <a:xfrm>
            <a:off x="3533781" y="1546159"/>
            <a:ext cx="6591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b="1" dirty="0"/>
              <a:t>AVX512</a:t>
            </a:r>
            <a:endParaRPr kumimoji="1" lang="ko-KR" altLang="en-US" sz="10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1B4A2D2-72BC-5F5D-A8E9-C152BE6A6D89}"/>
              </a:ext>
            </a:extLst>
          </p:cNvPr>
          <p:cNvSpPr/>
          <p:nvPr/>
        </p:nvSpPr>
        <p:spPr>
          <a:xfrm>
            <a:off x="5190593" y="2513220"/>
            <a:ext cx="974817" cy="1847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CBC0663-D2A2-76DD-C53B-B840E5E46777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2688880" y="2377032"/>
            <a:ext cx="2501713" cy="2285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7D7564-F042-F3DF-B3A1-0A70AE667195}"/>
              </a:ext>
            </a:extLst>
          </p:cNvPr>
          <p:cNvSpPr/>
          <p:nvPr/>
        </p:nvSpPr>
        <p:spPr>
          <a:xfrm>
            <a:off x="930011" y="3076309"/>
            <a:ext cx="869133" cy="177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C6D8307-EAA3-C718-2488-30867DC7E8A2}"/>
              </a:ext>
            </a:extLst>
          </p:cNvPr>
          <p:cNvSpPr/>
          <p:nvPr/>
        </p:nvSpPr>
        <p:spPr>
          <a:xfrm>
            <a:off x="4495565" y="2969343"/>
            <a:ext cx="1199065" cy="1847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D929110-83F3-82B0-D0B6-53ED0B26F551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1799144" y="3061700"/>
            <a:ext cx="2696421" cy="1034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F3F7DC4-A295-3FD0-80C6-0D3798672225}"/>
              </a:ext>
            </a:extLst>
          </p:cNvPr>
          <p:cNvSpPr txBox="1"/>
          <p:nvPr/>
        </p:nvSpPr>
        <p:spPr>
          <a:xfrm>
            <a:off x="8117359" y="3138009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_mm512_clmulepi64_epi128</a:t>
            </a:r>
            <a:endParaRPr kumimoji="1"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B3A32A-EF47-EC8A-9BB4-A79664609244}"/>
              </a:ext>
            </a:extLst>
          </p:cNvPr>
          <p:cNvSpPr/>
          <p:nvPr/>
        </p:nvSpPr>
        <p:spPr>
          <a:xfrm>
            <a:off x="8280790" y="3156115"/>
            <a:ext cx="869133" cy="3357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7D70E85-A4E6-3078-E1BA-116E883AA77B}"/>
              </a:ext>
            </a:extLst>
          </p:cNvPr>
          <p:cNvSpPr/>
          <p:nvPr/>
        </p:nvSpPr>
        <p:spPr>
          <a:xfrm>
            <a:off x="9186136" y="3156115"/>
            <a:ext cx="582554" cy="3357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EAEAF54-30FB-DF67-5892-9A8094E5CC7C}"/>
              </a:ext>
            </a:extLst>
          </p:cNvPr>
          <p:cNvSpPr/>
          <p:nvPr/>
        </p:nvSpPr>
        <p:spPr>
          <a:xfrm>
            <a:off x="10441094" y="3154823"/>
            <a:ext cx="703722" cy="3357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C27479-80F5-A2A0-1977-DFA7607E9898}"/>
              </a:ext>
            </a:extLst>
          </p:cNvPr>
          <p:cNvSpPr txBox="1"/>
          <p:nvPr/>
        </p:nvSpPr>
        <p:spPr>
          <a:xfrm>
            <a:off x="8129298" y="4347135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512bit </a:t>
            </a:r>
            <a:r>
              <a:rPr kumimoji="1" lang="ko-KR" altLang="en-US" sz="1050" dirty="0"/>
              <a:t>레지스터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E57EAA-28BC-C254-3F64-9A0592B62C81}"/>
              </a:ext>
            </a:extLst>
          </p:cNvPr>
          <p:cNvSpPr txBox="1"/>
          <p:nvPr/>
        </p:nvSpPr>
        <p:spPr>
          <a:xfrm>
            <a:off x="9102951" y="396558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050" dirty="0" err="1"/>
              <a:t>비트곱셈</a:t>
            </a:r>
            <a:endParaRPr kumimoji="1" lang="ko-KR" altLang="en-US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FE298B-3D7F-2338-6B0D-6FDBBF20DEAC}"/>
              </a:ext>
            </a:extLst>
          </p:cNvPr>
          <p:cNvSpPr txBox="1"/>
          <p:nvPr/>
        </p:nvSpPr>
        <p:spPr>
          <a:xfrm>
            <a:off x="10008125" y="3740875"/>
            <a:ext cx="15696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128bit </a:t>
            </a:r>
            <a:r>
              <a:rPr kumimoji="1" lang="ko-KR" altLang="en-US" sz="1050" dirty="0"/>
              <a:t>레인단위로 처리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59345DB-9515-3C11-61F0-A6F494C8F79F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flipH="1">
            <a:off x="8715356" y="3491818"/>
            <a:ext cx="1" cy="855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5154D12-25EE-CEEB-DEA1-7B7FE4FF9019}"/>
              </a:ext>
            </a:extLst>
          </p:cNvPr>
          <p:cNvCxnSpPr>
            <a:cxnSpLocks/>
            <a:stCxn id="24" idx="2"/>
            <a:endCxn id="27" idx="0"/>
          </p:cNvCxnSpPr>
          <p:nvPr/>
        </p:nvCxnSpPr>
        <p:spPr>
          <a:xfrm>
            <a:off x="9477413" y="3491818"/>
            <a:ext cx="0" cy="4737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E7649C1-C16F-3E29-E0BE-F1D2BD4C70D2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>
            <a:off x="10792955" y="3490526"/>
            <a:ext cx="0" cy="25034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6BBF8B1-A24E-78B6-28F2-5467A1923989}"/>
              </a:ext>
            </a:extLst>
          </p:cNvPr>
          <p:cNvSpPr txBox="1"/>
          <p:nvPr/>
        </p:nvSpPr>
        <p:spPr>
          <a:xfrm>
            <a:off x="4192936" y="5710322"/>
            <a:ext cx="70134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왜 빨라질까요</a:t>
            </a:r>
            <a:r>
              <a:rPr kumimoji="1" lang="en-US" altLang="ko-KR" b="1" dirty="0"/>
              <a:t>?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kumimoji="1" lang="ko-KR" altLang="en-US" dirty="0"/>
              <a:t>처리할 명령어 개수가 줄어들어서 </a:t>
            </a:r>
            <a:r>
              <a:rPr kumimoji="1" lang="ko-KR" altLang="en-US" dirty="0" err="1"/>
              <a:t>빨라짐</a:t>
            </a:r>
            <a:r>
              <a:rPr kumimoji="1" lang="en-US" altLang="ko-KR" dirty="0"/>
              <a:t>(</a:t>
            </a:r>
            <a:r>
              <a:rPr kumimoji="1" lang="ko-KR" altLang="en-US" dirty="0"/>
              <a:t>코드 양이 </a:t>
            </a:r>
            <a:r>
              <a:rPr kumimoji="1" lang="ko-KR" altLang="en-US" dirty="0" err="1"/>
              <a:t>줄어듬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BE09CE-C2D7-8AC0-1B1D-23BA1E09236D}"/>
              </a:ext>
            </a:extLst>
          </p:cNvPr>
          <p:cNvSpPr txBox="1"/>
          <p:nvPr/>
        </p:nvSpPr>
        <p:spPr>
          <a:xfrm>
            <a:off x="8327640" y="4769972"/>
            <a:ext cx="30748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100" b="1" dirty="0"/>
              <a:t>어셈블리로 변환 시 </a:t>
            </a:r>
            <a:r>
              <a:rPr kumimoji="1" lang="en-US" altLang="ko-KR" sz="1100" b="1" dirty="0"/>
              <a:t>VPCLMULQDQ</a:t>
            </a:r>
            <a:r>
              <a:rPr kumimoji="1" lang="ko-KR" altLang="en-US" sz="1100" b="1" dirty="0"/>
              <a:t>로 출력 됨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EFCF12E-E432-5A66-5B4C-A6514D3A4B62}"/>
              </a:ext>
            </a:extLst>
          </p:cNvPr>
          <p:cNvSpPr/>
          <p:nvPr/>
        </p:nvSpPr>
        <p:spPr>
          <a:xfrm>
            <a:off x="8049850" y="2837188"/>
            <a:ext cx="3527935" cy="190530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0070C0"/>
              </a:solidFill>
            </a:endParaRPr>
          </a:p>
        </p:txBody>
      </p:sp>
      <p:pic>
        <p:nvPicPr>
          <p:cNvPr id="15" name="오디오 14">
            <a:extLst>
              <a:ext uri="{FF2B5EF4-FFF2-40B4-BE49-F238E27FC236}">
                <a16:creationId xmlns:a16="http://schemas.microsoft.com/office/drawing/2014/main" id="{3BF59796-FAF0-72CB-2F28-640A840832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5104"/>
    </mc:Choice>
    <mc:Fallback>
      <p:transition spd="slow" advTm="951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180" x="2263775" y="3740150"/>
          <p14:tracePt t="197" x="2263775" y="3722688"/>
          <p14:tracePt t="214" x="2281238" y="3598863"/>
          <p14:tracePt t="230" x="2297113" y="3532188"/>
          <p14:tracePt t="247" x="2314575" y="3359150"/>
          <p14:tracePt t="264" x="2330450" y="3192463"/>
          <p14:tracePt t="280" x="2330450" y="3135313"/>
          <p14:tracePt t="297" x="2330450" y="3068638"/>
          <p14:tracePt t="314" x="2330450" y="3017838"/>
          <p14:tracePt t="331" x="2330450" y="2986088"/>
          <p14:tracePt t="347" x="2297113" y="2968625"/>
          <p14:tracePt t="364" x="2239963" y="2986088"/>
          <p14:tracePt t="380" x="2139950" y="3051175"/>
          <p14:tracePt t="397" x="2024063" y="3135313"/>
          <p14:tracePt t="414" x="1965325" y="3167063"/>
          <p14:tracePt t="430" x="1916113" y="3209925"/>
          <p14:tracePt t="464" x="1898650" y="3209925"/>
          <p14:tracePt t="514" x="1898650" y="3192463"/>
          <p14:tracePt t="530" x="1916113" y="3117850"/>
          <p14:tracePt t="547" x="1982788" y="2986088"/>
          <p14:tracePt t="564" x="2024063" y="2894013"/>
          <p14:tracePt t="580" x="2039938" y="2860675"/>
          <p14:tracePt t="597" x="2090738" y="2744788"/>
          <p14:tracePt t="614" x="2090738" y="2695575"/>
          <p14:tracePt t="630" x="2122488" y="2620963"/>
          <p14:tracePt t="647" x="2139950" y="2587625"/>
          <p14:tracePt t="664" x="2139950" y="2554288"/>
          <p14:tracePt t="680" x="2139950" y="2487613"/>
          <p14:tracePt t="697" x="2139950" y="2397125"/>
          <p14:tracePt t="714" x="2139950" y="2312988"/>
          <p14:tracePt t="731" x="2139950" y="2247900"/>
          <p14:tracePt t="747" x="2139950" y="2181225"/>
          <p14:tracePt t="764" x="2139950" y="2122488"/>
          <p14:tracePt t="780" x="2122488" y="2006600"/>
          <p14:tracePt t="797" x="2122488" y="1939925"/>
          <p14:tracePt t="814" x="2106613" y="1831975"/>
          <p14:tracePt t="830" x="2090738" y="1700213"/>
          <p14:tracePt t="847" x="2090738" y="1608138"/>
          <p14:tracePt t="863" x="2073275" y="1558925"/>
          <p14:tracePt t="880" x="2057400" y="1476375"/>
          <p14:tracePt t="897" x="2057400" y="1443038"/>
          <p14:tracePt t="913" x="2057400" y="1409700"/>
          <p14:tracePt t="930" x="2057400" y="1350963"/>
          <p14:tracePt t="947" x="2057400" y="1335088"/>
          <p14:tracePt t="980" x="2057400" y="1319213"/>
          <p14:tracePt t="1030" x="2039938" y="1319213"/>
          <p14:tracePt t="1063" x="2039938" y="1335088"/>
          <p14:tracePt t="1596" x="2039938" y="1319213"/>
          <p14:tracePt t="1613" x="2024063" y="1301750"/>
          <p14:tracePt t="1630" x="1982788" y="1268413"/>
          <p14:tracePt t="1647" x="1965325" y="1252538"/>
          <p14:tracePt t="1663" x="1949450" y="1235075"/>
          <p14:tracePt t="1680" x="1931988" y="1219200"/>
          <p14:tracePt t="1697" x="1916113" y="1201738"/>
          <p14:tracePt t="1714" x="1898650" y="1185863"/>
          <p14:tracePt t="1730" x="1882775" y="1169988"/>
          <p14:tracePt t="1747" x="1849438" y="1127125"/>
          <p14:tracePt t="1763" x="1833563" y="1095375"/>
          <p14:tracePt t="1780" x="1800225" y="1062038"/>
          <p14:tracePt t="1797" x="1766888" y="1044575"/>
          <p14:tracePt t="1813" x="1733550" y="1011238"/>
          <p14:tracePt t="1830" x="1708150" y="995363"/>
          <p14:tracePt t="1862" x="1708150" y="977900"/>
          <p14:tracePt t="1912" x="1692275" y="977900"/>
          <p14:tracePt t="6435" x="1641475" y="977900"/>
          <p14:tracePt t="6450" x="1592263" y="977900"/>
          <p14:tracePt t="6465" x="1450975" y="977900"/>
          <p14:tracePt t="6481" x="1384300" y="977900"/>
          <p14:tracePt t="6497" x="1319213" y="977900"/>
          <p14:tracePt t="6513" x="1144588" y="977900"/>
          <p14:tracePt t="6530" x="1062038" y="977900"/>
          <p14:tracePt t="6547" x="1028700" y="977900"/>
          <p14:tracePt t="6564" x="903288" y="977900"/>
          <p14:tracePt t="6580" x="871538" y="995363"/>
          <p14:tracePt t="6597" x="838200" y="1011238"/>
          <p14:tracePt t="6614" x="820738" y="1011238"/>
          <p14:tracePt t="6630" x="787400" y="1028700"/>
          <p14:tracePt t="6647" x="787400" y="1044575"/>
          <p14:tracePt t="6664" x="771525" y="1062038"/>
          <p14:tracePt t="6680" x="754063" y="1095375"/>
          <p14:tracePt t="6697" x="754063" y="1111250"/>
          <p14:tracePt t="6713" x="754063" y="1152525"/>
          <p14:tracePt t="6730" x="738188" y="1169988"/>
          <p14:tracePt t="6747" x="738188" y="1201738"/>
          <p14:tracePt t="6764" x="704850" y="1252538"/>
          <p14:tracePt t="7253" x="704850" y="1268413"/>
          <p14:tracePt t="7282" x="704850" y="1285875"/>
          <p14:tracePt t="7297" x="704850" y="1301750"/>
          <p14:tracePt t="7314" x="688975" y="1319213"/>
          <p14:tracePt t="7330" x="688975" y="1335088"/>
          <p14:tracePt t="7347" x="671513" y="1350963"/>
          <p14:tracePt t="7382" x="630238" y="1384300"/>
          <p14:tracePt t="7397" x="596900" y="1384300"/>
          <p14:tracePt t="7413" x="581025" y="1384300"/>
          <p14:tracePt t="7430" x="563563" y="1409700"/>
          <p14:tracePt t="8146" x="581025" y="1409700"/>
          <p14:tracePt t="8163" x="614363" y="1409700"/>
          <p14:tracePt t="8180" x="704850" y="1409700"/>
          <p14:tracePt t="8197" x="771525" y="1409700"/>
          <p14:tracePt t="8213" x="838200" y="1425575"/>
          <p14:tracePt t="8230" x="995363" y="1458913"/>
          <p14:tracePt t="8247" x="1028700" y="1458913"/>
          <p14:tracePt t="8263" x="1128713" y="1492250"/>
          <p14:tracePt t="8280" x="1160463" y="1492250"/>
          <p14:tracePt t="8297" x="1203325" y="1509713"/>
          <p14:tracePt t="8314" x="1219200" y="1509713"/>
          <p14:tracePt t="8365" x="1235075" y="1509713"/>
          <p14:tracePt t="8432" x="1252538" y="1509713"/>
          <p14:tracePt t="8463" x="1268413" y="1509713"/>
          <p14:tracePt t="8480" x="1301750" y="1525588"/>
          <p14:tracePt t="8497" x="1352550" y="1525588"/>
          <p14:tracePt t="8513" x="1384300" y="1543050"/>
          <p14:tracePt t="8530" x="1417638" y="1558925"/>
          <p14:tracePt t="8547" x="1435100" y="1558925"/>
          <p14:tracePt t="8582" x="1450975" y="1558925"/>
          <p14:tracePt t="8597" x="1476375" y="1576388"/>
          <p14:tracePt t="8613" x="1492250" y="1576388"/>
          <p14:tracePt t="8630" x="1509713" y="1592263"/>
          <p14:tracePt t="8647" x="1525588" y="1608138"/>
          <p14:tracePt t="8664" x="1558925" y="1625600"/>
          <p14:tracePt t="8680" x="1576388" y="1641475"/>
          <p14:tracePt t="8697" x="1592263" y="1666875"/>
          <p14:tracePt t="8732" x="1609725" y="1682750"/>
          <p14:tracePt t="9080" x="1592263" y="1666875"/>
          <p14:tracePt t="9097" x="1576388" y="1625600"/>
          <p14:tracePt t="9130" x="1558925" y="1608138"/>
          <p14:tracePt t="9147" x="1543050" y="1592263"/>
          <p14:tracePt t="9197" x="1525588" y="1592263"/>
          <p14:tracePt t="9246" x="1509713" y="1592263"/>
          <p14:tracePt t="9264" x="1492250" y="1592263"/>
          <p14:tracePt t="9280" x="1476375" y="1592263"/>
          <p14:tracePt t="9297" x="1417638" y="1592263"/>
          <p14:tracePt t="9330" x="1401763" y="1592263"/>
          <p14:tracePt t="9419" x="1417638" y="1592263"/>
          <p14:tracePt t="9430" x="1476375" y="1592263"/>
          <p14:tracePt t="9447" x="1543050" y="1592263"/>
          <p14:tracePt t="9464" x="1658938" y="1608138"/>
          <p14:tracePt t="9480" x="1733550" y="1625600"/>
          <p14:tracePt t="9497" x="1816100" y="1625600"/>
          <p14:tracePt t="9514" x="1849438" y="1641475"/>
          <p14:tracePt t="9530" x="1916113" y="1641475"/>
          <p14:tracePt t="9547" x="1916113" y="1666875"/>
          <p14:tracePt t="9564" x="1949450" y="1666875"/>
          <p14:tracePt t="9613" x="1965325" y="1666875"/>
          <p14:tracePt t="9647" x="1982788" y="1666875"/>
          <p14:tracePt t="9663" x="2006600" y="1666875"/>
          <p14:tracePt t="9680" x="2039938" y="1666875"/>
          <p14:tracePt t="9697" x="2073275" y="1666875"/>
          <p14:tracePt t="9713" x="2122488" y="1666875"/>
          <p14:tracePt t="9730" x="2155825" y="1666875"/>
          <p14:tracePt t="9747" x="2173288" y="1666875"/>
          <p14:tracePt t="9780" x="2189163" y="1666875"/>
          <p14:tracePt t="9813" x="2206625" y="1666875"/>
          <p14:tracePt t="9897" x="2206625" y="1641475"/>
          <p14:tracePt t="9930" x="2206625" y="1625600"/>
          <p14:tracePt t="9947" x="2189163" y="1592263"/>
          <p14:tracePt t="9963" x="2139950" y="1576388"/>
          <p14:tracePt t="9980" x="2090738" y="1543050"/>
          <p14:tracePt t="9997" x="2073275" y="1525588"/>
          <p14:tracePt t="10014" x="2024063" y="1509713"/>
          <p14:tracePt t="10030" x="2006600" y="1509713"/>
          <p14:tracePt t="10047" x="1982788" y="1509713"/>
          <p14:tracePt t="10064" x="1965325" y="1509713"/>
          <p14:tracePt t="10080" x="1931988" y="1509713"/>
          <p14:tracePt t="10097" x="1916113" y="1509713"/>
          <p14:tracePt t="10114" x="1866900" y="1509713"/>
          <p14:tracePt t="10130" x="1816100" y="1509713"/>
          <p14:tracePt t="10147" x="1692275" y="1525588"/>
          <p14:tracePt t="10163" x="1625600" y="1525588"/>
          <p14:tracePt t="10180" x="1509713" y="1543050"/>
          <p14:tracePt t="10197" x="1476375" y="1543050"/>
          <p14:tracePt t="10214" x="1435100" y="1543050"/>
          <p14:tracePt t="10230" x="1368425" y="1558925"/>
          <p14:tracePt t="10247" x="1352550" y="1558925"/>
          <p14:tracePt t="10280" x="1335088" y="1558925"/>
          <p14:tracePt t="10330" x="1335088" y="1576388"/>
          <p14:tracePt t="10434" x="1352550" y="1576388"/>
          <p14:tracePt t="10463" x="1352550" y="1592263"/>
          <p14:tracePt t="10581" x="1368425" y="1592263"/>
          <p14:tracePt t="10680" x="1384300" y="1592263"/>
          <p14:tracePt t="10752" x="1401763" y="1592263"/>
          <p14:tracePt t="14584" x="1417638" y="1592263"/>
          <p14:tracePt t="14601" x="1492250" y="1592263"/>
          <p14:tracePt t="14616" x="1525588" y="1592263"/>
          <p14:tracePt t="14631" x="1609725" y="1592263"/>
          <p14:tracePt t="14647" x="1708150" y="1608138"/>
          <p14:tracePt t="14663" x="1800225" y="1625600"/>
          <p14:tracePt t="14680" x="1849438" y="1625600"/>
          <p14:tracePt t="14696" x="1916113" y="1641475"/>
          <p14:tracePt t="14713" x="1965325" y="1641475"/>
          <p14:tracePt t="14730" x="2024063" y="1666875"/>
          <p14:tracePt t="14747" x="2090738" y="1666875"/>
          <p14:tracePt t="14763" x="2106613" y="1682750"/>
          <p14:tracePt t="14780" x="2122488" y="1682750"/>
          <p14:tracePt t="14813" x="2139950" y="1682750"/>
          <p14:tracePt t="14830" x="2155825" y="1682750"/>
          <p14:tracePt t="14846" x="2189163" y="1682750"/>
          <p14:tracePt t="14863" x="2239963" y="1682750"/>
          <p14:tracePt t="14880" x="2263775" y="1700213"/>
          <p14:tracePt t="14896" x="2314575" y="1700213"/>
          <p14:tracePt t="14913" x="2330450" y="1716088"/>
          <p14:tracePt t="14930" x="2347913" y="1716088"/>
          <p14:tracePt t="14947" x="2347913" y="1733550"/>
          <p14:tracePt t="15012" x="2347913" y="1749425"/>
          <p14:tracePt t="15240" x="2363788" y="1749425"/>
          <p14:tracePt t="15379" x="2379663" y="1749425"/>
          <p14:tracePt t="15397" x="2413000" y="1749425"/>
          <p14:tracePt t="15413" x="2430463" y="1749425"/>
          <p14:tracePt t="15430" x="2463800" y="1749425"/>
          <p14:tracePt t="15447" x="2513013" y="1749425"/>
          <p14:tracePt t="15463" x="2571750" y="1733550"/>
          <p14:tracePt t="15480" x="2620963" y="1716088"/>
          <p14:tracePt t="15496" x="2636838" y="1716088"/>
          <p14:tracePt t="15513" x="2687638" y="1716088"/>
          <p14:tracePt t="15546" x="2703513" y="1716088"/>
          <p14:tracePt t="15579" x="2720975" y="1716088"/>
          <p14:tracePt t="15597" x="2754313" y="1700213"/>
          <p14:tracePt t="15613" x="2844800" y="1682750"/>
          <p14:tracePt t="15630" x="2894013" y="1666875"/>
          <p14:tracePt t="15647" x="2994025" y="1641475"/>
          <p14:tracePt t="15663" x="3101975" y="1625600"/>
          <p14:tracePt t="15680" x="3201988" y="1608138"/>
          <p14:tracePt t="15697" x="3284538" y="1592263"/>
          <p14:tracePt t="15713" x="3341688" y="1576388"/>
          <p14:tracePt t="15746" x="3359150" y="1576388"/>
          <p14:tracePt t="15763" x="3375025" y="1576388"/>
          <p14:tracePt t="16196" x="3359150" y="1576388"/>
          <p14:tracePt t="16213" x="3325813" y="1592263"/>
          <p14:tracePt t="16230" x="3267075" y="1625600"/>
          <p14:tracePt t="16247" x="3135313" y="1749425"/>
          <p14:tracePt t="16263" x="2994025" y="1882775"/>
          <p14:tracePt t="16280" x="2927350" y="1957388"/>
          <p14:tracePt t="16296" x="2860675" y="2024063"/>
          <p14:tracePt t="16314" x="2844800" y="2055813"/>
          <p14:tracePt t="16330" x="2828925" y="2073275"/>
          <p14:tracePt t="16347" x="2811463" y="2122488"/>
          <p14:tracePt t="16363" x="2770188" y="2281238"/>
          <p14:tracePt t="16380" x="2754313" y="2346325"/>
          <p14:tracePt t="16397" x="2687638" y="2554288"/>
          <p14:tracePt t="16413" x="2687638" y="2603500"/>
          <p14:tracePt t="16430" x="2654300" y="2711450"/>
          <p14:tracePt t="16446" x="2636838" y="2760663"/>
          <p14:tracePt t="16463" x="2636838" y="2844800"/>
          <p14:tracePt t="16480" x="2636838" y="2952750"/>
          <p14:tracePt t="16497" x="2636838" y="3017838"/>
          <p14:tracePt t="16513" x="2636838" y="3225800"/>
          <p14:tracePt t="16530" x="2636838" y="3359150"/>
          <p14:tracePt t="16546" x="2636838" y="3449638"/>
          <p14:tracePt t="16563" x="2636838" y="3549650"/>
          <p14:tracePt t="16580" x="2636838" y="3582988"/>
          <p14:tracePt t="16597" x="2636838" y="3616325"/>
          <p14:tracePt t="16613" x="2636838" y="3632200"/>
          <p14:tracePt t="16929" x="2636838" y="3616325"/>
          <p14:tracePt t="16947" x="2636838" y="3532188"/>
          <p14:tracePt t="16963" x="2636838" y="3433763"/>
          <p14:tracePt t="16980" x="2636838" y="3408363"/>
          <p14:tracePt t="16997" x="2636838" y="3359150"/>
          <p14:tracePt t="17013" x="2636838" y="3325813"/>
          <p14:tracePt t="17030" x="2636838" y="3308350"/>
          <p14:tracePt t="17047" x="2636838" y="3292475"/>
          <p14:tracePt t="17129" x="2636838" y="3275013"/>
          <p14:tracePt t="17147" x="2636838" y="3241675"/>
          <p14:tracePt t="17163" x="2636838" y="3225800"/>
          <p14:tracePt t="17180" x="2620963" y="3151188"/>
          <p14:tracePt t="17197" x="2620963" y="3101975"/>
          <p14:tracePt t="17213" x="2620963" y="3084513"/>
          <p14:tracePt t="17230" x="2620963" y="3068638"/>
          <p14:tracePt t="17247" x="2620963" y="3051175"/>
          <p14:tracePt t="17316" x="2620963" y="3035300"/>
          <p14:tracePt t="17330" x="2620963" y="3017838"/>
          <p14:tracePt t="17346" x="2620963" y="3001963"/>
          <p14:tracePt t="17363" x="2620963" y="2952750"/>
          <p14:tracePt t="17380" x="2620963" y="2894013"/>
          <p14:tracePt t="17397" x="2620963" y="2844800"/>
          <p14:tracePt t="17413" x="2620963" y="2827338"/>
          <p14:tracePt t="17430" x="2636838" y="2811463"/>
          <p14:tracePt t="17447" x="2636838" y="2794000"/>
          <p14:tracePt t="17545" x="2636838" y="2778125"/>
          <p14:tracePt t="17596" x="2620963" y="2744788"/>
          <p14:tracePt t="17613" x="2603500" y="2711450"/>
          <p14:tracePt t="17630" x="2538413" y="2603500"/>
          <p14:tracePt t="17647" x="2513013" y="2570163"/>
          <p14:tracePt t="17663" x="2463800" y="2505075"/>
          <p14:tracePt t="17680" x="2413000" y="2454275"/>
          <p14:tracePt t="17696" x="2397125" y="2454275"/>
          <p14:tracePt t="17713" x="2363788" y="2454275"/>
          <p14:tracePt t="17730" x="2281238" y="2454275"/>
          <p14:tracePt t="17747" x="2122488" y="2454275"/>
          <p14:tracePt t="17763" x="2039938" y="2454275"/>
          <p14:tracePt t="17780" x="1733550" y="2454275"/>
          <p14:tracePt t="17797" x="1417638" y="2471738"/>
          <p14:tracePt t="17813" x="1160463" y="2487613"/>
          <p14:tracePt t="17830" x="903288" y="2487613"/>
          <p14:tracePt t="17847" x="530225" y="2471738"/>
          <p14:tracePt t="17863" x="414338" y="2438400"/>
          <p14:tracePt t="17880" x="290513" y="2379663"/>
          <p14:tracePt t="17896" x="223838" y="2346325"/>
          <p14:tracePt t="17913" x="190500" y="2312988"/>
          <p14:tracePt t="17930" x="157163" y="2297113"/>
          <p14:tracePt t="17947" x="141288" y="2281238"/>
          <p14:tracePt t="17963" x="141288" y="2263775"/>
          <p14:tracePt t="18087" x="141288" y="2247900"/>
          <p14:tracePt t="18112" x="174625" y="2197100"/>
          <p14:tracePt t="18130" x="241300" y="2122488"/>
          <p14:tracePt t="18146" x="390525" y="1973263"/>
          <p14:tracePt t="18163" x="447675" y="1939925"/>
          <p14:tracePt t="18180" x="547688" y="1849438"/>
          <p14:tracePt t="18196" x="581025" y="1816100"/>
          <p14:tracePt t="18213" x="630238" y="1766888"/>
          <p14:tracePt t="18230" x="671513" y="1749425"/>
          <p14:tracePt t="18279" x="688975" y="1749425"/>
          <p14:tracePt t="18312" x="704850" y="1749425"/>
          <p14:tracePt t="18330" x="754063" y="1816100"/>
          <p14:tracePt t="18347" x="787400" y="1849438"/>
          <p14:tracePt t="18363" x="871538" y="1973263"/>
          <p14:tracePt t="18380" x="962025" y="2055813"/>
          <p14:tracePt t="18396" x="1203325" y="2297113"/>
          <p14:tracePt t="18413" x="1592263" y="2620963"/>
          <p14:tracePt t="18430" x="1733550" y="2728913"/>
          <p14:tracePt t="18447" x="2039938" y="2952750"/>
          <p14:tracePt t="18463" x="2363788" y="3151188"/>
          <p14:tracePt t="18480" x="2497138" y="3241675"/>
          <p14:tracePt t="18496" x="2720975" y="3375025"/>
          <p14:tracePt t="18513" x="2911475" y="3532188"/>
          <p14:tracePt t="18530" x="3151188" y="3740150"/>
          <p14:tracePt t="18546" x="3341688" y="3997325"/>
          <p14:tracePt t="18563" x="3441700" y="4162425"/>
          <p14:tracePt t="18580" x="3492500" y="4270375"/>
          <p14:tracePt t="18597" x="3541713" y="4478338"/>
          <p14:tracePt t="18613" x="3557588" y="4643438"/>
          <p14:tracePt t="18630" x="3598863" y="4768850"/>
          <p14:tracePt t="18647" x="3683000" y="5365750"/>
          <p14:tracePt t="18663" x="3716338" y="5538788"/>
          <p14:tracePt t="18680" x="3765550" y="5829300"/>
          <p14:tracePt t="18696" x="3798888" y="6119813"/>
          <p14:tracePt t="18713" x="3798888" y="6243638"/>
          <p14:tracePt t="18730" x="3798888" y="6343650"/>
          <p14:tracePt t="18747" x="3798888" y="6426200"/>
          <p14:tracePt t="18763" x="3765550" y="6484938"/>
          <p14:tracePt t="18780" x="3698875" y="6551613"/>
          <p14:tracePt t="18796" x="3557588" y="6650038"/>
          <p14:tracePt t="18813" x="3375025" y="6791325"/>
          <p14:tracePt t="18979" x="1674813" y="6650038"/>
          <p14:tracePt t="18997" x="1525588" y="6567488"/>
          <p14:tracePt t="19014" x="1160463" y="6294438"/>
          <p14:tracePt t="19030" x="1077913" y="6202363"/>
          <p14:tracePt t="19047" x="871538" y="5929313"/>
          <p14:tracePt t="19063" x="722313" y="5622925"/>
          <p14:tracePt t="19080" x="514350" y="4975225"/>
          <p14:tracePt t="19097" x="373063" y="4494213"/>
          <p14:tracePt t="19113" x="223838" y="3856038"/>
          <p14:tracePt t="19130" x="157163" y="3565525"/>
          <p14:tracePt t="19147" x="115888" y="3482975"/>
          <p14:tracePt t="19163" x="15875" y="3001963"/>
          <p14:tracePt t="19246" x="49213" y="2197100"/>
          <p14:tracePt t="19263" x="82550" y="2089150"/>
          <p14:tracePt t="19280" x="174625" y="1990725"/>
          <p14:tracePt t="19296" x="290513" y="1924050"/>
          <p14:tracePt t="19313" x="414338" y="1882775"/>
          <p14:tracePt t="19330" x="514350" y="1849438"/>
          <p14:tracePt t="19346" x="581025" y="1831975"/>
          <p14:tracePt t="19363" x="671513" y="1816100"/>
          <p14:tracePt t="19380" x="704850" y="1816100"/>
          <p14:tracePt t="19397" x="722313" y="1816100"/>
          <p14:tracePt t="19413" x="738188" y="1816100"/>
          <p14:tracePt t="19430" x="787400" y="1816100"/>
          <p14:tracePt t="19446" x="871538" y="1816100"/>
          <p14:tracePt t="19463" x="962025" y="1816100"/>
          <p14:tracePt t="19480" x="1011238" y="1816100"/>
          <p14:tracePt t="19497" x="1077913" y="1816100"/>
          <p14:tracePt t="19513" x="1111250" y="1816100"/>
          <p14:tracePt t="19530" x="1219200" y="1831975"/>
          <p14:tracePt t="19547" x="1301750" y="1831975"/>
          <p14:tracePt t="19563" x="1384300" y="1849438"/>
          <p14:tracePt t="19580" x="1435100" y="1865313"/>
          <p14:tracePt t="19596" x="1525588" y="1865313"/>
          <p14:tracePt t="19613" x="1576388" y="1882775"/>
          <p14:tracePt t="19630" x="1592263" y="1882775"/>
          <p14:tracePt t="19662" x="1609725" y="1898650"/>
          <p14:tracePt t="20163" x="1625600" y="1924050"/>
          <p14:tracePt t="20180" x="1641475" y="1939925"/>
          <p14:tracePt t="20197" x="1658938" y="1939925"/>
          <p14:tracePt t="20213" x="1674813" y="1973263"/>
          <p14:tracePt t="20230" x="1692275" y="1990725"/>
          <p14:tracePt t="20247" x="1708150" y="1990725"/>
          <p14:tracePt t="20263" x="1733550" y="2006600"/>
          <p14:tracePt t="20280" x="1749425" y="2024063"/>
          <p14:tracePt t="20296" x="1766888" y="2039938"/>
          <p14:tracePt t="20313" x="1782763" y="2039938"/>
          <p14:tracePt t="20330" x="1816100" y="2073275"/>
          <p14:tracePt t="20346" x="1849438" y="2089150"/>
          <p14:tracePt t="20363" x="1882775" y="2122488"/>
          <p14:tracePt t="20380" x="1949450" y="2163763"/>
          <p14:tracePt t="20397" x="2024063" y="2214563"/>
          <p14:tracePt t="20413" x="2039938" y="2214563"/>
          <p14:tracePt t="20430" x="2073275" y="2230438"/>
          <p14:tracePt t="20447" x="2090738" y="2247900"/>
          <p14:tracePt t="20496" x="2106613" y="2247900"/>
          <p14:tracePt t="20513" x="2122488" y="2247900"/>
          <p14:tracePt t="20530" x="2155825" y="2263775"/>
          <p14:tracePt t="20546" x="2173288" y="2263775"/>
          <p14:tracePt t="20563" x="2206625" y="2263775"/>
          <p14:tracePt t="20596" x="2239963" y="2263775"/>
          <p14:tracePt t="20613" x="2263775" y="2263775"/>
          <p14:tracePt t="20966" x="2281238" y="2263775"/>
          <p14:tracePt t="20980" x="2297113" y="2263775"/>
          <p14:tracePt t="20997" x="2347913" y="2263775"/>
          <p14:tracePt t="21013" x="2363788" y="2263775"/>
          <p14:tracePt t="21030" x="2413000" y="2263775"/>
          <p14:tracePt t="21047" x="2430463" y="2263775"/>
          <p14:tracePt t="21063" x="2463800" y="2263775"/>
          <p14:tracePt t="21080" x="2479675" y="2263775"/>
          <p14:tracePt t="21097" x="2497138" y="2263775"/>
          <p14:tracePt t="21113" x="2513013" y="2263775"/>
          <p14:tracePt t="21146" x="2554288" y="2263775"/>
          <p14:tracePt t="21163" x="2587625" y="2263775"/>
          <p14:tracePt t="21196" x="2620963" y="2263775"/>
          <p14:tracePt t="21229" x="2636838" y="2263775"/>
          <p14:tracePt t="21262" x="2654300" y="2247900"/>
          <p14:tracePt t="21296" x="2670175" y="2247900"/>
          <p14:tracePt t="21329" x="2687638" y="2230438"/>
          <p14:tracePt t="21362" x="2703513" y="2214563"/>
          <p14:tracePt t="21380" x="2720975" y="2214563"/>
          <p14:tracePt t="21412" x="2736850" y="2214563"/>
          <p14:tracePt t="21446" x="2754313" y="2197100"/>
          <p14:tracePt t="21795" x="2770188" y="2197100"/>
          <p14:tracePt t="21813" x="2811463" y="2197100"/>
          <p14:tracePt t="21830" x="2878138" y="2197100"/>
          <p14:tracePt t="21846" x="2894013" y="2197100"/>
          <p14:tracePt t="21863" x="2960688" y="2181225"/>
          <p14:tracePt t="21880" x="2994025" y="2181225"/>
          <p14:tracePt t="21896" x="3009900" y="2181225"/>
          <p14:tracePt t="21913" x="3027363" y="2163763"/>
          <p14:tracePt t="23299" x="3027363" y="2139950"/>
          <p14:tracePt t="23313" x="3027363" y="2106613"/>
          <p14:tracePt t="23330" x="3052763" y="2073275"/>
          <p14:tracePt t="23346" x="3052763" y="2055813"/>
          <p14:tracePt t="23363" x="3068638" y="2024063"/>
          <p14:tracePt t="23396" x="3086100" y="2006600"/>
          <p14:tracePt t="23413" x="3086100" y="1990725"/>
          <p14:tracePt t="23446" x="3101975" y="1990725"/>
          <p14:tracePt t="23546" x="3101975" y="2006600"/>
          <p14:tracePt t="23563" x="3101975" y="2024063"/>
          <p14:tracePt t="23596" x="3101975" y="2039938"/>
          <p14:tracePt t="23613" x="3101975" y="2055813"/>
          <p14:tracePt t="23630" x="3101975" y="2073275"/>
          <p14:tracePt t="23646" x="3101975" y="2089150"/>
          <p14:tracePt t="23663" x="3101975" y="2106613"/>
          <p14:tracePt t="23680" x="3101975" y="2122488"/>
          <p14:tracePt t="23697" x="3135313" y="2181225"/>
          <p14:tracePt t="23713" x="3184525" y="2281238"/>
          <p14:tracePt t="23730" x="3235325" y="2346325"/>
          <p14:tracePt t="23747" x="3325813" y="2471738"/>
          <p14:tracePt t="23763" x="3392488" y="2554288"/>
          <p14:tracePt t="23780" x="3541713" y="2728913"/>
          <p14:tracePt t="23797" x="3616325" y="2760663"/>
          <p14:tracePt t="23813" x="3814763" y="2894013"/>
          <p14:tracePt t="23830" x="4089400" y="3017838"/>
          <p14:tracePt t="23847" x="4197350" y="3051175"/>
          <p14:tracePt t="23863" x="4246563" y="3084513"/>
          <p14:tracePt t="23880" x="4295775" y="3101975"/>
          <p14:tracePt t="23897" x="4346575" y="3135313"/>
          <p14:tracePt t="23913" x="4362450" y="3135313"/>
          <p14:tracePt t="23930" x="4387850" y="3151188"/>
          <p14:tracePt t="23963" x="4403725" y="3151188"/>
          <p14:tracePt t="24031" x="4403725" y="3135313"/>
          <p14:tracePt t="24046" x="4403725" y="3068638"/>
          <p14:tracePt t="24063" x="4403725" y="2935288"/>
          <p14:tracePt t="24080" x="4313238" y="2620963"/>
          <p14:tracePt t="24102" x="4313238" y="2603500"/>
          <p14:tracePt t="24114" x="4313238" y="2520950"/>
          <p14:tracePt t="24130" x="4279900" y="2471738"/>
          <p14:tracePt t="24147" x="4279900" y="2420938"/>
          <p14:tracePt t="24163" x="4262438" y="2379663"/>
          <p14:tracePt t="24180" x="4262438" y="2363788"/>
          <p14:tracePt t="24196" x="4246563" y="2346325"/>
          <p14:tracePt t="24265" x="4229100" y="2346325"/>
          <p14:tracePt t="24281" x="4229100" y="2363788"/>
          <p14:tracePt t="24295" x="4197350" y="2471738"/>
          <p14:tracePt t="24313" x="4179888" y="2636838"/>
          <p14:tracePt t="24330" x="4164013" y="2760663"/>
          <p14:tracePt t="24347" x="4164013" y="2935288"/>
          <p14:tracePt t="24363" x="4146550" y="3017838"/>
          <p14:tracePt t="24380" x="4146550" y="3101975"/>
          <p14:tracePt t="24397" x="4146550" y="3325813"/>
          <p14:tracePt t="24413" x="4262438" y="3598863"/>
          <p14:tracePt t="24430" x="4346575" y="3756025"/>
          <p14:tracePt t="24447" x="4552950" y="4064000"/>
          <p14:tracePt t="24463" x="4603750" y="4113213"/>
          <p14:tracePt t="24480" x="4794250" y="4370388"/>
          <p14:tracePt t="24496" x="4876800" y="4460875"/>
          <p14:tracePt t="24513" x="5018088" y="4594225"/>
          <p14:tracePt t="24530" x="5208588" y="4694238"/>
          <p14:tracePt t="24546" x="5275263" y="4735513"/>
          <p14:tracePt t="24563" x="5448300" y="4784725"/>
          <p14:tracePt t="24580" x="5630863" y="4833938"/>
          <p14:tracePt t="24596" x="5805488" y="4851400"/>
          <p14:tracePt t="24613" x="5921375" y="4851400"/>
          <p14:tracePt t="24630" x="6013450" y="4851400"/>
          <p14:tracePt t="24646" x="6270625" y="4851400"/>
          <p14:tracePt t="24663" x="6337300" y="4851400"/>
          <p14:tracePt t="24680" x="6486525" y="4833938"/>
          <p14:tracePt t="24697" x="6643688" y="4802188"/>
          <p14:tracePt t="24713" x="6800850" y="4751388"/>
          <p14:tracePt t="24730" x="6950075" y="4660900"/>
          <p14:tracePt t="24746" x="7016750" y="4627563"/>
          <p14:tracePt t="24763" x="7058025" y="4610100"/>
          <p14:tracePt t="24780" x="7140575" y="4560888"/>
          <p14:tracePt t="24797" x="7207250" y="4494213"/>
          <p14:tracePt t="24813" x="7240588" y="4437063"/>
          <p14:tracePt t="24830" x="7256463" y="4303713"/>
          <p14:tracePt t="24847" x="7256463" y="4237038"/>
          <p14:tracePt t="24863" x="7256463" y="4162425"/>
          <p14:tracePt t="24880" x="7256463" y="3979863"/>
          <p14:tracePt t="24897" x="7224713" y="3822700"/>
          <p14:tracePt t="24913" x="7140575" y="3648075"/>
          <p14:tracePt t="24930" x="7073900" y="3482975"/>
          <p14:tracePt t="24947" x="7042150" y="3359150"/>
          <p14:tracePt t="24963" x="6999288" y="3275013"/>
          <p14:tracePt t="24980" x="6967538" y="3192463"/>
          <p14:tracePt t="24996" x="6950075" y="3151188"/>
          <p14:tracePt t="25013" x="6934200" y="3117850"/>
          <p14:tracePt t="25030" x="6916738" y="3068638"/>
          <p14:tracePt t="25047" x="6883400" y="3051175"/>
          <p14:tracePt t="25063" x="6867525" y="3001963"/>
          <p14:tracePt t="25080" x="6800850" y="2911475"/>
          <p14:tracePt t="25096" x="6743700" y="2860675"/>
          <p14:tracePt t="25113" x="6692900" y="2827338"/>
          <p14:tracePt t="25130" x="6677025" y="2811463"/>
          <p14:tracePt t="25147" x="6643688" y="2760663"/>
          <p14:tracePt t="25163" x="6626225" y="2744788"/>
          <p14:tracePt t="25180" x="6561138" y="2695575"/>
          <p14:tracePt t="25196" x="6486525" y="2620963"/>
          <p14:tracePt t="25213" x="6435725" y="2603500"/>
          <p14:tracePt t="25230" x="6386513" y="2570163"/>
          <p14:tracePt t="25246" x="6253163" y="2505075"/>
          <p14:tracePt t="25263" x="6178550" y="2471738"/>
          <p14:tracePt t="25280" x="5938838" y="2346325"/>
          <p14:tracePt t="25297" x="5822950" y="2297113"/>
          <p14:tracePt t="25313" x="5548313" y="2163763"/>
          <p14:tracePt t="25330" x="5407025" y="2089150"/>
          <p14:tracePt t="25346" x="5291138" y="2039938"/>
          <p14:tracePt t="25363" x="5118100" y="1973263"/>
          <p14:tracePt t="25380" x="4951413" y="1924050"/>
          <p14:tracePt t="25396" x="4827588" y="1898650"/>
          <p14:tracePt t="25413" x="4678363" y="1882775"/>
          <p14:tracePt t="25430" x="4570413" y="1882775"/>
          <p14:tracePt t="25446" x="4437063" y="1882775"/>
          <p14:tracePt t="25463" x="4387850" y="1882775"/>
          <p14:tracePt t="25480" x="4346575" y="1882775"/>
          <p14:tracePt t="25496" x="4279900" y="1924050"/>
          <p14:tracePt t="25513" x="4262438" y="1924050"/>
          <p14:tracePt t="25530" x="4246563" y="1973263"/>
          <p14:tracePt t="25547" x="4229100" y="2006600"/>
          <p14:tracePt t="25563" x="4197350" y="2122488"/>
          <p14:tracePt t="25580" x="4179888" y="2197100"/>
          <p14:tracePt t="25596" x="4164013" y="2330450"/>
          <p14:tracePt t="25613" x="4146550" y="2397125"/>
          <p14:tracePt t="25630" x="4130675" y="2471738"/>
          <p14:tracePt t="25646" x="4130675" y="2654300"/>
          <p14:tracePt t="25663" x="4130675" y="2794000"/>
          <p14:tracePt t="25680" x="4130675" y="2911475"/>
          <p14:tracePt t="25696" x="4130675" y="2952750"/>
          <p14:tracePt t="25713" x="4164013" y="3068638"/>
          <p14:tracePt t="25730" x="4213225" y="3151188"/>
          <p14:tracePt t="25747" x="4246563" y="3209925"/>
          <p14:tracePt t="25763" x="4329113" y="3275013"/>
          <p14:tracePt t="25780" x="4470400" y="3341688"/>
          <p14:tracePt t="25796" x="4586288" y="3390900"/>
          <p14:tracePt t="25813" x="4660900" y="3408363"/>
          <p14:tracePt t="25830" x="4860925" y="3467100"/>
          <p14:tracePt t="25846" x="5051425" y="3482975"/>
          <p14:tracePt t="25863" x="5308600" y="3498850"/>
          <p14:tracePt t="25880" x="5481638" y="3498850"/>
          <p14:tracePt t="26124" x="5465763" y="3498850"/>
          <p14:tracePt t="26137" x="5407025" y="3449638"/>
          <p14:tracePt t="26149" x="5324475" y="3390900"/>
          <p14:tracePt t="26163" x="5224463" y="3325813"/>
          <p14:tracePt t="26180" x="5018088" y="3192463"/>
          <p14:tracePt t="26196" x="4603750" y="2935288"/>
          <p14:tracePt t="26213" x="4437063" y="2811463"/>
          <p14:tracePt t="26230" x="4179888" y="2654300"/>
          <p14:tracePt t="26246" x="3922713" y="2505075"/>
          <p14:tracePt t="26263" x="3856038" y="2471738"/>
          <p14:tracePt t="26280" x="3698875" y="2420938"/>
          <p14:tracePt t="26296" x="3632200" y="2397125"/>
          <p14:tracePt t="26313" x="3459163" y="2346325"/>
          <p14:tracePt t="26330" x="3375025" y="2330450"/>
          <p14:tracePt t="26346" x="3235325" y="2297113"/>
          <p14:tracePt t="26363" x="3135313" y="2281238"/>
          <p14:tracePt t="26380" x="3101975" y="2263775"/>
          <p14:tracePt t="26396" x="2994025" y="2247900"/>
          <p14:tracePt t="26413" x="2978150" y="2247900"/>
          <p14:tracePt t="26430" x="2911475" y="2247900"/>
          <p14:tracePt t="26446" x="2860675" y="2230438"/>
          <p14:tracePt t="26463" x="2720975" y="2214563"/>
          <p14:tracePt t="26480" x="2654300" y="2197100"/>
          <p14:tracePt t="26496" x="2538413" y="2139950"/>
          <p14:tracePt t="26513" x="2463800" y="2122488"/>
          <p14:tracePt t="26530" x="2413000" y="2106613"/>
          <p14:tracePt t="26547" x="2363788" y="2073275"/>
          <p14:tracePt t="26563" x="2297113" y="2024063"/>
          <p14:tracePt t="26580" x="2281238" y="2006600"/>
          <p14:tracePt t="26596" x="2281238" y="1990725"/>
          <p14:tracePt t="26629" x="2263775" y="1973263"/>
          <p14:tracePt t="26646" x="2263775" y="1957388"/>
          <p14:tracePt t="26679" x="2222500" y="1898650"/>
          <p14:tracePt t="26696" x="2189163" y="1849438"/>
          <p14:tracePt t="26713" x="2155825" y="1816100"/>
          <p14:tracePt t="26730" x="2090738" y="1733550"/>
          <p14:tracePt t="26746" x="2057400" y="1682750"/>
          <p14:tracePt t="26763" x="1982788" y="1608138"/>
          <p14:tracePt t="26780" x="1949450" y="1576388"/>
          <p14:tracePt t="26796" x="1898650" y="1525588"/>
          <p14:tracePt t="26813" x="1882775" y="1492250"/>
          <p14:tracePt t="26830" x="1882775" y="1476375"/>
          <p14:tracePt t="26846" x="1849438" y="1458913"/>
          <p14:tracePt t="26863" x="1833563" y="1443038"/>
          <p14:tracePt t="26880" x="1816100" y="1443038"/>
          <p14:tracePt t="27712" x="1833563" y="1443038"/>
          <p14:tracePt t="27730" x="1849438" y="1443038"/>
          <p14:tracePt t="27746" x="1882775" y="1443038"/>
          <p14:tracePt t="27763" x="1931988" y="1443038"/>
          <p14:tracePt t="27780" x="1982788" y="1443038"/>
          <p14:tracePt t="27797" x="2039938" y="1443038"/>
          <p14:tracePt t="27813" x="2057400" y="1443038"/>
          <p14:tracePt t="27830" x="2106613" y="1443038"/>
          <p14:tracePt t="27846" x="2122488" y="1443038"/>
          <p14:tracePt t="27879" x="2139950" y="1443038"/>
          <p14:tracePt t="27972" x="2155825" y="1443038"/>
          <p14:tracePt t="28079" x="2173288" y="1443038"/>
          <p14:tracePt t="28098" x="2189163" y="1443038"/>
          <p14:tracePt t="28112" x="2222500" y="1443038"/>
          <p14:tracePt t="28129" x="2263775" y="1443038"/>
          <p14:tracePt t="28146" x="2314575" y="1443038"/>
          <p14:tracePt t="28163" x="2363788" y="1458913"/>
          <p14:tracePt t="28180" x="2446338" y="1476375"/>
          <p14:tracePt t="28197" x="2513013" y="1476375"/>
          <p14:tracePt t="28213" x="2620963" y="1476375"/>
          <p14:tracePt t="28230" x="2654300" y="1476375"/>
          <p14:tracePt t="28246" x="2754313" y="1492250"/>
          <p14:tracePt t="28263" x="2795588" y="1492250"/>
          <p14:tracePt t="28280" x="2828925" y="1492250"/>
          <p14:tracePt t="28296" x="2844800" y="1492250"/>
          <p14:tracePt t="28313" x="2894013" y="1492250"/>
          <p14:tracePt t="28346" x="2911475" y="1492250"/>
          <p14:tracePt t="28363" x="2927350" y="1492250"/>
          <p14:tracePt t="28380" x="2944813" y="1509713"/>
          <p14:tracePt t="29982" x="2960688" y="1509713"/>
          <p14:tracePt t="29997" x="3052763" y="1476375"/>
          <p14:tracePt t="30013" x="3168650" y="1443038"/>
          <p14:tracePt t="30030" x="3392488" y="1368425"/>
          <p14:tracePt t="30047" x="3508375" y="1335088"/>
          <p14:tracePt t="30063" x="3798888" y="1285875"/>
          <p14:tracePt t="30080" x="3973513" y="1268413"/>
          <p14:tracePt t="30096" x="4213225" y="1252538"/>
          <p14:tracePt t="30113" x="4454525" y="1252538"/>
          <p14:tracePt t="30130" x="4552950" y="1252538"/>
          <p14:tracePt t="30146" x="4619625" y="1268413"/>
          <p14:tracePt t="30163" x="4743450" y="1319213"/>
          <p14:tracePt t="30180" x="4876800" y="1368425"/>
          <p14:tracePt t="30196" x="4967288" y="1425575"/>
          <p14:tracePt t="30213" x="5084763" y="1492250"/>
          <p14:tracePt t="30230" x="5175250" y="1525588"/>
          <p14:tracePt t="30246" x="5241925" y="1576388"/>
          <p14:tracePt t="30263" x="5275263" y="1592263"/>
          <p14:tracePt t="30280" x="5341938" y="1625600"/>
          <p14:tracePt t="30296" x="5357813" y="1625600"/>
          <p14:tracePt t="30313" x="5357813" y="1641475"/>
          <p14:tracePt t="30330" x="5373688" y="1641475"/>
          <p14:tracePt t="30418" x="5373688" y="1666875"/>
          <p14:tracePt t="30630" x="5391150" y="1666875"/>
          <p14:tracePt t="37800" x="5424488" y="1666875"/>
          <p14:tracePt t="37817" x="5481638" y="1666875"/>
          <p14:tracePt t="37831" x="5565775" y="1641475"/>
          <p14:tracePt t="37846" x="5630863" y="1641475"/>
          <p14:tracePt t="37863" x="5664200" y="1641475"/>
          <p14:tracePt t="37880" x="5738813" y="1641475"/>
          <p14:tracePt t="37896" x="5772150" y="1625600"/>
          <p14:tracePt t="37913" x="5805488" y="1625600"/>
          <p14:tracePt t="37930" x="5822950" y="1608138"/>
          <p14:tracePt t="37946" x="5838825" y="1608138"/>
          <p14:tracePt t="37963" x="5872163" y="1592263"/>
          <p14:tracePt t="37980" x="5905500" y="1592263"/>
          <p14:tracePt t="37996" x="5954713" y="1592263"/>
          <p14:tracePt t="38013" x="6062663" y="1576388"/>
          <p14:tracePt t="38030" x="6111875" y="1558925"/>
          <p14:tracePt t="38047" x="6237288" y="1558925"/>
          <p14:tracePt t="38063" x="6286500" y="1543050"/>
          <p14:tracePt t="38080" x="6337300" y="1543050"/>
          <p14:tracePt t="38096" x="6419850" y="1543050"/>
          <p14:tracePt t="38113" x="6435725" y="1543050"/>
          <p14:tracePt t="38130" x="6486525" y="1543050"/>
          <p14:tracePt t="38146" x="6510338" y="1543050"/>
          <p14:tracePt t="38163" x="6527800" y="1543050"/>
          <p14:tracePt t="38180" x="6561138" y="1543050"/>
          <p14:tracePt t="38196" x="6710363" y="1608138"/>
          <p14:tracePt t="38213" x="6800850" y="1682750"/>
          <p14:tracePt t="38230" x="6967538" y="1782763"/>
          <p14:tracePt t="38246" x="7058025" y="1831975"/>
          <p14:tracePt t="38263" x="7107238" y="1865313"/>
          <p14:tracePt t="38279" x="7124700" y="1865313"/>
          <p14:tracePt t="38296" x="7173913" y="1882775"/>
          <p14:tracePt t="38329" x="7191375" y="1882775"/>
          <p14:tracePt t="38391" x="7207250" y="1882775"/>
          <p14:tracePt t="38429" x="7224713" y="1865313"/>
          <p14:tracePt t="38446" x="7240588" y="1865313"/>
          <p14:tracePt t="38463" x="7240588" y="1849438"/>
          <p14:tracePt t="38872" x="7256463" y="1849438"/>
          <p14:tracePt t="38884" x="7315200" y="1831975"/>
          <p14:tracePt t="38897" x="7348538" y="1816100"/>
          <p14:tracePt t="38913" x="7415213" y="1782763"/>
          <p14:tracePt t="38930" x="7464425" y="1749425"/>
          <p14:tracePt t="38946" x="7546975" y="1733550"/>
          <p14:tracePt t="38963" x="7621588" y="1700213"/>
          <p14:tracePt t="38980" x="7654925" y="1682750"/>
          <p14:tracePt t="39012" x="7688263" y="1666875"/>
          <p14:tracePt t="39062" x="7705725" y="1666875"/>
          <p14:tracePt t="39112" x="7705725" y="1641475"/>
          <p14:tracePt t="39146" x="7721600" y="1641475"/>
          <p14:tracePt t="39163" x="7737475" y="1625600"/>
          <p14:tracePt t="39180" x="7754938" y="1625600"/>
          <p14:tracePt t="39196" x="7788275" y="1625600"/>
          <p14:tracePt t="39213" x="7804150" y="1608138"/>
          <p14:tracePt t="39230" x="7829550" y="1592263"/>
          <p14:tracePt t="39262" x="7845425" y="1576388"/>
          <p14:tracePt t="39280" x="7878763" y="1558925"/>
          <p14:tracePt t="39296" x="7896225" y="1543050"/>
          <p14:tracePt t="39313" x="7945438" y="1509713"/>
          <p14:tracePt t="39330" x="7994650" y="1476375"/>
          <p14:tracePt t="39346" x="8012113" y="1476375"/>
          <p14:tracePt t="39363" x="8045450" y="1458913"/>
          <p14:tracePt t="39396" x="8078788" y="1443038"/>
          <p14:tracePt t="39429" x="8102600" y="1443038"/>
          <p14:tracePt t="39446" x="8135938" y="1443038"/>
          <p14:tracePt t="39463" x="8153400" y="1443038"/>
          <p14:tracePt t="39480" x="8186738" y="1443038"/>
          <p14:tracePt t="39496" x="8218488" y="1443038"/>
          <p14:tracePt t="39513" x="8251825" y="1443038"/>
          <p14:tracePt t="39530" x="8269288" y="1443038"/>
          <p14:tracePt t="39546" x="8285163" y="1443038"/>
          <p14:tracePt t="39563" x="8302625" y="1443038"/>
          <p14:tracePt t="39612" x="8318500" y="1443038"/>
          <p14:tracePt t="39818" x="8335963" y="1443038"/>
          <p14:tracePt t="39830" x="8335963" y="1458913"/>
          <p14:tracePt t="39862" x="8377238" y="1476375"/>
          <p14:tracePt t="39895" x="8410575" y="1509713"/>
          <p14:tracePt t="39913" x="8426450" y="1543050"/>
          <p14:tracePt t="39930" x="8443913" y="1558925"/>
          <p14:tracePt t="39946" x="8475663" y="1608138"/>
          <p14:tracePt t="39963" x="8475663" y="1625600"/>
          <p14:tracePt t="39980" x="8509000" y="1666875"/>
          <p14:tracePt t="39996" x="8509000" y="1682750"/>
          <p14:tracePt t="40013" x="8542338" y="1749425"/>
          <p14:tracePt t="40030" x="8542338" y="1766888"/>
          <p14:tracePt t="40047" x="8593138" y="1865313"/>
          <p14:tracePt t="40063" x="8609013" y="1882775"/>
          <p14:tracePt t="40080" x="8609013" y="1924050"/>
          <p14:tracePt t="40096" x="8634413" y="1973263"/>
          <p14:tracePt t="40113" x="8650288" y="2006600"/>
          <p14:tracePt t="40130" x="8650288" y="2024063"/>
          <p14:tracePt t="40146" x="8650288" y="2055813"/>
          <p14:tracePt t="40163" x="8650288" y="2073275"/>
          <p14:tracePt t="40179" x="8650288" y="2089150"/>
          <p14:tracePt t="40196" x="8650288" y="2106613"/>
          <p14:tracePt t="40229" x="8667750" y="2122488"/>
          <p14:tracePt t="40348" x="8683625" y="2122488"/>
          <p14:tracePt t="40396" x="8699500" y="2122488"/>
          <p14:tracePt t="40429" x="8716963" y="2106613"/>
          <p14:tracePt t="40446" x="8732838" y="2106613"/>
          <p14:tracePt t="40463" x="8783638" y="2106613"/>
          <p14:tracePt t="40480" x="8832850" y="2089150"/>
          <p14:tracePt t="40496" x="8850313" y="2089150"/>
          <p14:tracePt t="40513" x="8891588" y="2089150"/>
          <p14:tracePt t="40530" x="8924925" y="2089150"/>
          <p14:tracePt t="40546" x="8924925" y="2073275"/>
          <p14:tracePt t="40563" x="8940800" y="2073275"/>
          <p14:tracePt t="40785" x="8850313" y="2089150"/>
          <p14:tracePt t="40797" x="8634413" y="2181225"/>
          <p14:tracePt t="40813" x="8443913" y="2230438"/>
          <p14:tracePt t="40830" x="7788275" y="2420938"/>
          <p14:tracePt t="40846" x="7546975" y="2471738"/>
          <p14:tracePt t="40863" x="6743700" y="2603500"/>
          <p14:tracePt t="40880" x="6469063" y="2654300"/>
          <p14:tracePt t="40896" x="5532438" y="2827338"/>
          <p14:tracePt t="40913" x="5208588" y="2911475"/>
          <p14:tracePt t="40930" x="4503738" y="3068638"/>
          <p14:tracePt t="40946" x="4113213" y="3151188"/>
          <p14:tracePt t="40963" x="3598863" y="3275013"/>
          <p14:tracePt t="40980" x="3408363" y="3341688"/>
          <p14:tracePt t="40996" x="3151188" y="3433763"/>
          <p14:tracePt t="41013" x="2828925" y="3532188"/>
          <p14:tracePt t="41030" x="2513013" y="3632200"/>
          <p14:tracePt t="41047" x="2297113" y="3690938"/>
          <p14:tracePt t="41368" x="2297113" y="3665538"/>
          <p14:tracePt t="41380" x="2297113" y="3632200"/>
          <p14:tracePt t="41396" x="2297113" y="3582988"/>
          <p14:tracePt t="41413" x="2314575" y="3449638"/>
          <p14:tracePt t="41430" x="2363788" y="3341688"/>
          <p14:tracePt t="41446" x="2397125" y="3241675"/>
          <p14:tracePt t="41463" x="2413000" y="3167063"/>
          <p14:tracePt t="41479" x="2430463" y="3135313"/>
          <p14:tracePt t="41496" x="2446338" y="3117850"/>
          <p14:tracePt t="41513" x="2479675" y="3084513"/>
          <p14:tracePt t="41530" x="2497138" y="3035300"/>
          <p14:tracePt t="41546" x="2513013" y="3001963"/>
          <p14:tracePt t="41563" x="2538413" y="2968625"/>
          <p14:tracePt t="41580" x="2538413" y="2952750"/>
          <p14:tracePt t="41612" x="2554288" y="2952750"/>
          <p14:tracePt t="41630" x="2554288" y="2935288"/>
          <p14:tracePt t="41686" x="2554288" y="2911475"/>
          <p14:tracePt t="41745" x="2538413" y="2894013"/>
          <p14:tracePt t="41763" x="2513013" y="2894013"/>
          <p14:tracePt t="41780" x="2479675" y="2878138"/>
          <p14:tracePt t="41796" x="2413000" y="2860675"/>
          <p14:tracePt t="41813" x="2363788" y="2844800"/>
          <p14:tracePt t="41829" x="2281238" y="2794000"/>
          <p14:tracePt t="41846" x="2222500" y="2778125"/>
          <p14:tracePt t="41863" x="2206625" y="2760663"/>
          <p14:tracePt t="41880" x="2155825" y="2744788"/>
          <p14:tracePt t="41912" x="2139950" y="2728913"/>
          <p14:tracePt t="41930" x="2122488" y="2728913"/>
          <p14:tracePt t="41962" x="2122488" y="2711450"/>
          <p14:tracePt t="41979" x="2106613" y="2711450"/>
          <p14:tracePt t="42012" x="2090738" y="2695575"/>
          <p14:tracePt t="42029" x="2073275" y="2695575"/>
          <p14:tracePt t="42047" x="2057400" y="2678113"/>
          <p14:tracePt t="42063" x="2057400" y="2654300"/>
          <p14:tracePt t="42080" x="2039938" y="2654300"/>
          <p14:tracePt t="42112" x="2039938" y="2636838"/>
          <p14:tracePt t="42262" x="1982788" y="2636838"/>
          <p14:tracePt t="42280" x="1949450" y="2636838"/>
          <p14:tracePt t="42296" x="1916113" y="2636838"/>
          <p14:tracePt t="42329" x="1898650" y="2636838"/>
          <p14:tracePt t="42346" x="1882775" y="2636838"/>
          <p14:tracePt t="42412" x="1882775" y="2620963"/>
          <p14:tracePt t="42562" x="1866900" y="2620963"/>
          <p14:tracePt t="42580" x="1816100" y="2620963"/>
          <p14:tracePt t="42596" x="1782763" y="2620963"/>
          <p14:tracePt t="42613" x="1766888" y="2603500"/>
          <p14:tracePt t="42629" x="1749425" y="2603500"/>
          <p14:tracePt t="42646" x="1749425" y="2587625"/>
          <p14:tracePt t="42712" x="1766888" y="2587625"/>
          <p14:tracePt t="42730" x="1782763" y="2587625"/>
          <p14:tracePt t="42762" x="1800225" y="2587625"/>
          <p14:tracePt t="42796" x="1816100" y="2587625"/>
          <p14:tracePt t="42829" x="1833563" y="2587625"/>
          <p14:tracePt t="42862" x="1849438" y="2587625"/>
          <p14:tracePt t="42912" x="1866900" y="2587625"/>
          <p14:tracePt t="42930" x="1882775" y="2587625"/>
          <p14:tracePt t="42946" x="1898650" y="2587625"/>
          <p14:tracePt t="42963" x="1916113" y="2587625"/>
          <p14:tracePt t="42995" x="1931988" y="2570163"/>
          <p14:tracePt t="43029" x="1949450" y="2570163"/>
          <p14:tracePt t="43095" x="1965325" y="2570163"/>
          <p14:tracePt t="43145" x="1982788" y="2570163"/>
          <p14:tracePt t="43163" x="2006600" y="2554288"/>
          <p14:tracePt t="43180" x="2024063" y="2554288"/>
          <p14:tracePt t="43196" x="2039938" y="2554288"/>
          <p14:tracePt t="43213" x="2057400" y="2554288"/>
          <p14:tracePt t="43246" x="2073275" y="2554288"/>
          <p14:tracePt t="43263" x="2073275" y="2536825"/>
          <p14:tracePt t="43295" x="2090738" y="2536825"/>
          <p14:tracePt t="43313" x="2106613" y="2536825"/>
          <p14:tracePt t="43330" x="2122488" y="2536825"/>
          <p14:tracePt t="43346" x="2139950" y="2536825"/>
          <p14:tracePt t="43363" x="2155825" y="2536825"/>
          <p14:tracePt t="43396" x="2173288" y="2536825"/>
          <p14:tracePt t="43446" x="2189163" y="2536825"/>
          <p14:tracePt t="43463" x="2189163" y="2520950"/>
          <p14:tracePt t="43512" x="2206625" y="2520950"/>
          <p14:tracePt t="43562" x="2222500" y="2520950"/>
          <p14:tracePt t="43612" x="2239963" y="2520950"/>
          <p14:tracePt t="43629" x="2263775" y="2520950"/>
          <p14:tracePt t="43646" x="2297113" y="2505075"/>
          <p14:tracePt t="43679" x="2314575" y="2505075"/>
          <p14:tracePt t="43712" x="2330450" y="2487613"/>
          <p14:tracePt t="43730" x="2347913" y="2487613"/>
          <p14:tracePt t="43746" x="2363788" y="2487613"/>
          <p14:tracePt t="43779" x="2379663" y="2487613"/>
          <p14:tracePt t="43829" x="2397125" y="2487613"/>
          <p14:tracePt t="43862" x="2413000" y="2487613"/>
          <p14:tracePt t="43895" x="2430463" y="2487613"/>
          <p14:tracePt t="44075" x="2446338" y="2487613"/>
          <p14:tracePt t="44179" x="2463800" y="2487613"/>
          <p14:tracePt t="44229" x="2479675" y="2487613"/>
          <p14:tracePt t="44262" x="2497138" y="2487613"/>
          <p14:tracePt t="44279" x="2513013" y="2487613"/>
          <p14:tracePt t="44296" x="2554288" y="2487613"/>
          <p14:tracePt t="44313" x="2587625" y="2505075"/>
          <p14:tracePt t="44330" x="2603500" y="2505075"/>
          <p14:tracePt t="44362" x="2620963" y="2505075"/>
          <p14:tracePt t="44396" x="2636838" y="2505075"/>
          <p14:tracePt t="44445" x="2654300" y="2505075"/>
          <p14:tracePt t="44546" x="2654300" y="2520950"/>
          <p14:tracePt t="44879" x="2703513" y="2520950"/>
          <p14:tracePt t="44896" x="2994025" y="2471738"/>
          <p14:tracePt t="44913" x="3582988" y="2363788"/>
          <p14:tracePt t="44930" x="4038600" y="2281238"/>
          <p14:tracePt t="44946" x="4876800" y="2181225"/>
          <p14:tracePt t="44963" x="5448300" y="2106613"/>
          <p14:tracePt t="44979" x="6237288" y="2024063"/>
          <p14:tracePt t="44996" x="6967538" y="1973263"/>
          <p14:tracePt t="45013" x="7845425" y="1924050"/>
          <p14:tracePt t="45030" x="8218488" y="1898650"/>
          <p14:tracePt t="45047" x="8716963" y="1898650"/>
          <p14:tracePt t="45063" x="8850313" y="1898650"/>
          <p14:tracePt t="45079" x="9247188" y="1882775"/>
          <p14:tracePt t="45096" x="9504363" y="1882775"/>
          <p14:tracePt t="45113" x="9620250" y="1865313"/>
          <p14:tracePt t="45129" x="9745663" y="1849438"/>
          <p14:tracePt t="45146" x="9794875" y="1831975"/>
          <p14:tracePt t="45163" x="9844088" y="1831975"/>
          <p14:tracePt t="45180" x="9877425" y="1831975"/>
          <p14:tracePt t="45196" x="9894888" y="1831975"/>
          <p14:tracePt t="45213" x="9910763" y="1831975"/>
          <p14:tracePt t="45230" x="9952038" y="1831975"/>
          <p14:tracePt t="45246" x="9985375" y="1831975"/>
          <p14:tracePt t="45263" x="10018713" y="1831975"/>
          <p14:tracePt t="45279" x="10118725" y="1849438"/>
          <p14:tracePt t="45296" x="10167938" y="1882775"/>
          <p14:tracePt t="45313" x="10209213" y="1898650"/>
          <p14:tracePt t="45330" x="10242550" y="1924050"/>
          <p14:tracePt t="45346" x="10260013" y="1939925"/>
          <p14:tracePt t="45363" x="10260013" y="1957388"/>
          <p14:tracePt t="45379" x="10152063" y="1990725"/>
          <p14:tracePt t="45396" x="10002838" y="2006600"/>
          <p14:tracePt t="45413" x="9812338" y="2024063"/>
          <p14:tracePt t="45430" x="9588500" y="2055813"/>
          <p14:tracePt t="45446" x="9488488" y="2073275"/>
          <p14:tracePt t="45463" x="9380538" y="2073275"/>
          <p14:tracePt t="45479" x="9123363" y="2089150"/>
          <p14:tracePt t="45496" x="9056688" y="2106613"/>
          <p14:tracePt t="45513" x="8940800" y="2122488"/>
          <p14:tracePt t="45530" x="8816975" y="2122488"/>
          <p14:tracePt t="45546" x="8783638" y="2122488"/>
          <p14:tracePt t="45563" x="8766175" y="2139950"/>
          <p14:tracePt t="45580" x="8683625" y="2163763"/>
          <p14:tracePt t="45596" x="8634413" y="2197100"/>
          <p14:tracePt t="45613" x="8493125" y="2330450"/>
          <p14:tracePt t="45629" x="8359775" y="2454275"/>
          <p14:tracePt t="45646" x="8078788" y="2711450"/>
          <p14:tracePt t="45663" x="7605713" y="3084513"/>
          <p14:tracePt t="45680" x="7397750" y="3225800"/>
          <p14:tracePt t="45696" x="7207250" y="3375025"/>
          <p14:tracePt t="45713" x="7058025" y="3467100"/>
          <p14:tracePt t="45730" x="6800850" y="3665538"/>
          <p14:tracePt t="45746" x="6677025" y="3773488"/>
          <p14:tracePt t="45763" x="6303963" y="4097338"/>
          <p14:tracePt t="45780" x="5938838" y="4403725"/>
          <p14:tracePt t="45796" x="5224463" y="4992688"/>
          <p14:tracePt t="45813" x="4022725" y="6003925"/>
          <p14:tracePt t="45830" x="3798888" y="6169025"/>
          <p14:tracePt t="45846" x="3325813" y="6500813"/>
          <p14:tracePt t="46098" x="3325813" y="6484938"/>
          <p14:tracePt t="46113" x="3325813" y="6392863"/>
          <p14:tracePt t="46129" x="3300413" y="6227763"/>
          <p14:tracePt t="46146" x="3284538" y="6119813"/>
          <p14:tracePt t="46163" x="3251200" y="5795963"/>
          <p14:tracePt t="46180" x="3235325" y="5414963"/>
          <p14:tracePt t="46196" x="3217863" y="5299075"/>
          <p14:tracePt t="46213" x="3201988" y="5026025"/>
          <p14:tracePt t="46229" x="3135313" y="4627563"/>
          <p14:tracePt t="46246" x="3052763" y="4352925"/>
          <p14:tracePt t="46263" x="2960688" y="4064000"/>
          <p14:tracePt t="46279" x="2894013" y="3822700"/>
          <p14:tracePt t="46296" x="2860675" y="3740150"/>
          <p14:tracePt t="46313" x="2828925" y="3616325"/>
          <p14:tracePt t="46330" x="2795588" y="3516313"/>
          <p14:tracePt t="46346" x="2795588" y="3482975"/>
          <p14:tracePt t="46363" x="2754313" y="3408363"/>
          <p14:tracePt t="46379" x="2720975" y="3375025"/>
          <p14:tracePt t="46396" x="2687638" y="3325813"/>
          <p14:tracePt t="46413" x="2620963" y="3241675"/>
          <p14:tracePt t="46430" x="2571750" y="3192463"/>
          <p14:tracePt t="46446" x="2554288" y="3151188"/>
          <p14:tracePt t="46463" x="2497138" y="3117850"/>
          <p14:tracePt t="46480" x="2479675" y="3117850"/>
          <p14:tracePt t="46496" x="2446338" y="3101975"/>
          <p14:tracePt t="46513" x="2397125" y="3101975"/>
          <p14:tracePt t="46529" x="2330450" y="3101975"/>
          <p14:tracePt t="46546" x="2314575" y="3084513"/>
          <p14:tracePt t="46563" x="2222500" y="3084513"/>
          <p14:tracePt t="46580" x="2189163" y="3084513"/>
          <p14:tracePt t="46596" x="2122488" y="3051175"/>
          <p14:tracePt t="46613" x="2090738" y="3017838"/>
          <p14:tracePt t="46629" x="2073275" y="2986088"/>
          <p14:tracePt t="46646" x="2039938" y="2911475"/>
          <p14:tracePt t="46663" x="2039938" y="2894013"/>
          <p14:tracePt t="46679" x="2024063" y="2827338"/>
          <p14:tracePt t="46696" x="2024063" y="2811463"/>
          <p14:tracePt t="46713" x="2024063" y="2760663"/>
          <p14:tracePt t="46762" x="2057400" y="2760663"/>
          <p14:tracePt t="46780" x="2155825" y="2778125"/>
          <p14:tracePt t="46796" x="2263775" y="2827338"/>
          <p14:tracePt t="46813" x="2297113" y="2827338"/>
          <p14:tracePt t="46830" x="2379663" y="2860675"/>
          <p14:tracePt t="46846" x="2430463" y="2894013"/>
          <p14:tracePt t="46863" x="2479675" y="2911475"/>
          <p14:tracePt t="46880" x="2497138" y="2911475"/>
          <p14:tracePt t="46912" x="2538413" y="2935288"/>
          <p14:tracePt t="46929" x="2603500" y="2986088"/>
          <p14:tracePt t="46946" x="2720975" y="3068638"/>
          <p14:tracePt t="46963" x="2770188" y="3101975"/>
          <p14:tracePt t="46980" x="2927350" y="3192463"/>
          <p14:tracePt t="46996" x="3009900" y="3259138"/>
          <p14:tracePt t="47013" x="3086100" y="3292475"/>
          <p14:tracePt t="47030" x="3267075" y="3408363"/>
          <p14:tracePt t="47046" x="3325813" y="3467100"/>
          <p14:tracePt t="47063" x="3375025" y="3532188"/>
          <p14:tracePt t="47079" x="3425825" y="3690938"/>
          <p14:tracePt t="47096" x="3441700" y="3722688"/>
          <p14:tracePt t="47113" x="3475038" y="3789363"/>
          <p14:tracePt t="47129" x="3524250" y="3963988"/>
          <p14:tracePt t="47146" x="3541713" y="4064000"/>
          <p14:tracePt t="47163" x="3582988" y="4287838"/>
          <p14:tracePt t="47180" x="3598863" y="4337050"/>
          <p14:tracePt t="47196" x="3616325" y="4419600"/>
          <p14:tracePt t="47213" x="3616325" y="4478338"/>
          <p14:tracePt t="47229" x="3616325" y="4511675"/>
          <p14:tracePt t="47246" x="3616325" y="4527550"/>
          <p14:tracePt t="47305" x="3598863" y="4511675"/>
          <p14:tracePt t="47317" x="3582988" y="4437063"/>
          <p14:tracePt t="47330" x="3557588" y="4386263"/>
          <p14:tracePt t="47346" x="3541713" y="4321175"/>
          <p14:tracePt t="47363" x="3524250" y="4221163"/>
          <p14:tracePt t="47380" x="3475038" y="4030663"/>
          <p14:tracePt t="47396" x="3475038" y="3946525"/>
          <p14:tracePt t="47413" x="3475038" y="3773488"/>
          <p14:tracePt t="47429" x="3475038" y="3598863"/>
          <p14:tracePt t="47446" x="3508375" y="3375025"/>
          <p14:tracePt t="47463" x="3616325" y="3117850"/>
          <p14:tracePt t="47479" x="3649663" y="3035300"/>
          <p14:tracePt t="47496" x="3732213" y="2894013"/>
          <p14:tracePt t="47513" x="3798888" y="2794000"/>
          <p14:tracePt t="47529" x="3814763" y="2760663"/>
          <p14:tracePt t="47546" x="3832225" y="2744788"/>
          <p14:tracePt t="47563" x="3856038" y="2728913"/>
          <p14:tracePt t="47595" x="3873500" y="2728913"/>
          <p14:tracePt t="47868" x="3889375" y="2728913"/>
          <p14:tracePt t="47880" x="3989388" y="2678113"/>
          <p14:tracePt t="47896" x="4130675" y="2603500"/>
          <p14:tracePt t="47913" x="4437063" y="2505075"/>
          <p14:tracePt t="47930" x="4603750" y="2454275"/>
          <p14:tracePt t="47946" x="5465763" y="2230438"/>
          <p14:tracePt t="47963" x="5938838" y="2139950"/>
          <p14:tracePt t="47980" x="6319838" y="2089150"/>
          <p14:tracePt t="47996" x="6510338" y="2073275"/>
          <p14:tracePt t="48013" x="6850063" y="2055813"/>
          <p14:tracePt t="48030" x="6934200" y="2055813"/>
          <p14:tracePt t="48047" x="7207250" y="2039938"/>
          <p14:tracePt t="48063" x="7415213" y="2039938"/>
          <p14:tracePt t="48079" x="7605713" y="2039938"/>
          <p14:tracePt t="48096" x="7654925" y="2024063"/>
          <p14:tracePt t="48113" x="7804150" y="2024063"/>
          <p14:tracePt t="48130" x="7929563" y="2024063"/>
          <p14:tracePt t="48146" x="7945438" y="2024063"/>
          <p14:tracePt t="48163" x="8045450" y="2006600"/>
          <p14:tracePt t="48180" x="8169275" y="1990725"/>
          <p14:tracePt t="48196" x="8285163" y="1957388"/>
          <p14:tracePt t="48213" x="8426450" y="1924050"/>
          <p14:tracePt t="48229" x="8593138" y="1898650"/>
          <p14:tracePt t="48246" x="8699500" y="1865313"/>
          <p14:tracePt t="48263" x="8750300" y="1865313"/>
          <p14:tracePt t="48280" x="8850313" y="1849438"/>
          <p14:tracePt t="48296" x="8866188" y="1831975"/>
          <p14:tracePt t="48313" x="8907463" y="1816100"/>
          <p14:tracePt t="48330" x="8924925" y="1816100"/>
          <p14:tracePt t="48346" x="8940800" y="1800225"/>
          <p14:tracePt t="48363" x="8956675" y="1800225"/>
          <p14:tracePt t="48431" x="8940800" y="1800225"/>
          <p14:tracePt t="48446" x="8907463" y="1800225"/>
          <p14:tracePt t="48463" x="8766175" y="1800225"/>
          <p14:tracePt t="48479" x="8634413" y="1782763"/>
          <p14:tracePt t="48496" x="8302625" y="1782763"/>
          <p14:tracePt t="48513" x="8120063" y="1782763"/>
          <p14:tracePt t="48530" x="7431088" y="1766888"/>
          <p14:tracePt t="48546" x="7240588" y="1733550"/>
          <p14:tracePt t="48563" x="6983413" y="1716088"/>
          <p14:tracePt t="48580" x="6592888" y="1666875"/>
          <p14:tracePt t="48596" x="6469063" y="1666875"/>
          <p14:tracePt t="48613" x="6402388" y="1641475"/>
          <p14:tracePt t="48630" x="6270625" y="1625600"/>
          <p14:tracePt t="48646" x="6162675" y="1625600"/>
          <p14:tracePt t="48663" x="6046788" y="1625600"/>
          <p14:tracePt t="48680" x="6029325" y="1625600"/>
          <p14:tracePt t="48696" x="5954713" y="1625600"/>
          <p14:tracePt t="48713" x="5888038" y="1625600"/>
          <p14:tracePt t="48746" x="5872163" y="1625600"/>
          <p14:tracePt t="48763" x="5872163" y="1641475"/>
          <p14:tracePt t="49238" x="5888038" y="1641475"/>
          <p14:tracePt t="49247" x="5905500" y="1641475"/>
          <p14:tracePt t="49263" x="5921375" y="1641475"/>
          <p14:tracePt t="49279" x="5938838" y="1682750"/>
          <p14:tracePt t="49296" x="5980113" y="1716088"/>
          <p14:tracePt t="49313" x="6029325" y="1766888"/>
          <p14:tracePt t="49330" x="6046788" y="1800225"/>
          <p14:tracePt t="49346" x="6080125" y="1849438"/>
          <p14:tracePt t="49363" x="6111875" y="1924050"/>
          <p14:tracePt t="49379" x="6145213" y="1939925"/>
          <p14:tracePt t="49396" x="6178550" y="2024063"/>
          <p14:tracePt t="49413" x="6237288" y="2073275"/>
          <p14:tracePt t="49430" x="6270625" y="2163763"/>
          <p14:tracePt t="49446" x="6303963" y="2197100"/>
          <p14:tracePt t="49463" x="6319838" y="2230438"/>
          <p14:tracePt t="49480" x="6337300" y="2263775"/>
          <p14:tracePt t="49496" x="6353175" y="2281238"/>
          <p14:tracePt t="49513" x="6353175" y="2297113"/>
          <p14:tracePt t="49530" x="6369050" y="2330450"/>
          <p14:tracePt t="49546" x="6386513" y="2397125"/>
          <p14:tracePt t="49563" x="6402388" y="2454275"/>
          <p14:tracePt t="49580" x="6402388" y="2536825"/>
          <p14:tracePt t="49596" x="6419850" y="2587625"/>
          <p14:tracePt t="49613" x="6419850" y="2636838"/>
          <p14:tracePt t="49629" x="6419850" y="2654300"/>
          <p14:tracePt t="49646" x="6419850" y="2711450"/>
          <p14:tracePt t="49663" x="6419850" y="2728913"/>
          <p14:tracePt t="49679" x="6419850" y="2744788"/>
          <p14:tracePt t="49696" x="6419850" y="2778125"/>
          <p14:tracePt t="49713" x="6402388" y="2794000"/>
          <p14:tracePt t="49745" x="6386513" y="2811463"/>
          <p14:tracePt t="49812" x="6386513" y="2827338"/>
          <p14:tracePt t="49833" x="6369050" y="2827338"/>
          <p14:tracePt t="50145" x="6353175" y="2827338"/>
          <p14:tracePt t="50163" x="6337300" y="2811463"/>
          <p14:tracePt t="50180" x="6303963" y="2811463"/>
          <p14:tracePt t="50196" x="6286500" y="2811463"/>
          <p14:tracePt t="50213" x="6237288" y="2794000"/>
          <p14:tracePt t="50230" x="6196013" y="2778125"/>
          <p14:tracePt t="50246" x="6162675" y="2778125"/>
          <p14:tracePt t="50263" x="6129338" y="2760663"/>
          <p14:tracePt t="50280" x="6111875" y="2760663"/>
          <p14:tracePt t="50296" x="6062663" y="2744788"/>
          <p14:tracePt t="50313" x="6046788" y="2744788"/>
          <p14:tracePt t="50330" x="6029325" y="2744788"/>
          <p14:tracePt t="50346" x="5995988" y="2728913"/>
          <p14:tracePt t="50363" x="5980113" y="2728913"/>
          <p14:tracePt t="50380" x="5954713" y="2728913"/>
          <p14:tracePt t="50396" x="5938838" y="2728913"/>
          <p14:tracePt t="50413" x="5938838" y="2711450"/>
          <p14:tracePt t="50562" x="5921375" y="2711450"/>
          <p14:tracePt t="50722" x="5921375" y="2695575"/>
          <p14:tracePt t="51220" x="5921375" y="2678113"/>
          <p14:tracePt t="51322" x="5938838" y="2678113"/>
          <p14:tracePt t="51395" x="5954713" y="2678113"/>
          <p14:tracePt t="51446" x="5980113" y="2654300"/>
          <p14:tracePt t="51546" x="5995988" y="2654300"/>
          <p14:tracePt t="51829" x="6013450" y="2654300"/>
          <p14:tracePt t="51862" x="6029325" y="2654300"/>
          <p14:tracePt t="51880" x="6062663" y="2654300"/>
          <p14:tracePt t="51896" x="6080125" y="2654300"/>
          <p14:tracePt t="51913" x="6111875" y="2654300"/>
          <p14:tracePt t="51930" x="6129338" y="2654300"/>
          <p14:tracePt t="51946" x="6145213" y="2654300"/>
          <p14:tracePt t="51979" x="6162675" y="2654300"/>
          <p14:tracePt t="52047" x="6178550" y="2654300"/>
          <p14:tracePt t="52190" x="6196013" y="2654300"/>
          <p14:tracePt t="52455" x="6211888" y="2654300"/>
          <p14:tracePt t="52495" x="6237288" y="2636838"/>
          <p14:tracePt t="52513" x="6253163" y="2636838"/>
          <p14:tracePt t="52529" x="6270625" y="2636838"/>
          <p14:tracePt t="52546" x="6286500" y="2636838"/>
          <p14:tracePt t="52595" x="6303963" y="2620963"/>
          <p14:tracePt t="53124" x="6303963" y="2603500"/>
          <p14:tracePt t="53246" x="6303963" y="2587625"/>
          <p14:tracePt t="53409" x="6303963" y="2570163"/>
          <p14:tracePt t="57431" x="6196013" y="2570163"/>
          <p14:tracePt t="57447" x="6111875" y="2570163"/>
          <p14:tracePt t="57463" x="5921375" y="2570163"/>
          <p14:tracePt t="57480" x="5772150" y="2570163"/>
          <p14:tracePt t="57496" x="5481638" y="2587625"/>
          <p14:tracePt t="57513" x="5208588" y="2636838"/>
          <p14:tracePt t="57530" x="4776788" y="2744788"/>
          <p14:tracePt t="57546" x="4038600" y="2952750"/>
          <p14:tracePt t="57563" x="3632200" y="3084513"/>
          <p14:tracePt t="57580" x="2620963" y="3449638"/>
          <p14:tracePt t="57596" x="1625600" y="3856038"/>
          <p14:tracePt t="57613" x="1352550" y="3963988"/>
          <p14:tracePt t="57629" x="1144588" y="4046538"/>
          <p14:tracePt t="57646" x="1095375" y="4064000"/>
          <p14:tracePt t="57663" x="871538" y="4113213"/>
          <p14:tracePt t="57680" x="838200" y="4129088"/>
          <p14:tracePt t="57696" x="804863" y="4129088"/>
          <p14:tracePt t="57713" x="787400" y="4129088"/>
          <p14:tracePt t="58142" x="787400" y="4113213"/>
          <p14:tracePt t="58154" x="787400" y="4064000"/>
          <p14:tracePt t="58166" x="771525" y="3997325"/>
          <p14:tracePt t="58180" x="771525" y="3946525"/>
          <p14:tracePt t="58196" x="771525" y="3905250"/>
          <p14:tracePt t="58213" x="754063" y="3773488"/>
          <p14:tracePt t="58229" x="754063" y="3740150"/>
          <p14:tracePt t="58246" x="754063" y="3648075"/>
          <p14:tracePt t="58263" x="754063" y="3616325"/>
          <p14:tracePt t="58279" x="754063" y="3582988"/>
          <p14:tracePt t="58296" x="754063" y="3532188"/>
          <p14:tracePt t="58313" x="771525" y="3498850"/>
          <p14:tracePt t="58330" x="771525" y="3433763"/>
          <p14:tracePt t="58346" x="771525" y="3359150"/>
          <p14:tracePt t="58363" x="771525" y="3308350"/>
          <p14:tracePt t="58379" x="722313" y="3209925"/>
          <p14:tracePt t="58396" x="704850" y="3151188"/>
          <p14:tracePt t="58413" x="614363" y="3068638"/>
          <p14:tracePt t="58429" x="547688" y="3017838"/>
          <p14:tracePt t="58446" x="514350" y="2986088"/>
          <p14:tracePt t="58463" x="481013" y="2952750"/>
          <p14:tracePt t="58480" x="465138" y="2952750"/>
          <p14:tracePt t="58496" x="447675" y="2935288"/>
          <p14:tracePt t="58513" x="431800" y="2935288"/>
          <p14:tracePt t="60662" x="431800" y="2911475"/>
          <p14:tracePt t="60712" x="447675" y="2911475"/>
          <p14:tracePt t="60962" x="447675" y="2935288"/>
          <p14:tracePt t="60995" x="447675" y="2952750"/>
          <p14:tracePt t="61013" x="465138" y="2952750"/>
          <p14:tracePt t="61030" x="465138" y="2968625"/>
          <p14:tracePt t="61047" x="481013" y="2968625"/>
          <p14:tracePt t="61063" x="481013" y="2986088"/>
          <p14:tracePt t="61095" x="481013" y="3001963"/>
          <p14:tracePt t="61113" x="496888" y="3001963"/>
          <p14:tracePt t="65651" x="514350" y="3001963"/>
          <p14:tracePt t="65667" x="596900" y="3001963"/>
          <p14:tracePt t="65681" x="630238" y="3001963"/>
          <p14:tracePt t="65697" x="647700" y="3001963"/>
          <p14:tracePt t="65713" x="704850" y="3017838"/>
          <p14:tracePt t="65729" x="787400" y="3035300"/>
          <p14:tracePt t="65746" x="804863" y="3051175"/>
          <p14:tracePt t="65763" x="887413" y="3068638"/>
          <p14:tracePt t="65779" x="962025" y="3101975"/>
          <p14:tracePt t="65796" x="1028700" y="3117850"/>
          <p14:tracePt t="65813" x="1044575" y="3117850"/>
          <p14:tracePt t="65830" x="1077913" y="3135313"/>
          <p14:tracePt t="65846" x="1111250" y="3135313"/>
          <p14:tracePt t="65863" x="1128713" y="3135313"/>
          <p14:tracePt t="65879" x="1128713" y="3151188"/>
          <p14:tracePt t="65896" x="1144588" y="3151188"/>
          <p14:tracePt t="66030" x="1128713" y="3151188"/>
          <p14:tracePt t="66046" x="1111250" y="3135313"/>
          <p14:tracePt t="66063" x="1062038" y="3117850"/>
          <p14:tracePt t="66080" x="1044575" y="3117850"/>
          <p14:tracePt t="66096" x="1011238" y="3117850"/>
          <p14:tracePt t="66113" x="977900" y="3101975"/>
          <p14:tracePt t="66129" x="946150" y="3101975"/>
          <p14:tracePt t="66146" x="920750" y="3101975"/>
          <p14:tracePt t="66163" x="871538" y="3084513"/>
          <p14:tracePt t="66179" x="854075" y="3084513"/>
          <p14:tracePt t="66196" x="804863" y="3068638"/>
          <p14:tracePt t="66213" x="771525" y="3051175"/>
          <p14:tracePt t="66229" x="738188" y="3051175"/>
          <p14:tracePt t="66246" x="688975" y="3035300"/>
          <p14:tracePt t="66263" x="671513" y="3035300"/>
          <p14:tracePt t="66279" x="614363" y="3035300"/>
          <p14:tracePt t="66296" x="581025" y="3017838"/>
          <p14:tracePt t="66313" x="563563" y="3017838"/>
          <p14:tracePt t="66330" x="547688" y="3017838"/>
          <p14:tracePt t="66379" x="530225" y="3017838"/>
          <p14:tracePt t="66429" x="514350" y="3017838"/>
          <p14:tracePt t="67783" x="614363" y="3017838"/>
          <p14:tracePt t="67796" x="704850" y="3017838"/>
          <p14:tracePt t="67813" x="871538" y="3017838"/>
          <p14:tracePt t="67829" x="946150" y="3035300"/>
          <p14:tracePt t="67846" x="1011238" y="3035300"/>
          <p14:tracePt t="67863" x="1095375" y="3051175"/>
          <p14:tracePt t="67880" x="1111250" y="3068638"/>
          <p14:tracePt t="67896" x="1177925" y="3068638"/>
          <p14:tracePt t="67913" x="1219200" y="3084513"/>
          <p14:tracePt t="67945" x="1235075" y="3084513"/>
          <p14:tracePt t="67962" x="1235075" y="3101975"/>
          <p14:tracePt t="67995" x="1219200" y="3101975"/>
          <p14:tracePt t="68013" x="1203325" y="3101975"/>
          <p14:tracePt t="68029" x="1144588" y="3101975"/>
          <p14:tracePt t="68047" x="1111250" y="3101975"/>
          <p14:tracePt t="68063" x="1028700" y="3101975"/>
          <p14:tracePt t="68079" x="977900" y="3084513"/>
          <p14:tracePt t="68096" x="903288" y="3084513"/>
          <p14:tracePt t="68113" x="738188" y="3051175"/>
          <p14:tracePt t="68129" x="630238" y="3035300"/>
          <p14:tracePt t="68146" x="581025" y="3035300"/>
          <p14:tracePt t="68163" x="514350" y="3035300"/>
          <p14:tracePt t="68179" x="496888" y="3035300"/>
          <p14:tracePt t="68196" x="481013" y="3035300"/>
          <p14:tracePt t="68448" x="496888" y="3035300"/>
          <p14:tracePt t="68463" x="514350" y="3068638"/>
          <p14:tracePt t="68479" x="530225" y="3101975"/>
          <p14:tracePt t="68496" x="547688" y="3135313"/>
          <p14:tracePt t="68513" x="563563" y="3209925"/>
          <p14:tracePt t="68530" x="581025" y="3259138"/>
          <p14:tracePt t="68546" x="581025" y="3292475"/>
          <p14:tracePt t="68563" x="596900" y="3308350"/>
          <p14:tracePt t="68595" x="596900" y="3325813"/>
          <p14:tracePt t="68697" x="614363" y="3325813"/>
          <p14:tracePt t="68745" x="630238" y="3341688"/>
          <p14:tracePt t="68763" x="647700" y="3341688"/>
          <p14:tracePt t="68779" x="671513" y="3359150"/>
          <p14:tracePt t="68796" x="704850" y="3359150"/>
          <p14:tracePt t="68813" x="722313" y="3375025"/>
          <p14:tracePt t="68829" x="738188" y="3375025"/>
          <p14:tracePt t="68846" x="771525" y="3390900"/>
          <p14:tracePt t="68863" x="787400" y="3390900"/>
          <p14:tracePt t="68895" x="804863" y="3390900"/>
          <p14:tracePt t="69362" x="804863" y="3408363"/>
          <p14:tracePt t="69379" x="787400" y="3433763"/>
          <p14:tracePt t="69396" x="738188" y="3498850"/>
          <p14:tracePt t="69413" x="722313" y="3532188"/>
          <p14:tracePt t="69429" x="688975" y="3565525"/>
          <p14:tracePt t="69446" x="671513" y="3598863"/>
          <p14:tracePt t="69463" x="647700" y="3598863"/>
          <p14:tracePt t="69479" x="647700" y="3616325"/>
          <p14:tracePt t="69562" x="671513" y="3565525"/>
          <p14:tracePt t="69581" x="688975" y="3532188"/>
          <p14:tracePt t="69595" x="722313" y="3482975"/>
          <p14:tracePt t="69613" x="738188" y="3433763"/>
          <p14:tracePt t="69629" x="754063" y="3390900"/>
          <p14:tracePt t="69646" x="754063" y="3341688"/>
          <p14:tracePt t="69663" x="754063" y="3325813"/>
          <p14:tracePt t="69679" x="754063" y="3292475"/>
          <p14:tracePt t="69696" x="738188" y="3292475"/>
          <p14:tracePt t="69713" x="704850" y="3292475"/>
          <p14:tracePt t="69729" x="630238" y="3275013"/>
          <p14:tracePt t="69746" x="563563" y="3275013"/>
          <p14:tracePt t="69763" x="530225" y="3275013"/>
          <p14:tracePt t="69779" x="496888" y="3259138"/>
          <p14:tracePt t="69796" x="481013" y="3259138"/>
          <p14:tracePt t="69813" x="465138" y="3259138"/>
          <p14:tracePt t="69829" x="447675" y="3259138"/>
          <p14:tracePt t="69912" x="447675" y="3275013"/>
          <p14:tracePt t="69930" x="431800" y="3325813"/>
          <p14:tracePt t="69945" x="414338" y="3408363"/>
          <p14:tracePt t="69963" x="390525" y="3482975"/>
          <p14:tracePt t="69979" x="373063" y="3565525"/>
          <p14:tracePt t="69996" x="373063" y="3616325"/>
          <p14:tracePt t="70013" x="373063" y="3706813"/>
          <p14:tracePt t="70030" x="373063" y="3773488"/>
          <p14:tracePt t="70047" x="373063" y="3806825"/>
          <p14:tracePt t="70063" x="373063" y="3856038"/>
          <p14:tracePt t="70079" x="390525" y="3922713"/>
          <p14:tracePt t="70096" x="390525" y="3946525"/>
          <p14:tracePt t="70112" x="414338" y="3963988"/>
          <p14:tracePt t="70129" x="431800" y="3979863"/>
          <p14:tracePt t="70406" x="431800" y="3997325"/>
          <p14:tracePt t="70418" x="431800" y="4064000"/>
          <p14:tracePt t="70429" x="431800" y="4113213"/>
          <p14:tracePt t="70446" x="431800" y="4179888"/>
          <p14:tracePt t="70463" x="414338" y="4386263"/>
          <p14:tracePt t="70479" x="414338" y="4460875"/>
          <p14:tracePt t="70496" x="414338" y="4594225"/>
          <p14:tracePt t="70513" x="414338" y="4751388"/>
          <p14:tracePt t="70529" x="390525" y="4833938"/>
          <p14:tracePt t="70546" x="390525" y="4867275"/>
          <p14:tracePt t="70563" x="390525" y="4918075"/>
          <p14:tracePt t="70579" x="390525" y="4959350"/>
          <p14:tracePt t="70596" x="390525" y="5008563"/>
          <p14:tracePt t="70613" x="390525" y="5057775"/>
          <p14:tracePt t="70629" x="390525" y="5075238"/>
          <p14:tracePt t="70646" x="414338" y="5124450"/>
          <p14:tracePt t="70663" x="465138" y="5141913"/>
          <p14:tracePt t="70923" x="465138" y="5157788"/>
          <p14:tracePt t="70931" x="465138" y="5216525"/>
          <p14:tracePt t="70945" x="465138" y="5265738"/>
          <p14:tracePt t="70963" x="465138" y="5399088"/>
          <p14:tracePt t="70979" x="481013" y="5538788"/>
          <p14:tracePt t="70996" x="496888" y="5589588"/>
          <p14:tracePt t="71013" x="496888" y="5622925"/>
          <p14:tracePt t="71029" x="514350" y="5672138"/>
          <p14:tracePt t="71047" x="514350" y="5688013"/>
          <p14:tracePt t="71063" x="514350" y="5705475"/>
          <p14:tracePt t="71379" x="514350" y="5780088"/>
          <p14:tracePt t="71396" x="514350" y="5846763"/>
          <p14:tracePt t="71413" x="514350" y="5988050"/>
          <p14:tracePt t="71429" x="514350" y="6053138"/>
          <p14:tracePt t="71446" x="514350" y="6202363"/>
          <p14:tracePt t="71463" x="514350" y="6276975"/>
          <p14:tracePt t="71479" x="514350" y="6376988"/>
          <p14:tracePt t="71496" x="514350" y="6410325"/>
          <p14:tracePt t="71513" x="514350" y="6426200"/>
          <p14:tracePt t="71529" x="514350" y="6518275"/>
          <p14:tracePt t="71546" x="547688" y="6551613"/>
          <p14:tracePt t="71562" x="563563" y="6584950"/>
          <p14:tracePt t="71579" x="614363" y="6650038"/>
          <p14:tracePt t="71596" x="630238" y="6667500"/>
          <p14:tracePt t="71613" x="671513" y="6716713"/>
          <p14:tracePt t="71629" x="688975" y="6742113"/>
          <p14:tracePt t="71646" x="704850" y="6742113"/>
          <p14:tracePt t="71663" x="722313" y="6775450"/>
          <p14:tracePt t="71714" x="722313" y="6791325"/>
          <p14:tracePt t="72330" x="738188" y="6791325"/>
          <p14:tracePt t="72346" x="771525" y="6791325"/>
          <p14:tracePt t="72363" x="820738" y="6775450"/>
          <p14:tracePt t="72379" x="1011238" y="6757988"/>
          <p14:tracePt t="72396" x="1203325" y="6742113"/>
          <p14:tracePt t="72413" x="1417638" y="6683375"/>
          <p14:tracePt t="72429" x="1931988" y="6600825"/>
          <p14:tracePt t="72446" x="2670175" y="6443663"/>
          <p14:tracePt t="72463" x="3235325" y="6343650"/>
          <p14:tracePt t="72479" x="3683000" y="6276975"/>
          <p14:tracePt t="72496" x="3940175" y="6227763"/>
          <p14:tracePt t="72513" x="4038600" y="6202363"/>
          <p14:tracePt t="72529" x="4387850" y="6153150"/>
          <p14:tracePt t="72546" x="4437063" y="6153150"/>
          <p14:tracePt t="72563" x="4603750" y="6137275"/>
          <p14:tracePt t="72579" x="4678363" y="6119813"/>
          <p14:tracePt t="72612" x="4694238" y="6119813"/>
          <p14:tracePt t="72629" x="4711700" y="6119813"/>
          <p14:tracePt t="72718" x="4711700" y="6103938"/>
          <p14:tracePt t="72912" x="4694238" y="6103938"/>
          <p14:tracePt t="72929" x="4678363" y="6103938"/>
          <p14:tracePt t="72946" x="4678363" y="6086475"/>
          <p14:tracePt t="72963" x="4645025" y="6070600"/>
          <p14:tracePt t="72980" x="4603750" y="6037263"/>
          <p14:tracePt t="73012" x="4586288" y="6019800"/>
          <p14:tracePt t="73047" x="4586288" y="6003925"/>
          <p14:tracePt t="73097" x="4586288" y="5988050"/>
          <p14:tracePt t="73128" x="4570413" y="5988050"/>
          <p14:tracePt t="73146" x="4552950" y="5945188"/>
          <p14:tracePt t="73163" x="4454525" y="5862638"/>
          <p14:tracePt t="73497" x="4421188" y="5829300"/>
          <p14:tracePt t="73513" x="4403725" y="5795963"/>
          <p14:tracePt t="73529" x="4362450" y="5746750"/>
          <p14:tracePt t="73546" x="4313238" y="5672138"/>
          <p14:tracePt t="73563" x="4246563" y="5589588"/>
          <p14:tracePt t="73579" x="4197350" y="5522913"/>
          <p14:tracePt t="73596" x="4146550" y="5489575"/>
          <p14:tracePt t="73613" x="4113213" y="5432425"/>
          <p14:tracePt t="73629" x="4089400" y="5414963"/>
          <p14:tracePt t="73646" x="4056063" y="5381625"/>
          <p14:tracePt t="73679" x="4022725" y="5365750"/>
          <p14:tracePt t="73712" x="4022725" y="5348288"/>
          <p14:tracePt t="73812" x="4005263" y="5348288"/>
          <p14:tracePt t="74045" x="4056063" y="5348288"/>
          <p14:tracePt t="74062" x="4113213" y="5348288"/>
          <p14:tracePt t="74079" x="4229100" y="5348288"/>
          <p14:tracePt t="74096" x="4262438" y="5348288"/>
          <p14:tracePt t="74113" x="4313238" y="5348288"/>
          <p14:tracePt t="74129" x="4403725" y="5365750"/>
          <p14:tracePt t="74146" x="4437063" y="5381625"/>
          <p14:tracePt t="74163" x="4503738" y="5381625"/>
          <p14:tracePt t="74179" x="4537075" y="5399088"/>
          <p14:tracePt t="74196" x="4586288" y="5399088"/>
          <p14:tracePt t="74213" x="4727575" y="5432425"/>
          <p14:tracePt t="74229" x="4810125" y="5432425"/>
          <p14:tracePt t="74246" x="5000625" y="5489575"/>
          <p14:tracePt t="74263" x="5084763" y="5522913"/>
          <p14:tracePt t="74279" x="5175250" y="5556250"/>
          <p14:tracePt t="74585" x="5192713" y="5556250"/>
          <p14:tracePt t="74597" x="5224463" y="5556250"/>
          <p14:tracePt t="74613" x="5241925" y="5556250"/>
          <p14:tracePt t="74629" x="5257800" y="5556250"/>
          <p14:tracePt t="74646" x="5291138" y="5556250"/>
          <p14:tracePt t="74662" x="5308600" y="5556250"/>
          <p14:tracePt t="74679" x="5324475" y="5556250"/>
          <p14:tracePt t="74696" x="5424488" y="5556250"/>
          <p14:tracePt t="74713" x="5481638" y="5556250"/>
          <p14:tracePt t="74729" x="5548313" y="5572125"/>
          <p14:tracePt t="74746" x="5614988" y="5572125"/>
          <p14:tracePt t="74762" x="5630863" y="5572125"/>
          <p14:tracePt t="74779" x="5664200" y="5572125"/>
          <p14:tracePt t="74796" x="5681663" y="5572125"/>
          <p14:tracePt t="74813" x="5772150" y="5589588"/>
          <p14:tracePt t="74829" x="5838825" y="5589588"/>
          <p14:tracePt t="74846" x="5905500" y="5605463"/>
          <p14:tracePt t="74863" x="6029325" y="5605463"/>
          <p14:tracePt t="74879" x="6145213" y="5622925"/>
          <p14:tracePt t="74896" x="6211888" y="5638800"/>
          <p14:tracePt t="74913" x="6337300" y="5638800"/>
          <p14:tracePt t="74929" x="6469063" y="5656263"/>
          <p14:tracePt t="74946" x="6561138" y="5656263"/>
          <p14:tracePt t="74963" x="6692900" y="5656263"/>
          <p14:tracePt t="74979" x="6743700" y="5656263"/>
          <p14:tracePt t="74996" x="6850063" y="5656263"/>
          <p14:tracePt t="75013" x="6883400" y="5656263"/>
          <p14:tracePt t="75029" x="6916738" y="5656263"/>
          <p14:tracePt t="75047" x="6934200" y="5656263"/>
          <p14:tracePt t="75063" x="6950075" y="5656263"/>
          <p14:tracePt t="75079" x="6967538" y="5656263"/>
          <p14:tracePt t="75112" x="6967538" y="5638800"/>
          <p14:tracePt t="75162" x="6967538" y="5622925"/>
          <p14:tracePt t="75179" x="6967538" y="5605463"/>
          <p14:tracePt t="75212" x="6967538" y="5589588"/>
          <p14:tracePt t="75262" x="6867525" y="5556250"/>
          <p14:tracePt t="75279" x="6592888" y="5448300"/>
          <p14:tracePt t="75296" x="6369050" y="5381625"/>
          <p14:tracePt t="75313" x="5789613" y="5191125"/>
          <p14:tracePt t="75329" x="5324475" y="5041900"/>
          <p14:tracePt t="75346" x="4843463" y="4933950"/>
          <p14:tracePt t="75363" x="4346575" y="4833938"/>
          <p14:tracePt t="75379" x="3732213" y="4802188"/>
          <p14:tracePt t="75396" x="3582988" y="4802188"/>
          <p14:tracePt t="75413" x="3052763" y="4802188"/>
          <p14:tracePt t="75698" x="3009900" y="4784725"/>
          <p14:tracePt t="75713" x="2978150" y="4751388"/>
          <p14:tracePt t="75729" x="2944813" y="4694238"/>
          <p14:tracePt t="75746" x="2860675" y="4576763"/>
          <p14:tracePt t="75763" x="2844800" y="4545013"/>
          <p14:tracePt t="75779" x="2828925" y="4511675"/>
          <p14:tracePt t="75796" x="2770188" y="4419600"/>
          <p14:tracePt t="75813" x="2720975" y="4337050"/>
          <p14:tracePt t="75829" x="2703513" y="4321175"/>
          <p14:tracePt t="75846" x="2603500" y="4221163"/>
          <p14:tracePt t="75863" x="2463800" y="4097338"/>
          <p14:tracePt t="75879" x="2413000" y="4046538"/>
          <p14:tracePt t="75896" x="2263775" y="3922713"/>
          <p14:tracePt t="75912" x="2189163" y="3871913"/>
          <p14:tracePt t="75929" x="2057400" y="3773488"/>
          <p14:tracePt t="75946" x="2024063" y="3722688"/>
          <p14:tracePt t="75963" x="1965325" y="3665538"/>
          <p14:tracePt t="75979" x="1916113" y="3616325"/>
          <p14:tracePt t="75996" x="1849438" y="3549650"/>
          <p14:tracePt t="76013" x="1800225" y="3516313"/>
          <p14:tracePt t="76029" x="1766888" y="3482975"/>
          <p14:tracePt t="76047" x="1692275" y="3408363"/>
          <p14:tracePt t="76063" x="1658938" y="3375025"/>
          <p14:tracePt t="76079" x="1592263" y="3325813"/>
          <p14:tracePt t="76096" x="1543050" y="3275013"/>
          <p14:tracePt t="76113" x="1450975" y="3225800"/>
          <p14:tracePt t="76129" x="1417638" y="3209925"/>
          <p14:tracePt t="76146" x="1368425" y="3192463"/>
          <p14:tracePt t="76163" x="1268413" y="3167063"/>
          <p14:tracePt t="76179" x="1203325" y="3167063"/>
          <p14:tracePt t="76196" x="1144588" y="3167063"/>
          <p14:tracePt t="76212" x="1028700" y="3167063"/>
          <p14:tracePt t="76229" x="977900" y="3167063"/>
          <p14:tracePt t="76246" x="771525" y="3308350"/>
          <p14:tracePt t="76262" x="671513" y="3408363"/>
          <p14:tracePt t="76279" x="447675" y="3756025"/>
          <p14:tracePt t="76296" x="339725" y="3997325"/>
          <p14:tracePt t="76313" x="290513" y="4129088"/>
          <p14:tracePt t="76329" x="223838" y="4386263"/>
          <p14:tracePt t="76346" x="223838" y="4494213"/>
          <p14:tracePt t="76362" x="223838" y="4576763"/>
          <p14:tracePt t="76379" x="241300" y="4802188"/>
          <p14:tracePt t="76396" x="290513" y="4884738"/>
          <p14:tracePt t="76413" x="373063" y="5041900"/>
          <p14:tracePt t="76429" x="431800" y="5141913"/>
          <p14:tracePt t="76446" x="530225" y="5314950"/>
          <p14:tracePt t="76463" x="581025" y="5381625"/>
          <p14:tracePt t="76479" x="614363" y="5448300"/>
          <p14:tracePt t="76496" x="738188" y="5605463"/>
          <p14:tracePt t="76513" x="820738" y="5705475"/>
          <p14:tracePt t="76529" x="1011238" y="5862638"/>
          <p14:tracePt t="76546" x="1160463" y="5988050"/>
          <p14:tracePt t="76563" x="1252538" y="6037263"/>
          <p14:tracePt t="76579" x="1509713" y="6137275"/>
          <p14:tracePt t="76596" x="1625600" y="6153150"/>
          <p14:tracePt t="76613" x="1692275" y="6169025"/>
          <p14:tracePt t="76629" x="1949450" y="6186488"/>
          <p14:tracePt t="76646" x="2139950" y="6186488"/>
          <p14:tracePt t="76663" x="2222500" y="6186488"/>
          <p14:tracePt t="76679" x="2446338" y="6137275"/>
          <p14:tracePt t="76696" x="2554288" y="6086475"/>
          <p14:tracePt t="76712" x="2720975" y="5962650"/>
          <p14:tracePt t="76729" x="3009900" y="5780088"/>
          <p14:tracePt t="76746" x="3086100" y="5705475"/>
          <p14:tracePt t="76762" x="3201988" y="5605463"/>
          <p14:tracePt t="76779" x="3325813" y="5522913"/>
          <p14:tracePt t="76796" x="3375025" y="5473700"/>
          <p14:tracePt t="76812" x="3425825" y="5399088"/>
          <p14:tracePt t="76829" x="3459163" y="5332413"/>
          <p14:tracePt t="76846" x="3459163" y="5299075"/>
          <p14:tracePt t="76862" x="3459163" y="5108575"/>
          <p14:tracePt t="76879" x="3441700" y="5041900"/>
          <p14:tracePt t="76896" x="3375025" y="4851400"/>
          <p14:tracePt t="76913" x="3341688" y="4751388"/>
          <p14:tracePt t="76929" x="3251200" y="4594225"/>
          <p14:tracePt t="76946" x="3117850" y="4321175"/>
          <p14:tracePt t="76962" x="3068638" y="4203700"/>
          <p14:tracePt t="76979" x="2994025" y="4079875"/>
          <p14:tracePt t="76996" x="2944813" y="4030663"/>
          <p14:tracePt t="77012" x="2894013" y="3922713"/>
          <p14:tracePt t="77029" x="2878138" y="3905250"/>
          <p14:tracePt t="77046" x="2860675" y="3871913"/>
          <p14:tracePt t="77062" x="2828925" y="3822700"/>
          <p14:tracePt t="77079" x="2811463" y="3789363"/>
          <p14:tracePt t="77096" x="2754313" y="3690938"/>
          <p14:tracePt t="77113" x="2720975" y="3632200"/>
          <p14:tracePt t="77129" x="2687638" y="3565525"/>
          <p14:tracePt t="77146" x="2587625" y="3408363"/>
          <p14:tracePt t="77163" x="2538413" y="3341688"/>
          <p14:tracePt t="77179" x="2446338" y="3209925"/>
          <p14:tracePt t="77196" x="2413000" y="3135313"/>
          <p14:tracePt t="77212" x="2363788" y="3068638"/>
          <p14:tracePt t="77229" x="2314575" y="3001963"/>
          <p14:tracePt t="77246" x="2297113" y="2986088"/>
          <p14:tracePt t="77262" x="2263775" y="2968625"/>
          <p14:tracePt t="77279" x="2239963" y="2952750"/>
          <p14:tracePt t="77296" x="2206625" y="2952750"/>
          <p14:tracePt t="77313" x="2189163" y="2952750"/>
          <p14:tracePt t="77330" x="2139950" y="2952750"/>
          <p14:tracePt t="77346" x="2106613" y="2952750"/>
          <p14:tracePt t="77363" x="2073275" y="2952750"/>
          <p14:tracePt t="77379" x="2006600" y="2952750"/>
          <p14:tracePt t="77396" x="1965325" y="2952750"/>
          <p14:tracePt t="77413" x="1931988" y="2952750"/>
          <p14:tracePt t="77429" x="1898650" y="2952750"/>
          <p14:tracePt t="77446" x="1866900" y="2952750"/>
          <p14:tracePt t="77462" x="1849438" y="2968625"/>
          <p14:tracePt t="77479" x="1833563" y="2968625"/>
          <p14:tracePt t="77496" x="1816100" y="2968625"/>
          <p14:tracePt t="77513" x="1816100" y="2986088"/>
          <p14:tracePt t="77529" x="1800225" y="2986088"/>
          <p14:tracePt t="77546" x="1800225" y="3035300"/>
          <p14:tracePt t="77562" x="1800225" y="3068638"/>
          <p14:tracePt t="77579" x="1800225" y="3209925"/>
          <p14:tracePt t="77596" x="1800225" y="3341688"/>
          <p14:tracePt t="77613" x="1816100" y="3408363"/>
          <p14:tracePt t="77629" x="1849438" y="3516313"/>
          <p14:tracePt t="77646" x="1882775" y="3565525"/>
          <p14:tracePt t="77663" x="1898650" y="3648075"/>
          <p14:tracePt t="77679" x="1916113" y="3665538"/>
          <p14:tracePt t="77696" x="1931988" y="3706813"/>
          <p14:tracePt t="77713" x="1949450" y="3706813"/>
          <p14:tracePt t="77729" x="1949450" y="3740150"/>
          <p14:tracePt t="77746" x="1965325" y="3740150"/>
          <p14:tracePt t="77779" x="1982788" y="3756025"/>
          <p14:tracePt t="77845" x="2006600" y="3756025"/>
          <p14:tracePt t="77949" x="2024063" y="3756025"/>
          <p14:tracePt t="77978" x="2039938" y="3756025"/>
          <p14:tracePt t="77996" x="2073275" y="3756025"/>
          <p14:tracePt t="78012" x="2173288" y="3756025"/>
          <p14:tracePt t="78029" x="2297113" y="3756025"/>
          <p14:tracePt t="78046" x="2479675" y="3756025"/>
          <p14:tracePt t="78063" x="2587625" y="3773488"/>
          <p14:tracePt t="78079" x="2720975" y="3806825"/>
          <p14:tracePt t="78096" x="2770188" y="3806825"/>
          <p14:tracePt t="78113" x="2828925" y="3822700"/>
          <p14:tracePt t="78129" x="2978150" y="3871913"/>
          <p14:tracePt t="78146" x="3068638" y="3889375"/>
          <p14:tracePt t="78598" x="3086100" y="3871913"/>
          <p14:tracePt t="78613" x="3101975" y="3871913"/>
          <p14:tracePt t="78629" x="3135313" y="3856038"/>
          <p14:tracePt t="78646" x="3151188" y="3856038"/>
          <p14:tracePt t="78663" x="3151188" y="3840163"/>
          <p14:tracePt t="78679" x="3168650" y="3840163"/>
          <p14:tracePt t="78712" x="3168650" y="3822700"/>
          <p14:tracePt t="78729" x="3184525" y="3822700"/>
          <p14:tracePt t="78746" x="3184525" y="3806825"/>
          <p14:tracePt t="78778" x="3201988" y="3789363"/>
          <p14:tracePt t="78796" x="3217863" y="3773488"/>
          <p14:tracePt t="78829" x="3251200" y="3756025"/>
          <p14:tracePt t="78846" x="3284538" y="3740150"/>
          <p14:tracePt t="78878" x="3341688" y="3722688"/>
          <p14:tracePt t="78896" x="3359150" y="3706813"/>
          <p14:tracePt t="78913" x="3392488" y="3690938"/>
          <p14:tracePt t="78929" x="3425825" y="3665538"/>
          <p14:tracePt t="78962" x="3459163" y="3665538"/>
          <p14:tracePt t="78979" x="3475038" y="3648075"/>
          <p14:tracePt t="78996" x="3524250" y="3648075"/>
          <p14:tracePt t="79013" x="3582988" y="3632200"/>
          <p14:tracePt t="79029" x="3598863" y="3632200"/>
          <p14:tracePt t="79047" x="3665538" y="3616325"/>
          <p14:tracePt t="79079" x="3698875" y="3616325"/>
          <p14:tracePt t="79096" x="3748088" y="3616325"/>
          <p14:tracePt t="79112" x="3832225" y="3616325"/>
          <p14:tracePt t="79129" x="3922713" y="3616325"/>
          <p14:tracePt t="79146" x="3973513" y="3616325"/>
          <p14:tracePt t="79163" x="4038600" y="3616325"/>
          <p14:tracePt t="79179" x="4213225" y="3616325"/>
          <p14:tracePt t="79196" x="4295775" y="3632200"/>
          <p14:tracePt t="79213" x="4486275" y="3632200"/>
          <p14:tracePt t="79229" x="4570413" y="3648075"/>
          <p14:tracePt t="79246" x="4660900" y="3648075"/>
          <p14:tracePt t="79262" x="4827588" y="3665538"/>
          <p14:tracePt t="79279" x="5018088" y="3690938"/>
          <p14:tracePt t="79296" x="5084763" y="3706813"/>
          <p14:tracePt t="79313" x="5175250" y="3706813"/>
          <p14:tracePt t="79329" x="5324475" y="3706813"/>
          <p14:tracePt t="79346" x="5357813" y="3706813"/>
          <p14:tracePt t="79363" x="5465763" y="3706813"/>
          <p14:tracePt t="79379" x="5514975" y="3706813"/>
          <p14:tracePt t="79396" x="5548313" y="3706813"/>
          <p14:tracePt t="79413" x="5599113" y="3706813"/>
          <p14:tracePt t="79429" x="5614988" y="3706813"/>
          <p14:tracePt t="79446" x="5648325" y="3706813"/>
          <p14:tracePt t="79463" x="5664200" y="3722688"/>
          <p14:tracePt t="79479" x="5705475" y="3722688"/>
          <p14:tracePt t="79496" x="5756275" y="3722688"/>
          <p14:tracePt t="79513" x="5789613" y="3722688"/>
          <p14:tracePt t="79529" x="5888038" y="3740150"/>
          <p14:tracePt t="79546" x="5954713" y="3740150"/>
          <p14:tracePt t="79563" x="6111875" y="3740150"/>
          <p14:tracePt t="79579" x="6178550" y="3740150"/>
          <p14:tracePt t="79596" x="6319838" y="3740150"/>
          <p14:tracePt t="79613" x="6435725" y="3740150"/>
          <p14:tracePt t="79629" x="6469063" y="3722688"/>
          <p14:tracePt t="79646" x="6577013" y="3706813"/>
          <p14:tracePt t="79662" x="6626225" y="3706813"/>
          <p14:tracePt t="79679" x="6710363" y="3690938"/>
          <p14:tracePt t="79696" x="6767513" y="3690938"/>
          <p14:tracePt t="79713" x="6800850" y="3690938"/>
          <p14:tracePt t="79729" x="6867525" y="3690938"/>
          <p14:tracePt t="79746" x="6934200" y="3690938"/>
          <p14:tracePt t="79763" x="6967538" y="3690938"/>
          <p14:tracePt t="80545" x="6950075" y="3690938"/>
          <p14:tracePt t="80563" x="6900863" y="3648075"/>
          <p14:tracePt t="80579" x="6726238" y="3532188"/>
          <p14:tracePt t="80596" x="6692900" y="3516313"/>
          <p14:tracePt t="80613" x="6592888" y="3449638"/>
          <p14:tracePt t="80629" x="6510338" y="3375025"/>
          <p14:tracePt t="80646" x="6453188" y="3359150"/>
          <p14:tracePt t="80663" x="6435725" y="3341688"/>
          <p14:tracePt t="80679" x="6386513" y="3292475"/>
          <p14:tracePt t="80696" x="6369050" y="3275013"/>
          <p14:tracePt t="80712" x="6337300" y="3241675"/>
          <p14:tracePt t="80729" x="6337300" y="3225800"/>
          <p14:tracePt t="80746" x="6319838" y="3209925"/>
          <p14:tracePt t="80820" x="6353175" y="3209925"/>
          <p14:tracePt t="80829" x="6369050" y="3209925"/>
          <p14:tracePt t="80846" x="6402388" y="3209925"/>
          <p14:tracePt t="80863" x="6435725" y="3209925"/>
          <p14:tracePt t="80879" x="6469063" y="3209925"/>
          <p14:tracePt t="80896" x="6486525" y="3209925"/>
          <p14:tracePt t="80913" x="6510338" y="3192463"/>
          <p14:tracePt t="80929" x="6527800" y="3192463"/>
          <p14:tracePt t="80962" x="6527800" y="3167063"/>
          <p14:tracePt t="81028" x="6527800" y="3151188"/>
          <p14:tracePt t="81046" x="6527800" y="3135313"/>
          <p14:tracePt t="81063" x="6486525" y="3117850"/>
          <p14:tracePt t="81079" x="6486525" y="3101975"/>
          <p14:tracePt t="81096" x="6469063" y="3084513"/>
          <p14:tracePt t="81128" x="6453188" y="3068638"/>
          <p14:tracePt t="81146" x="6419850" y="3051175"/>
          <p14:tracePt t="81162" x="6386513" y="3017838"/>
          <p14:tracePt t="81179" x="6369050" y="2986088"/>
          <p14:tracePt t="81196" x="6303963" y="2935288"/>
          <p14:tracePt t="81213" x="6237288" y="2860675"/>
          <p14:tracePt t="81229" x="6162675" y="2811463"/>
          <p14:tracePt t="81246" x="6145213" y="2794000"/>
          <p14:tracePt t="81263" x="6062663" y="2744788"/>
          <p14:tracePt t="81279" x="6013450" y="2695575"/>
          <p14:tracePt t="81296" x="5995988" y="2678113"/>
          <p14:tracePt t="81313" x="5938838" y="2654300"/>
          <p14:tracePt t="81329" x="5921375" y="2636838"/>
          <p14:tracePt t="81346" x="5888038" y="2620963"/>
          <p14:tracePt t="81379" x="5872163" y="2603500"/>
          <p14:tracePt t="81412" x="5854700" y="2587625"/>
          <p14:tracePt t="81445" x="5838825" y="2587625"/>
          <p14:tracePt t="81463" x="5822950" y="2587625"/>
          <p14:tracePt t="81495" x="5805488" y="2587625"/>
          <p14:tracePt t="81513" x="5772150" y="2570163"/>
          <p14:tracePt t="81529" x="5722938" y="2570163"/>
          <p14:tracePt t="81546" x="5705475" y="2570163"/>
          <p14:tracePt t="81563" x="5681663" y="2554288"/>
          <p14:tracePt t="81579" x="5630863" y="2554288"/>
          <p14:tracePt t="81612" x="5614988" y="2554288"/>
          <p14:tracePt t="81629" x="5599113" y="2554288"/>
          <p14:tracePt t="81646" x="5581650" y="2554288"/>
          <p14:tracePt t="81695" x="5565775" y="2554288"/>
          <p14:tracePt t="81728" x="5548313" y="2554288"/>
          <p14:tracePt t="81905" x="5548313" y="2570163"/>
          <p14:tracePt t="81945" x="5548313" y="2587625"/>
          <p14:tracePt t="81978" x="5514975" y="2620963"/>
          <p14:tracePt t="81996" x="5481638" y="2636838"/>
          <p14:tracePt t="82013" x="5465763" y="2654300"/>
          <p14:tracePt t="82029" x="5391150" y="2711450"/>
          <p14:tracePt t="82047" x="5357813" y="2728913"/>
          <p14:tracePt t="82063" x="5324475" y="2744788"/>
          <p14:tracePt t="82079" x="5257800" y="2778125"/>
          <p14:tracePt t="82096" x="5241925" y="2794000"/>
          <p14:tracePt t="82113" x="5192713" y="2811463"/>
          <p14:tracePt t="82129" x="5175250" y="2827338"/>
          <p14:tracePt t="82146" x="5118100" y="2844800"/>
          <p14:tracePt t="82163" x="5067300" y="2844800"/>
          <p14:tracePt t="82179" x="5051425" y="2860675"/>
          <p14:tracePt t="82196" x="5018088" y="2860675"/>
          <p14:tracePt t="82213" x="5000625" y="2860675"/>
          <p14:tracePt t="82229" x="4984750" y="2860675"/>
          <p14:tracePt t="82246" x="4967288" y="2860675"/>
          <p14:tracePt t="82263" x="4951413" y="2860675"/>
          <p14:tracePt t="82279" x="4935538" y="2860675"/>
          <p14:tracePt t="82312" x="4892675" y="2860675"/>
          <p14:tracePt t="82345" x="4860925" y="2860675"/>
          <p14:tracePt t="82363" x="4827588" y="2878138"/>
          <p14:tracePt t="82379" x="4810125" y="2878138"/>
          <p14:tracePt t="85950" x="4810125" y="2911475"/>
          <p14:tracePt t="85966" x="4810125" y="2935288"/>
          <p14:tracePt t="85980" x="4843463" y="3001963"/>
          <p14:tracePt t="85996" x="4843463" y="3035300"/>
          <p14:tracePt t="86012" x="4860925" y="3101975"/>
          <p14:tracePt t="86029" x="4876800" y="3151188"/>
          <p14:tracePt t="86048" x="4892675" y="3225800"/>
          <p14:tracePt t="86062" x="4892675" y="3259138"/>
          <p14:tracePt t="86079" x="4892675" y="3308350"/>
          <p14:tracePt t="86096" x="4892675" y="3359150"/>
          <p14:tracePt t="86112" x="4892675" y="3375025"/>
          <p14:tracePt t="86129" x="4876800" y="3390900"/>
          <p14:tracePt t="86146" x="4843463" y="3408363"/>
          <p14:tracePt t="86163" x="4810125" y="3433763"/>
          <p14:tracePt t="86179" x="4711700" y="3449638"/>
          <p14:tracePt t="86196" x="4645025" y="3449638"/>
          <p14:tracePt t="86213" x="4552950" y="3449638"/>
          <p14:tracePt t="86229" x="4503738" y="3449638"/>
          <p14:tracePt t="86246" x="4387850" y="3449638"/>
          <p14:tracePt t="86263" x="4262438" y="3449638"/>
          <p14:tracePt t="86279" x="4213225" y="3449638"/>
          <p14:tracePt t="86296" x="4146550" y="3449638"/>
          <p14:tracePt t="86313" x="4113213" y="3449638"/>
          <p14:tracePt t="86329" x="4038600" y="3433763"/>
          <p14:tracePt t="86346" x="4005263" y="3408363"/>
          <p14:tracePt t="86814" x="3973513" y="3408363"/>
          <p14:tracePt t="86829" x="3956050" y="3408363"/>
          <p14:tracePt t="86846" x="3922713" y="3390900"/>
          <p14:tracePt t="86863" x="3873500" y="3375025"/>
          <p14:tracePt t="86879" x="3748088" y="3308350"/>
          <p14:tracePt t="86896" x="3716338" y="3292475"/>
          <p14:tracePt t="86912" x="3683000" y="3275013"/>
          <p14:tracePt t="86929" x="3616325" y="3259138"/>
          <p14:tracePt t="86946" x="3557588" y="3225800"/>
          <p14:tracePt t="86962" x="3492500" y="3192463"/>
          <p14:tracePt t="86979" x="3459163" y="3167063"/>
          <p14:tracePt t="86996" x="3425825" y="3151188"/>
          <p14:tracePt t="87013" x="3392488" y="3135313"/>
          <p14:tracePt t="87046" x="3375025" y="3117850"/>
          <p14:tracePt t="87062" x="3359150" y="3117850"/>
          <p14:tracePt t="87079" x="3359150" y="3101975"/>
          <p14:tracePt t="87096" x="3341688" y="3101975"/>
          <p14:tracePt t="87112" x="3325813" y="3084513"/>
          <p14:tracePt t="87145" x="3300413" y="3084513"/>
          <p14:tracePt t="87178" x="3300413" y="3068638"/>
          <p14:tracePt t="87761" x="3325813" y="3068638"/>
          <p14:tracePt t="87779" x="3341688" y="3068638"/>
          <p14:tracePt t="87796" x="3359150" y="3084513"/>
          <p14:tracePt t="87813" x="3375025" y="3101975"/>
          <p14:tracePt t="87829" x="3408363" y="3135313"/>
          <p14:tracePt t="87846" x="3441700" y="3192463"/>
          <p14:tracePt t="87863" x="3475038" y="3241675"/>
          <p14:tracePt t="87879" x="3492500" y="3292475"/>
          <p14:tracePt t="87896" x="3508375" y="3325813"/>
          <p14:tracePt t="87912" x="3508375" y="3359150"/>
          <p14:tracePt t="87929" x="3524250" y="3408363"/>
          <p14:tracePt t="87946" x="3524250" y="3433763"/>
          <p14:tracePt t="87962" x="3524250" y="3467100"/>
          <p14:tracePt t="87979" x="3524250" y="3498850"/>
          <p14:tracePt t="87996" x="3524250" y="3516313"/>
          <p14:tracePt t="88013" x="3524250" y="3565525"/>
          <p14:tracePt t="88029" x="3524250" y="3598863"/>
          <p14:tracePt t="88046" x="3541713" y="3665538"/>
          <p14:tracePt t="88063" x="3541713" y="3706813"/>
          <p14:tracePt t="88079" x="3541713" y="3722688"/>
          <p14:tracePt t="88096" x="3557588" y="3722688"/>
          <p14:tracePt t="88112" x="3557588" y="3740150"/>
          <p14:tracePt t="88145" x="3582988" y="3740150"/>
          <p14:tracePt t="88178" x="3582988" y="3722688"/>
          <p14:tracePt t="88196" x="3582988" y="3690938"/>
          <p14:tracePt t="88212" x="3598863" y="3665538"/>
          <p14:tracePt t="88229" x="3598863" y="3598863"/>
          <p14:tracePt t="88246" x="3616325" y="3565525"/>
          <p14:tracePt t="88262" x="3632200" y="3482975"/>
          <p14:tracePt t="88279" x="3632200" y="3449638"/>
          <p14:tracePt t="88296" x="3632200" y="3433763"/>
          <p14:tracePt t="88313" x="3649663" y="3375025"/>
          <p14:tracePt t="88345" x="3649663" y="3359150"/>
          <p14:tracePt t="88771" x="3649663" y="3375025"/>
          <p14:tracePt t="88828" x="3649663" y="3390900"/>
          <p14:tracePt t="88878" x="3649663" y="3408363"/>
          <p14:tracePt t="88975" x="3632200" y="3408363"/>
          <p14:tracePt t="89191" x="3632200" y="3433763"/>
          <p14:tracePt t="89262" x="3632200" y="3449638"/>
          <p14:tracePt t="89312" x="3632200" y="3467100"/>
          <p14:tracePt t="89345" x="3632200" y="3482975"/>
          <p14:tracePt t="89645" x="3649663" y="3482975"/>
          <p14:tracePt t="89678" x="3665538" y="3467100"/>
          <p14:tracePt t="89728" x="3683000" y="3467100"/>
          <p14:tracePt t="89795" x="3698875" y="3482975"/>
          <p14:tracePt t="89812" x="3698875" y="3498850"/>
          <p14:tracePt t="89829" x="3732213" y="3532188"/>
          <p14:tracePt t="89846" x="3732213" y="3565525"/>
          <p14:tracePt t="89862" x="3748088" y="3616325"/>
          <p14:tracePt t="89879" x="3765550" y="3632200"/>
          <p14:tracePt t="89896" x="3765550" y="3665538"/>
          <p14:tracePt t="89912" x="3781425" y="3690938"/>
          <p14:tracePt t="89929" x="3781425" y="3706813"/>
          <p14:tracePt t="89946" x="3781425" y="3722688"/>
          <p14:tracePt t="89995" x="3781425" y="3740150"/>
          <p14:tracePt t="90062" x="3781425" y="3773488"/>
          <p14:tracePt t="90079" x="3781425" y="3806825"/>
          <p14:tracePt t="90112" x="3781425" y="3822700"/>
          <p14:tracePt t="90129" x="3781425" y="3856038"/>
          <p14:tracePt t="90162" x="3781425" y="3871913"/>
          <p14:tracePt t="90179" x="3781425" y="3889375"/>
          <p14:tracePt t="90461" x="3781425" y="3905250"/>
          <p14:tracePt t="90495" x="3781425" y="3946525"/>
          <p14:tracePt t="90513" x="3781425" y="3963988"/>
          <p14:tracePt t="90529" x="3781425" y="3997325"/>
          <p14:tracePt t="90546" x="3781425" y="4013200"/>
          <p14:tracePt t="90562" x="3781425" y="4030663"/>
          <p14:tracePt t="90579" x="3781425" y="4046538"/>
          <p14:tracePt t="90596" x="3781425" y="4064000"/>
          <p14:tracePt t="90612" x="3781425" y="4079875"/>
          <p14:tracePt t="90629" x="3781425" y="4097338"/>
          <p14:tracePt t="90662" x="3781425" y="4129088"/>
          <p14:tracePt t="90695" x="3781425" y="4146550"/>
          <p14:tracePt t="90713" x="3765550" y="4162425"/>
          <p14:tracePt t="90745" x="3765550" y="4179888"/>
          <p14:tracePt t="90778" x="3748088" y="4203700"/>
          <p14:tracePt t="90812" x="3748088" y="4221163"/>
          <p14:tracePt t="90829" x="3748088" y="4237038"/>
          <p14:tracePt t="90846" x="3748088" y="4352925"/>
          <p14:tracePt t="90862" x="3748088" y="4419600"/>
          <p14:tracePt t="90879" x="3765550" y="4527550"/>
          <p14:tracePt t="90896" x="3814763" y="4627563"/>
          <p14:tracePt t="90912" x="3832225" y="4660900"/>
          <p14:tracePt t="90929" x="3873500" y="4751388"/>
          <p14:tracePt t="90946" x="3906838" y="4818063"/>
          <p14:tracePt t="90962" x="3973513" y="4884738"/>
          <p14:tracePt t="90979" x="4056063" y="4900613"/>
          <p14:tracePt t="90996" x="4113213" y="4933950"/>
          <p14:tracePt t="91499" x="4113213" y="4975225"/>
          <p14:tracePt t="91513" x="4130675" y="5026025"/>
          <p14:tracePt t="91529" x="4146550" y="5075238"/>
          <p14:tracePt t="91546" x="4213225" y="5175250"/>
          <p14:tracePt t="91562" x="4295775" y="5314950"/>
          <p14:tracePt t="91579" x="4403725" y="5489575"/>
          <p14:tracePt t="91596" x="4454525" y="5572125"/>
          <p14:tracePt t="91612" x="4519613" y="5672138"/>
          <p14:tracePt t="91629" x="4552950" y="5730875"/>
          <p14:tracePt t="91646" x="4570413" y="5762625"/>
          <p14:tracePt t="91662" x="4619625" y="5846763"/>
          <p14:tracePt t="91679" x="4645025" y="5846763"/>
          <p14:tracePt t="91696" x="4727575" y="5895975"/>
          <p14:tracePt t="91713" x="4860925" y="5962650"/>
          <p14:tracePt t="91729" x="4951413" y="6003925"/>
          <p14:tracePt t="91746" x="5118100" y="6053138"/>
          <p14:tracePt t="91763" x="5373688" y="6119813"/>
          <p14:tracePt t="91779" x="5630863" y="6169025"/>
          <p14:tracePt t="91796" x="5805488" y="6227763"/>
          <p14:tracePt t="91812" x="5872163" y="6227763"/>
          <p14:tracePt t="91829" x="6096000" y="6276975"/>
          <p14:tracePt t="91846" x="6196013" y="6294438"/>
          <p14:tracePt t="91862" x="6353175" y="6310313"/>
          <p14:tracePt t="91879" x="6402388" y="6310313"/>
          <p14:tracePt t="91896" x="6486525" y="6327775"/>
          <p14:tracePt t="91912" x="6527800" y="6327775"/>
          <p14:tracePt t="91929" x="6561138" y="6327775"/>
          <p14:tracePt t="91978" x="6577013" y="6327775"/>
          <p14:tracePt t="92028" x="6592888" y="6327775"/>
          <p14:tracePt t="92078" x="6610350" y="6327775"/>
          <p14:tracePt t="92145" x="6626225" y="6327775"/>
          <p14:tracePt t="92178" x="6643688" y="6327775"/>
          <p14:tracePt t="92196" x="6659563" y="6327775"/>
          <p14:tracePt t="92228" x="6677025" y="6327775"/>
          <p14:tracePt t="92278" x="6692900" y="6310313"/>
          <p14:tracePt t="92295" x="6692900" y="6294438"/>
          <p14:tracePt t="92313" x="6692900" y="6276975"/>
          <p14:tracePt t="92329" x="6726238" y="6227763"/>
          <p14:tracePt t="92346" x="6743700" y="6186488"/>
          <p14:tracePt t="92362" x="6784975" y="6119813"/>
          <p14:tracePt t="92379" x="6818313" y="6070600"/>
          <p14:tracePt t="92396" x="6834188" y="6019800"/>
          <p14:tracePt t="92412" x="6883400" y="5945188"/>
          <p14:tracePt t="92429" x="6900863" y="5911850"/>
          <p14:tracePt t="92446" x="6950075" y="5829300"/>
          <p14:tracePt t="92462" x="7042150" y="5746750"/>
          <p14:tracePt t="92479" x="7091363" y="5672138"/>
          <p14:tracePt t="92496" x="7140575" y="5622925"/>
          <p14:tracePt t="92513" x="7299325" y="5473700"/>
          <p14:tracePt t="92529" x="7348538" y="5414963"/>
          <p14:tracePt t="92546" x="7431088" y="5348288"/>
          <p14:tracePt t="92562" x="7448550" y="5332413"/>
          <p14:tracePt t="92579" x="7497763" y="5281613"/>
          <p14:tracePt t="92596" x="7513638" y="5265738"/>
          <p14:tracePt t="92613" x="7531100" y="5265738"/>
          <p14:tracePt t="93086" x="7531100" y="5249863"/>
          <p14:tracePt t="93097" x="7531100" y="5232400"/>
          <p14:tracePt t="93111" x="7531100" y="5191125"/>
          <p14:tracePt t="93129" x="7531100" y="5141913"/>
          <p14:tracePt t="93146" x="7546975" y="5108575"/>
          <p14:tracePt t="93162" x="7572375" y="5075238"/>
          <p14:tracePt t="93179" x="7588250" y="5057775"/>
          <p14:tracePt t="93196" x="7588250" y="5041900"/>
          <p14:tracePt t="93212" x="7605713" y="5026025"/>
          <p14:tracePt t="93265" x="7605713" y="5008563"/>
          <p14:tracePt t="93345" x="7621588" y="4992688"/>
          <p14:tracePt t="93364" x="7621588" y="4975225"/>
          <p14:tracePt t="93378" x="7639050" y="4918075"/>
          <p14:tracePt t="93396" x="7672388" y="4851400"/>
          <p14:tracePt t="93412" x="7721600" y="4735513"/>
          <p14:tracePt t="93429" x="7754938" y="4610100"/>
          <p14:tracePt t="93446" x="7788275" y="4478338"/>
          <p14:tracePt t="93462" x="7829550" y="4254500"/>
          <p14:tracePt t="93479" x="7845425" y="4046538"/>
          <p14:tracePt t="93496" x="7862888" y="3549650"/>
          <p14:tracePt t="93512" x="7862888" y="3017838"/>
          <p14:tracePt t="93529" x="7770813" y="1831975"/>
          <p14:tracePt t="93546" x="7737475" y="1558925"/>
          <p14:tracePt t="93562" x="7688263" y="1219200"/>
          <p14:tracePt t="93579" x="7688263" y="1127125"/>
          <p14:tracePt t="93596" x="7639050" y="771525"/>
          <p14:tracePt t="93612" x="7639050" y="630238"/>
          <p14:tracePt t="93629" x="7639050" y="596900"/>
          <p14:tracePt t="93646" x="7621588" y="596900"/>
          <p14:tracePt t="93695" x="7605713" y="596900"/>
          <p14:tracePt t="93921" x="7605713" y="581025"/>
          <p14:tracePt t="93930" x="7605713" y="496888"/>
          <p14:tracePt t="93946" x="7588250" y="373063"/>
          <p14:tracePt t="93962" x="7531100" y="66675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 구현 방법 </a:t>
            </a:r>
            <a:r>
              <a:rPr lang="en-US" altLang="ko-KR" b="1" dirty="0"/>
              <a:t>-</a:t>
            </a:r>
            <a:r>
              <a:rPr lang="ko-KR" altLang="en-US" b="1" dirty="0"/>
              <a:t> </a:t>
            </a:r>
            <a:r>
              <a:rPr lang="en-US" altLang="ko-KR" b="1" dirty="0"/>
              <a:t>VPTERNLOGQ</a:t>
            </a:r>
            <a:endParaRPr lang="ko-KR" altLang="en-US" b="1" dirty="0"/>
          </a:p>
        </p:txBody>
      </p:sp>
      <p:pic>
        <p:nvPicPr>
          <p:cNvPr id="14" name="그림 13" descr="스크린샷, 텍스트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32C66F-3B59-E6AF-290B-FE6C5909B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505" y="1837377"/>
            <a:ext cx="3706519" cy="3183246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4B9A24E5-4EC8-FD63-2E0E-E8ECA41F7445}"/>
              </a:ext>
            </a:extLst>
          </p:cNvPr>
          <p:cNvGrpSpPr/>
          <p:nvPr/>
        </p:nvGrpSpPr>
        <p:grpSpPr>
          <a:xfrm>
            <a:off x="319667" y="969911"/>
            <a:ext cx="2620303" cy="5888089"/>
            <a:chOff x="146047" y="1111250"/>
            <a:chExt cx="3251203" cy="11918634"/>
          </a:xfrm>
        </p:grpSpPr>
        <p:pic>
          <p:nvPicPr>
            <p:cNvPr id="16" name="그림 15" descr="텍스트, 스크린샷, 소프트웨어, 디스플레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D341DAB-8D00-C239-CE1A-025015FF4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050" y="1111250"/>
              <a:ext cx="3251200" cy="4279900"/>
            </a:xfrm>
            <a:prstGeom prst="rect">
              <a:avLst/>
            </a:prstGeom>
          </p:spPr>
        </p:pic>
        <p:pic>
          <p:nvPicPr>
            <p:cNvPr id="18" name="그림 17" descr="텍스트, 스크린샷, 디스플레이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15FDA90-8E56-5E74-2449-A7BA956D7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049" y="5075145"/>
              <a:ext cx="3251199" cy="4494305"/>
            </a:xfrm>
            <a:prstGeom prst="rect">
              <a:avLst/>
            </a:prstGeom>
          </p:spPr>
        </p:pic>
        <p:pic>
          <p:nvPicPr>
            <p:cNvPr id="23" name="그림 22" descr="텍스트, 스크린샷, 폰트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9EF2D0D-9AE2-4B1B-9E75-056A63D7A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047" y="9569450"/>
              <a:ext cx="3251198" cy="3460434"/>
            </a:xfrm>
            <a:prstGeom prst="rect">
              <a:avLst/>
            </a:prstGeom>
          </p:spPr>
        </p:pic>
      </p:grp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FF00E37-DC36-0006-444F-F2059278AAE3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939966" y="3429000"/>
            <a:ext cx="713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537AAA6-1493-7538-8F17-9C643EDE2C31}"/>
              </a:ext>
            </a:extLst>
          </p:cNvPr>
          <p:cNvSpPr txBox="1"/>
          <p:nvPr/>
        </p:nvSpPr>
        <p:spPr>
          <a:xfrm>
            <a:off x="3653501" y="1248177"/>
            <a:ext cx="7866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ym typeface="Wingdings" pitchFamily="2" charset="2"/>
              </a:rPr>
              <a:t> </a:t>
            </a:r>
            <a:r>
              <a:rPr kumimoji="1" lang="ko-KR" altLang="en-US" dirty="0"/>
              <a:t>행렬</a:t>
            </a:r>
            <a:r>
              <a:rPr kumimoji="1" lang="en-US" altLang="ko-KR" dirty="0"/>
              <a:t>x</a:t>
            </a:r>
            <a:r>
              <a:rPr kumimoji="1" lang="ko-KR" altLang="en-US" dirty="0"/>
              <a:t>벡터 함수의 </a:t>
            </a:r>
            <a:r>
              <a:rPr kumimoji="1" lang="en-US" altLang="ko-KR" dirty="0"/>
              <a:t>AND + XOR </a:t>
            </a:r>
            <a:r>
              <a:rPr kumimoji="1" lang="ko-KR" altLang="en-US" dirty="0"/>
              <a:t>로직을 </a:t>
            </a:r>
            <a:r>
              <a:rPr kumimoji="1" lang="en-US" altLang="ko-KR" dirty="0"/>
              <a:t>VPTERNLOGQ</a:t>
            </a:r>
            <a:r>
              <a:rPr kumimoji="1" lang="ko-KR" altLang="en-US" dirty="0"/>
              <a:t>명령어 </a:t>
            </a:r>
            <a:r>
              <a:rPr kumimoji="1" lang="en-US" altLang="ko-KR" dirty="0"/>
              <a:t>1</a:t>
            </a:r>
            <a:r>
              <a:rPr kumimoji="1" lang="ko-KR" altLang="en-US" dirty="0"/>
              <a:t>개로 처리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A0F0C8-38DA-2BD5-8C97-48982EDA6E96}"/>
              </a:ext>
            </a:extLst>
          </p:cNvPr>
          <p:cNvSpPr txBox="1"/>
          <p:nvPr/>
        </p:nvSpPr>
        <p:spPr>
          <a:xfrm>
            <a:off x="3653501" y="5587966"/>
            <a:ext cx="61286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600" dirty="0"/>
              <a:t>BEFORE:  </a:t>
            </a:r>
            <a:r>
              <a:rPr kumimoji="1" lang="ko-KR" altLang="en-US" sz="1600" dirty="0"/>
              <a:t>마스크 → </a:t>
            </a:r>
            <a:r>
              <a:rPr kumimoji="1" lang="en-US" altLang="ko-KR" sz="1600" dirty="0"/>
              <a:t>[</a:t>
            </a:r>
            <a:r>
              <a:rPr kumimoji="1" lang="en" altLang="ko-KR" sz="1600" dirty="0"/>
              <a:t>AND] → [XOR]     (</a:t>
            </a:r>
            <a:r>
              <a:rPr kumimoji="1" lang="ko-KR" altLang="en-US" sz="1600" dirty="0"/>
              <a:t>조건부 </a:t>
            </a:r>
            <a:r>
              <a:rPr kumimoji="1" lang="en" altLang="ko-KR" sz="1600" dirty="0"/>
              <a:t>XOR = </a:t>
            </a:r>
            <a:r>
              <a:rPr kumimoji="1" lang="ko-KR" altLang="en-US" sz="1600" dirty="0"/>
              <a:t>명령 </a:t>
            </a:r>
            <a:r>
              <a:rPr kumimoji="1" lang="en-US" altLang="ko-KR" sz="1600" dirty="0"/>
              <a:t>2</a:t>
            </a:r>
            <a:r>
              <a:rPr kumimoji="1" lang="ko-KR" altLang="en-US" sz="1600" dirty="0"/>
              <a:t>개</a:t>
            </a:r>
            <a:r>
              <a:rPr kumimoji="1" lang="en-US" altLang="ko-KR" sz="1600" dirty="0"/>
              <a:t>)</a:t>
            </a:r>
          </a:p>
          <a:p>
            <a:r>
              <a:rPr kumimoji="1" lang="en" altLang="ko-KR" sz="1600" dirty="0"/>
              <a:t>AFTER:   </a:t>
            </a:r>
            <a:r>
              <a:rPr kumimoji="1" lang="ko-KR" altLang="en-US" sz="1600" dirty="0"/>
              <a:t>마스크 → </a:t>
            </a:r>
            <a:r>
              <a:rPr kumimoji="1" lang="en-US" altLang="ko-KR" sz="1600" dirty="0"/>
              <a:t>[</a:t>
            </a:r>
            <a:r>
              <a:rPr kumimoji="1" lang="en" altLang="ko-KR" sz="1600" dirty="0" err="1"/>
              <a:t>ternarylogic</a:t>
            </a:r>
            <a:r>
              <a:rPr kumimoji="1" lang="en" altLang="ko-KR" sz="1600" dirty="0"/>
              <a:t>]     (</a:t>
            </a:r>
            <a:r>
              <a:rPr kumimoji="1" lang="ko-KR" altLang="en-US" sz="1600" dirty="0"/>
              <a:t>조건부 </a:t>
            </a:r>
            <a:r>
              <a:rPr kumimoji="1" lang="en" altLang="ko-KR" sz="1600" dirty="0"/>
              <a:t>XOR = </a:t>
            </a:r>
            <a:r>
              <a:rPr kumimoji="1" lang="ko-KR" altLang="en-US" sz="1600" dirty="0"/>
              <a:t>명령 </a:t>
            </a:r>
            <a:r>
              <a:rPr kumimoji="1" lang="en-US" altLang="ko-KR" sz="1600" dirty="0"/>
              <a:t>1</a:t>
            </a:r>
            <a:r>
              <a:rPr kumimoji="1" lang="ko-KR" altLang="en-US" sz="1600" dirty="0"/>
              <a:t>개</a:t>
            </a:r>
            <a:r>
              <a:rPr kumimoji="1" lang="en-US" altLang="ko-KR" sz="1600" dirty="0"/>
              <a:t>)</a:t>
            </a:r>
          </a:p>
        </p:txBody>
      </p:sp>
      <p:pic>
        <p:nvPicPr>
          <p:cNvPr id="5" name="오디오 4">
            <a:extLst>
              <a:ext uri="{FF2B5EF4-FFF2-40B4-BE49-F238E27FC236}">
                <a16:creationId xmlns:a16="http://schemas.microsoft.com/office/drawing/2014/main" id="{51408837-BDBA-B331-6A24-F6BFA31329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178"/>
    </mc:Choice>
    <mc:Fallback>
      <p:transition spd="slow" advTm="631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" x="3201988" y="3871913"/>
          <p14:tracePt t="39" x="3184525" y="3856038"/>
          <p14:tracePt t="89" x="3168650" y="3856038"/>
          <p14:tracePt t="106" x="3151188" y="3856038"/>
          <p14:tracePt t="123" x="3101975" y="3871913"/>
          <p14:tracePt t="140" x="3068638" y="3922713"/>
          <p14:tracePt t="156" x="2994025" y="3997325"/>
          <p14:tracePt t="173" x="2927350" y="4079875"/>
          <p14:tracePt t="190" x="2878138" y="4146550"/>
          <p14:tracePt t="206" x="2811463" y="4221163"/>
          <p14:tracePt t="223" x="2754313" y="4270375"/>
          <p14:tracePt t="240" x="2736850" y="4287838"/>
          <p14:tracePt t="256" x="2720975" y="4287838"/>
          <p14:tracePt t="273" x="2720975" y="4303713"/>
          <p14:tracePt t="306" x="2720975" y="4321175"/>
          <p14:tracePt t="323" x="2720975" y="4337050"/>
          <p14:tracePt t="340" x="2703513" y="4370388"/>
          <p14:tracePt t="356" x="2687638" y="4403725"/>
          <p14:tracePt t="373" x="2670175" y="4437063"/>
          <p14:tracePt t="390" x="2670175" y="4460875"/>
          <p14:tracePt t="423" x="2654300" y="4478338"/>
          <p14:tracePt t="456" x="2654300" y="4460875"/>
          <p14:tracePt t="473" x="2654300" y="4237038"/>
          <p14:tracePt t="490" x="2736850" y="3946525"/>
          <p14:tracePt t="506" x="2927350" y="3408363"/>
          <p14:tracePt t="523" x="2978150" y="3259138"/>
          <p14:tracePt t="540" x="3027363" y="3084513"/>
          <p14:tracePt t="556" x="3086100" y="2935288"/>
          <p14:tracePt t="573" x="3135313" y="2778125"/>
          <p14:tracePt t="590" x="3151188" y="2728913"/>
          <p14:tracePt t="606" x="3201988" y="2587625"/>
          <p14:tracePt t="623" x="3217863" y="2554288"/>
          <p14:tracePt t="640" x="3267075" y="2471738"/>
          <p14:tracePt t="656" x="3284538" y="2420938"/>
          <p14:tracePt t="673" x="3341688" y="2346325"/>
          <p14:tracePt t="690" x="3425825" y="2247900"/>
          <p14:tracePt t="706" x="3492500" y="2197100"/>
          <p14:tracePt t="723" x="3541713" y="2163763"/>
          <p14:tracePt t="739" x="3732213" y="2024063"/>
          <p14:tracePt t="756" x="3798888" y="1973263"/>
          <p14:tracePt t="773" x="3889375" y="1898650"/>
          <p14:tracePt t="790" x="3940175" y="1849438"/>
          <p14:tracePt t="806" x="4005263" y="1816100"/>
          <p14:tracePt t="823" x="4022725" y="1800225"/>
          <p14:tracePt t="839" x="4038600" y="1800225"/>
          <p14:tracePt t="1392" x="4056063" y="1782763"/>
          <p14:tracePt t="1406" x="4089400" y="1749425"/>
          <p14:tracePt t="1423" x="4164013" y="1700213"/>
          <p14:tracePt t="1439" x="4179888" y="1682750"/>
          <p14:tracePt t="1456" x="4229100" y="1641475"/>
          <p14:tracePt t="1472" x="4279900" y="1625600"/>
          <p14:tracePt t="1489" x="4295775" y="1608138"/>
          <p14:tracePt t="1506" x="4313238" y="1608138"/>
          <p14:tracePt t="1739" x="4295775" y="1608138"/>
          <p14:tracePt t="1756" x="4279900" y="1608138"/>
          <p14:tracePt t="1772" x="4246563" y="1608138"/>
          <p14:tracePt t="1789" x="4229100" y="1625600"/>
          <p14:tracePt t="1806" x="4197350" y="1625600"/>
          <p14:tracePt t="1822" x="4179888" y="1625600"/>
          <p14:tracePt t="1839" x="4164013" y="1625600"/>
          <p14:tracePt t="1856" x="4130675" y="1625600"/>
          <p14:tracePt t="1888" x="4089400" y="1625600"/>
          <p14:tracePt t="1922" x="4071938" y="1625600"/>
          <p14:tracePt t="1955" x="4056063" y="1625600"/>
          <p14:tracePt t="2022" x="4038600" y="1641475"/>
          <p14:tracePt t="2039" x="4022725" y="1641475"/>
          <p14:tracePt t="2072" x="4005263" y="1641475"/>
          <p14:tracePt t="2089" x="3989388" y="1641475"/>
          <p14:tracePt t="2289" x="4005263" y="1641475"/>
          <p14:tracePt t="2338" x="4022725" y="1641475"/>
          <p14:tracePt t="2579" x="4038600" y="1641475"/>
          <p14:tracePt t="2672" x="4056063" y="1641475"/>
          <p14:tracePt t="2705" x="4071938" y="1641475"/>
          <p14:tracePt t="2722" x="4113213" y="1641475"/>
          <p14:tracePt t="2755" x="4130675" y="1641475"/>
          <p14:tracePt t="2773" x="4146550" y="1666875"/>
          <p14:tracePt t="2789" x="4164013" y="1666875"/>
          <p14:tracePt t="2806" x="4179888" y="1666875"/>
          <p14:tracePt t="2823" x="4197350" y="1666875"/>
          <p14:tracePt t="2855" x="4213225" y="1666875"/>
          <p14:tracePt t="2873" x="4229100" y="1666875"/>
          <p14:tracePt t="2905" x="4246563" y="1666875"/>
          <p14:tracePt t="2938" x="4262438" y="1666875"/>
          <p14:tracePt t="2988" x="4279900" y="1666875"/>
          <p14:tracePt t="3052" x="4295775" y="1666875"/>
          <p14:tracePt t="3142" x="4295775" y="1641475"/>
          <p14:tracePt t="3223" x="4295775" y="1625600"/>
          <p14:tracePt t="3272" x="4279900" y="1625600"/>
          <p14:tracePt t="3374" x="4279900" y="1608138"/>
          <p14:tracePt t="3555" x="4313238" y="1608138"/>
          <p14:tracePt t="3588" x="4362450" y="1608138"/>
          <p14:tracePt t="3622" x="4403725" y="1608138"/>
          <p14:tracePt t="3639" x="4421188" y="1608138"/>
          <p14:tracePt t="3656" x="4437063" y="1608138"/>
          <p14:tracePt t="3688" x="4454525" y="1608138"/>
          <p14:tracePt t="3806" x="4470400" y="1608138"/>
          <p14:tracePt t="3872" x="4486275" y="1608138"/>
          <p14:tracePt t="3938" x="4503738" y="1608138"/>
          <p14:tracePt t="3956" x="4519613" y="1608138"/>
          <p14:tracePt t="3973" x="4537075" y="1608138"/>
          <p14:tracePt t="3989" x="4570413" y="1608138"/>
          <p14:tracePt t="4022" x="4586288" y="1608138"/>
          <p14:tracePt t="4039" x="4603750" y="1608138"/>
          <p14:tracePt t="4056" x="4619625" y="1608138"/>
          <p14:tracePt t="4088" x="4645025" y="1608138"/>
          <p14:tracePt t="4138" x="4660900" y="1608138"/>
          <p14:tracePt t="4172" x="4678363" y="1608138"/>
          <p14:tracePt t="4189" x="4678363" y="1592263"/>
          <p14:tracePt t="4206" x="4694238" y="1592263"/>
          <p14:tracePt t="4238" x="4711700" y="1592263"/>
          <p14:tracePt t="4272" x="4727575" y="1592263"/>
          <p14:tracePt t="4289" x="4743450" y="1592263"/>
          <p14:tracePt t="4306" x="4760913" y="1592263"/>
          <p14:tracePt t="4338" x="4776788" y="1592263"/>
          <p14:tracePt t="4356" x="4794250" y="1592263"/>
          <p14:tracePt t="4389" x="4810125" y="1592263"/>
          <p14:tracePt t="4422" x="4827588" y="1592263"/>
          <p14:tracePt t="4439" x="4843463" y="1592263"/>
          <p14:tracePt t="4488" x="4860925" y="1592263"/>
          <p14:tracePt t="4679" x="4876800" y="1592263"/>
          <p14:tracePt t="4755" x="4892675" y="1592263"/>
          <p14:tracePt t="4774" x="4918075" y="1592263"/>
          <p14:tracePt t="4788" x="4951413" y="1576388"/>
          <p14:tracePt t="4806" x="4984750" y="1576388"/>
          <p14:tracePt t="4822" x="5018088" y="1576388"/>
          <p14:tracePt t="4839" x="5084763" y="1576388"/>
          <p14:tracePt t="4856" x="5149850" y="1576388"/>
          <p14:tracePt t="4873" x="5192713" y="1576388"/>
          <p14:tracePt t="4889" x="5208588" y="1576388"/>
          <p14:tracePt t="4906" x="5241925" y="1576388"/>
          <p14:tracePt t="4922" x="5257800" y="1576388"/>
          <p14:tracePt t="4972" x="5275263" y="1576388"/>
          <p14:tracePt t="5638" x="5257800" y="1576388"/>
          <p14:tracePt t="5672" x="5224463" y="1576388"/>
          <p14:tracePt t="5705" x="5192713" y="1576388"/>
          <p14:tracePt t="5723" x="5149850" y="1576388"/>
          <p14:tracePt t="5739" x="5100638" y="1576388"/>
          <p14:tracePt t="5756" x="5067300" y="1576388"/>
          <p14:tracePt t="5773" x="5000625" y="1576388"/>
          <p14:tracePt t="5789" x="4984750" y="1576388"/>
          <p14:tracePt t="5806" x="4935538" y="1576388"/>
          <p14:tracePt t="5823" x="4892675" y="1576388"/>
          <p14:tracePt t="6098" x="4876800" y="1576388"/>
          <p14:tracePt t="6106" x="4810125" y="1576388"/>
          <p14:tracePt t="6123" x="4743450" y="1576388"/>
          <p14:tracePt t="6139" x="4552950" y="1576388"/>
          <p14:tracePt t="6156" x="4164013" y="1592263"/>
          <p14:tracePt t="6173" x="3598863" y="1592263"/>
          <p14:tracePt t="6189" x="3459163" y="1608138"/>
          <p14:tracePt t="6206" x="3235325" y="1608138"/>
          <p14:tracePt t="6222" x="3068638" y="1625600"/>
          <p14:tracePt t="6239" x="3009900" y="1625600"/>
          <p14:tracePt t="6256" x="2944813" y="1625600"/>
          <p14:tracePt t="6273" x="2770188" y="1625600"/>
          <p14:tracePt t="6289" x="2603500" y="1625600"/>
          <p14:tracePt t="6306" x="2571750" y="1625600"/>
          <p14:tracePt t="6322" x="2446338" y="1625600"/>
          <p14:tracePt t="6339" x="2413000" y="1625600"/>
          <p14:tracePt t="6356" x="2363788" y="1625600"/>
          <p14:tracePt t="6373" x="2314575" y="1625600"/>
          <p14:tracePt t="6389" x="2263775" y="1625600"/>
          <p14:tracePt t="6406" x="2222500" y="1625600"/>
          <p14:tracePt t="6422" x="2206625" y="1625600"/>
          <p14:tracePt t="6439" x="2173288" y="1625600"/>
          <p14:tracePt t="6456" x="2139950" y="1625600"/>
          <p14:tracePt t="6488" x="2122488" y="1625600"/>
          <p14:tracePt t="6538" x="2106613" y="1625600"/>
          <p14:tracePt t="6556" x="2090738" y="1625600"/>
          <p14:tracePt t="6572" x="2039938" y="1625600"/>
          <p14:tracePt t="6589" x="1949450" y="1625600"/>
          <p14:tracePt t="6606" x="1898650" y="1625600"/>
          <p14:tracePt t="6622" x="1766888" y="1592263"/>
          <p14:tracePt t="6639" x="1674813" y="1576388"/>
          <p14:tracePt t="6656" x="1492250" y="1558925"/>
          <p14:tracePt t="6672" x="1401763" y="1543050"/>
          <p14:tracePt t="6689" x="1285875" y="1543050"/>
          <p14:tracePt t="6706" x="1095375" y="1543050"/>
          <p14:tracePt t="6722" x="977900" y="1543050"/>
          <p14:tracePt t="6739" x="920750" y="1558925"/>
          <p14:tracePt t="6756" x="804863" y="1625600"/>
          <p14:tracePt t="6772" x="771525" y="1641475"/>
          <p14:tracePt t="6789" x="688975" y="1733550"/>
          <p14:tracePt t="6806" x="647700" y="1766888"/>
          <p14:tracePt t="6823" x="581025" y="1831975"/>
          <p14:tracePt t="6839" x="514350" y="1898650"/>
          <p14:tracePt t="6856" x="481013" y="1939925"/>
          <p14:tracePt t="6873" x="447675" y="2006600"/>
          <p14:tracePt t="6889" x="414338" y="2055813"/>
          <p14:tracePt t="6906" x="357188" y="2181225"/>
          <p14:tracePt t="6923" x="323850" y="2247900"/>
          <p14:tracePt t="6939" x="290513" y="2379663"/>
          <p14:tracePt t="6956" x="257175" y="2505075"/>
          <p14:tracePt t="6972" x="223838" y="2654300"/>
          <p14:tracePt t="6989" x="207963" y="2778125"/>
          <p14:tracePt t="7006" x="141288" y="3101975"/>
          <p14:tracePt t="7022" x="115888" y="3275013"/>
          <p14:tracePt t="7039" x="33338" y="3690938"/>
          <p14:tracePt t="7056" x="33338" y="3756025"/>
          <p14:tracePt t="7073" x="0" y="3889375"/>
          <p14:tracePt t="7205" x="15875" y="5622925"/>
          <p14:tracePt t="7224" x="15875" y="5672138"/>
          <p14:tracePt t="7238" x="33338" y="5780088"/>
          <p14:tracePt t="7256" x="49213" y="5795963"/>
          <p14:tracePt t="7273" x="66675" y="5846763"/>
          <p14:tracePt t="7289" x="66675" y="5862638"/>
          <p14:tracePt t="7306" x="82550" y="5880100"/>
          <p14:tracePt t="7322" x="100013" y="5911850"/>
          <p14:tracePt t="7339" x="115888" y="5945188"/>
          <p14:tracePt t="7356" x="157163" y="5962650"/>
          <p14:tracePt t="7373" x="174625" y="5962650"/>
          <p14:tracePt t="7389" x="223838" y="5988050"/>
          <p14:tracePt t="7406" x="290513" y="6003925"/>
          <p14:tracePt t="7423" x="373063" y="6003925"/>
          <p14:tracePt t="7439" x="431800" y="5962650"/>
          <p14:tracePt t="7456" x="547688" y="5846763"/>
          <p14:tracePt t="7473" x="704850" y="5688013"/>
          <p14:tracePt t="7489" x="962025" y="5332413"/>
          <p14:tracePt t="7506" x="1203325" y="4933950"/>
          <p14:tracePt t="7522" x="1476375" y="4494213"/>
          <p14:tracePt t="7539" x="1749425" y="3963988"/>
          <p14:tracePt t="7556" x="2024063" y="3467100"/>
          <p14:tracePt t="7573" x="2239963" y="3017838"/>
          <p14:tracePt t="7589" x="2571750" y="2487613"/>
          <p14:tracePt t="7606" x="2687638" y="2312988"/>
          <p14:tracePt t="7622" x="2944813" y="2006600"/>
          <p14:tracePt t="7639" x="2994025" y="1957388"/>
          <p14:tracePt t="7656" x="3101975" y="1882775"/>
          <p14:tracePt t="7673" x="3284538" y="1782763"/>
          <p14:tracePt t="7689" x="3408363" y="1749425"/>
          <p14:tracePt t="7706" x="3475038" y="1733550"/>
          <p14:tracePt t="7722" x="3557588" y="1716088"/>
          <p14:tracePt t="7739" x="3598863" y="1716088"/>
          <p14:tracePt t="7756" x="3632200" y="1716088"/>
          <p14:tracePt t="7772" x="3649663" y="1700213"/>
          <p14:tracePt t="7789" x="3665538" y="1700213"/>
          <p14:tracePt t="7884" x="3665538" y="1682750"/>
          <p14:tracePt t="7922" x="3649663" y="1682750"/>
          <p14:tracePt t="7955" x="3632200" y="1682750"/>
          <p14:tracePt t="7972" x="3632200" y="1666875"/>
          <p14:tracePt t="7989" x="3616325" y="1666875"/>
          <p14:tracePt t="8105" x="3632200" y="1666875"/>
          <p14:tracePt t="8141" x="3632200" y="1641475"/>
          <p14:tracePt t="8222" x="3616325" y="1641475"/>
          <p14:tracePt t="8240" x="3582988" y="1625600"/>
          <p14:tracePt t="8255" x="3557588" y="1625600"/>
          <p14:tracePt t="8272" x="3508375" y="1592263"/>
          <p14:tracePt t="8289" x="3475038" y="1576388"/>
          <p14:tracePt t="8306" x="3341688" y="1492250"/>
          <p14:tracePt t="8322" x="3284538" y="1458913"/>
          <p14:tracePt t="8339" x="3201988" y="1384300"/>
          <p14:tracePt t="8356" x="3168650" y="1368425"/>
          <p14:tracePt t="8373" x="3117850" y="1335088"/>
          <p14:tracePt t="8389" x="3101975" y="1335088"/>
          <p14:tracePt t="8406" x="3086100" y="1319213"/>
          <p14:tracePt t="8423" x="3052763" y="1319213"/>
          <p14:tracePt t="8439" x="3027363" y="1319213"/>
          <p14:tracePt t="8456" x="2994025" y="1319213"/>
          <p14:tracePt t="8472" x="2927350" y="1319213"/>
          <p14:tracePt t="8489" x="2878138" y="1319213"/>
          <p14:tracePt t="8506" x="2828925" y="1335088"/>
          <p14:tracePt t="8523" x="2811463" y="1335088"/>
          <p14:tracePt t="8539" x="2795588" y="1350963"/>
          <p14:tracePt t="8605" x="2795588" y="1368425"/>
          <p14:tracePt t="8638" x="2795588" y="1384300"/>
          <p14:tracePt t="8672" x="2811463" y="1425575"/>
          <p14:tracePt t="8689" x="2828925" y="1443038"/>
          <p14:tracePt t="8706" x="2860675" y="1476375"/>
          <p14:tracePt t="8722" x="2894013" y="1509713"/>
          <p14:tracePt t="8739" x="2960688" y="1543050"/>
          <p14:tracePt t="8756" x="2994025" y="1576388"/>
          <p14:tracePt t="8773" x="3068638" y="1625600"/>
          <p14:tracePt t="8789" x="3101975" y="1666875"/>
          <p14:tracePt t="8806" x="3168650" y="1749425"/>
          <p14:tracePt t="8822" x="3201988" y="1800225"/>
          <p14:tracePt t="8839" x="3251200" y="1957388"/>
          <p14:tracePt t="8856" x="3267075" y="2122488"/>
          <p14:tracePt t="8873" x="3341688" y="2346325"/>
          <p14:tracePt t="9205" x="3341688" y="2397125"/>
          <p14:tracePt t="9222" x="3341688" y="2505075"/>
          <p14:tracePt t="9239" x="3375025" y="2603500"/>
          <p14:tracePt t="9256" x="3425825" y="2811463"/>
          <p14:tracePt t="9273" x="3441700" y="2894013"/>
          <p14:tracePt t="9289" x="3475038" y="3084513"/>
          <p14:tracePt t="9306" x="3475038" y="3135313"/>
          <p14:tracePt t="9322" x="3492500" y="3341688"/>
          <p14:tracePt t="9339" x="3508375" y="3433763"/>
          <p14:tracePt t="9356" x="3508375" y="3616325"/>
          <p14:tracePt t="9373" x="3508375" y="3722688"/>
          <p14:tracePt t="9389" x="3508375" y="3946525"/>
          <p14:tracePt t="9406" x="3508375" y="4146550"/>
          <p14:tracePt t="9423" x="3508375" y="4237038"/>
          <p14:tracePt t="9439" x="3508375" y="4437063"/>
          <p14:tracePt t="9456" x="3492500" y="4610100"/>
          <p14:tracePt t="9472" x="3492500" y="4784725"/>
          <p14:tracePt t="9489" x="3492500" y="4851400"/>
          <p14:tracePt t="9506" x="3459163" y="5008563"/>
          <p14:tracePt t="9522" x="3425825" y="5108575"/>
          <p14:tracePt t="9539" x="3408363" y="5191125"/>
          <p14:tracePt t="9556" x="3375025" y="5314950"/>
          <p14:tracePt t="9573" x="3341688" y="5399088"/>
          <p14:tracePt t="9589" x="3284538" y="5489575"/>
          <p14:tracePt t="9606" x="3251200" y="5556250"/>
          <p14:tracePt t="9622" x="3217863" y="5622925"/>
          <p14:tracePt t="9639" x="3184525" y="5672138"/>
          <p14:tracePt t="9656" x="3135313" y="5730875"/>
          <p14:tracePt t="9672" x="3117850" y="5746750"/>
          <p14:tracePt t="9689" x="3101975" y="5780088"/>
          <p14:tracePt t="9706" x="3086100" y="5813425"/>
          <p14:tracePt t="9722" x="3068638" y="5813425"/>
          <p14:tracePt t="9739" x="3068638" y="5829300"/>
          <p14:tracePt t="9756" x="3068638" y="5846763"/>
          <p14:tracePt t="9773" x="3052763" y="5862638"/>
          <p14:tracePt t="9822" x="3027363" y="5862638"/>
          <p14:tracePt t="9906" x="3027363" y="5846763"/>
          <p14:tracePt t="9922" x="3027363" y="5829300"/>
          <p14:tracePt t="9939" x="3027363" y="5795963"/>
          <p14:tracePt t="9956" x="3027363" y="5780088"/>
          <p14:tracePt t="9973" x="3027363" y="5730875"/>
          <p14:tracePt t="9989" x="3027363" y="5688013"/>
          <p14:tracePt t="10006" x="3009900" y="5656263"/>
          <p14:tracePt t="10022" x="3009900" y="5605463"/>
          <p14:tracePt t="10039" x="3009900" y="5589588"/>
          <p14:tracePt t="10056" x="3009900" y="5572125"/>
          <p14:tracePt t="10088" x="3009900" y="5556250"/>
          <p14:tracePt t="14642" x="3009900" y="5572125"/>
          <p14:tracePt t="14660" x="3027363" y="5605463"/>
          <p14:tracePt t="14675" x="3052763" y="5622925"/>
          <p14:tracePt t="14690" x="3086100" y="5656263"/>
          <p14:tracePt t="14706" x="3117850" y="5688013"/>
          <p14:tracePt t="14723" x="3117850" y="5705475"/>
          <p14:tracePt t="14739" x="3135313" y="5705475"/>
          <p14:tracePt t="14756" x="3135313" y="5730875"/>
          <p14:tracePt t="14788" x="3135313" y="5746750"/>
          <p14:tracePt t="14948" x="3135313" y="5762625"/>
          <p14:tracePt t="14964" x="3151188" y="5762625"/>
          <p14:tracePt t="15005" x="3151188" y="5780088"/>
          <p14:tracePt t="15022" x="3168650" y="5795963"/>
          <p14:tracePt t="15039" x="3184525" y="5795963"/>
          <p14:tracePt t="15056" x="3201988" y="5813425"/>
          <p14:tracePt t="15072" x="3217863" y="5846763"/>
          <p14:tracePt t="15089" x="3235325" y="5862638"/>
          <p14:tracePt t="15106" x="3251200" y="5880100"/>
          <p14:tracePt t="15122" x="3267075" y="5895975"/>
          <p14:tracePt t="15139" x="3284538" y="5911850"/>
          <p14:tracePt t="15172" x="3325813" y="5929313"/>
          <p14:tracePt t="15189" x="3359150" y="5962650"/>
          <p14:tracePt t="15206" x="3392488" y="6003925"/>
          <p14:tracePt t="15222" x="3425825" y="6019800"/>
          <p14:tracePt t="15239" x="3459163" y="6037263"/>
          <p14:tracePt t="15256" x="3475038" y="6053138"/>
          <p14:tracePt t="15272" x="3492500" y="6053138"/>
          <p14:tracePt t="15289" x="3492500" y="6070600"/>
          <p14:tracePt t="15306" x="3508375" y="6070600"/>
          <p14:tracePt t="15322" x="3524250" y="6086475"/>
          <p14:tracePt t="15355" x="3541713" y="6103938"/>
          <p14:tracePt t="15373" x="3557588" y="6103938"/>
          <p14:tracePt t="15389" x="3557588" y="6119813"/>
          <p14:tracePt t="15406" x="3582988" y="6119813"/>
          <p14:tracePt t="15455" x="3598863" y="6119813"/>
          <p14:tracePt t="15523" x="3598863" y="6137275"/>
          <p14:tracePt t="15572" x="3582988" y="6137275"/>
          <p14:tracePt t="15589" x="3557588" y="6137275"/>
          <p14:tracePt t="15606" x="3492500" y="6153150"/>
          <p14:tracePt t="15622" x="3375025" y="6153150"/>
          <p14:tracePt t="15639" x="3217863" y="6153150"/>
          <p14:tracePt t="15656" x="3027363" y="6153150"/>
          <p14:tracePt t="15672" x="2927350" y="6153150"/>
          <p14:tracePt t="15689" x="2844800" y="6153150"/>
          <p14:tracePt t="15706" x="2795588" y="6137275"/>
          <p14:tracePt t="15722" x="2720975" y="6119813"/>
          <p14:tracePt t="15739" x="2654300" y="6103938"/>
          <p14:tracePt t="15756" x="2587625" y="6103938"/>
          <p14:tracePt t="15772" x="2538413" y="6086475"/>
          <p14:tracePt t="15789" x="2497138" y="6053138"/>
          <p14:tracePt t="15806" x="2479675" y="6037263"/>
          <p14:tracePt t="15822" x="2446338" y="6003925"/>
          <p14:tracePt t="15855" x="2430463" y="5962650"/>
          <p14:tracePt t="15872" x="2413000" y="5929313"/>
          <p14:tracePt t="15889" x="2413000" y="5895975"/>
          <p14:tracePt t="15922" x="2397125" y="5862638"/>
          <p14:tracePt t="15955" x="2397125" y="5846763"/>
          <p14:tracePt t="15972" x="2397125" y="5813425"/>
          <p14:tracePt t="15989" x="2379663" y="5795963"/>
          <p14:tracePt t="16006" x="2379663" y="5762625"/>
          <p14:tracePt t="16022" x="2379663" y="5730875"/>
          <p14:tracePt t="16039" x="2363788" y="5672138"/>
          <p14:tracePt t="16056" x="2363788" y="5656263"/>
          <p14:tracePt t="16072" x="2347913" y="5622925"/>
          <p14:tracePt t="16089" x="2347913" y="5589588"/>
          <p14:tracePt t="16106" x="2330450" y="5556250"/>
          <p14:tracePt t="16123" x="2330450" y="5448300"/>
          <p14:tracePt t="16139" x="2330450" y="5365750"/>
          <p14:tracePt t="16156" x="2314575" y="5281613"/>
          <p14:tracePt t="16172" x="2314575" y="5216525"/>
          <p14:tracePt t="16189" x="2314575" y="5141913"/>
          <p14:tracePt t="16206" x="2314575" y="5075238"/>
          <p14:tracePt t="16222" x="2314575" y="4933950"/>
          <p14:tracePt t="16239" x="2314575" y="4751388"/>
          <p14:tracePt t="16256" x="2314575" y="4610100"/>
          <p14:tracePt t="16272" x="2314575" y="4478338"/>
          <p14:tracePt t="16289" x="2314575" y="4386263"/>
          <p14:tracePt t="16306" x="2314575" y="4287838"/>
          <p14:tracePt t="16322" x="2314575" y="4203700"/>
          <p14:tracePt t="16339" x="2314575" y="4113213"/>
          <p14:tracePt t="16356" x="2330450" y="3997325"/>
          <p14:tracePt t="16373" x="2347913" y="3889375"/>
          <p14:tracePt t="16389" x="2363788" y="3706813"/>
          <p14:tracePt t="16406" x="2379663" y="3582988"/>
          <p14:tracePt t="16423" x="2413000" y="3325813"/>
          <p14:tracePt t="16439" x="2463800" y="3151188"/>
          <p14:tracePt t="16456" x="2497138" y="3001963"/>
          <p14:tracePt t="16472" x="2538413" y="2878138"/>
          <p14:tracePt t="16489" x="2587625" y="2728913"/>
          <p14:tracePt t="16506" x="2636838" y="2536825"/>
          <p14:tracePt t="16522" x="2670175" y="2471738"/>
          <p14:tracePt t="16539" x="2736850" y="2297113"/>
          <p14:tracePt t="16556" x="2811463" y="2163763"/>
          <p14:tracePt t="16572" x="2894013" y="1973263"/>
          <p14:tracePt t="16589" x="2911475" y="1924050"/>
          <p14:tracePt t="16606" x="2960688" y="1766888"/>
          <p14:tracePt t="16622" x="2994025" y="1666875"/>
          <p14:tracePt t="16639" x="2994025" y="1641475"/>
          <p14:tracePt t="16656" x="2994025" y="1608138"/>
          <p14:tracePt t="16688" x="2994025" y="1592263"/>
          <p14:tracePt t="16722" x="2978150" y="1592263"/>
          <p14:tracePt t="16758" x="2978150" y="1608138"/>
          <p14:tracePt t="16772" x="2978150" y="1641475"/>
          <p14:tracePt t="16789" x="2978150" y="1682750"/>
          <p14:tracePt t="16806" x="3009900" y="1766888"/>
          <p14:tracePt t="16822" x="3052763" y="1816100"/>
          <p14:tracePt t="16839" x="3101975" y="1898650"/>
          <p14:tracePt t="16856" x="3151188" y="2006600"/>
          <p14:tracePt t="16872" x="3184525" y="2073275"/>
          <p14:tracePt t="16889" x="3217863" y="2197100"/>
          <p14:tracePt t="16906" x="3235325" y="2247900"/>
          <p14:tracePt t="16922" x="3251200" y="2312988"/>
          <p14:tracePt t="16939" x="3267075" y="2420938"/>
          <p14:tracePt t="16956" x="3267075" y="2505075"/>
          <p14:tracePt t="16972" x="3300413" y="2678113"/>
          <p14:tracePt t="16989" x="3300413" y="2760663"/>
          <p14:tracePt t="17006" x="3300413" y="2968625"/>
          <p14:tracePt t="17022" x="3300413" y="3192463"/>
          <p14:tracePt t="17039" x="3300413" y="3241675"/>
          <p14:tracePt t="17056" x="3300413" y="3359150"/>
          <p14:tracePt t="17072" x="3300413" y="3408363"/>
          <p14:tracePt t="17089" x="3300413" y="3482975"/>
          <p14:tracePt t="17106" x="3300413" y="3532188"/>
          <p14:tracePt t="17122" x="3267075" y="3665538"/>
          <p14:tracePt t="17139" x="3251200" y="3740150"/>
          <p14:tracePt t="17156" x="3217863" y="3963988"/>
          <p14:tracePt t="17172" x="3184525" y="4146550"/>
          <p14:tracePt t="17189" x="3168650" y="4287838"/>
          <p14:tracePt t="17206" x="3135313" y="4419600"/>
          <p14:tracePt t="17222" x="3117850" y="4511675"/>
          <p14:tracePt t="17239" x="3117850" y="4576763"/>
          <p14:tracePt t="17256" x="3086100" y="4718050"/>
          <p14:tracePt t="17272" x="3027363" y="4933950"/>
          <p14:tracePt t="17289" x="3009900" y="5175250"/>
          <p14:tracePt t="17306" x="2994025" y="5232400"/>
          <p14:tracePt t="17322" x="2978150" y="5432425"/>
          <p14:tracePt t="17339" x="2960688" y="5538788"/>
          <p14:tracePt t="17356" x="2944813" y="5638800"/>
          <p14:tracePt t="17372" x="2927350" y="5762625"/>
          <p14:tracePt t="17389" x="2927350" y="5829300"/>
          <p14:tracePt t="17405" x="2911475" y="5880100"/>
          <p14:tracePt t="17422" x="2894013" y="5988050"/>
          <p14:tracePt t="17439" x="2878138" y="6019800"/>
          <p14:tracePt t="17456" x="2844800" y="6153150"/>
          <p14:tracePt t="17472" x="2811463" y="6243638"/>
          <p14:tracePt t="17489" x="2770188" y="6310313"/>
          <p14:tracePt t="17505" x="2736850" y="6392863"/>
          <p14:tracePt t="17522" x="2703513" y="6443663"/>
          <p14:tracePt t="17539" x="2703513" y="6459538"/>
          <p14:tracePt t="17556" x="2703513" y="6500813"/>
          <p14:tracePt t="17572" x="2687638" y="6500813"/>
          <p14:tracePt t="17589" x="2687638" y="6518275"/>
          <p14:tracePt t="17705" x="2687638" y="6500813"/>
          <p14:tracePt t="17772" x="2687638" y="6484938"/>
          <p14:tracePt t="17805" x="2687638" y="6459538"/>
          <p14:tracePt t="18916" x="2687638" y="6443663"/>
          <p14:tracePt t="18924" x="2687638" y="6410325"/>
          <p14:tracePt t="18939" x="2687638" y="6343650"/>
          <p14:tracePt t="18956" x="2687638" y="6137275"/>
          <p14:tracePt t="18972" x="2670175" y="5846763"/>
          <p14:tracePt t="18989" x="2620963" y="5589588"/>
          <p14:tracePt t="19006" x="2571750" y="5265738"/>
          <p14:tracePt t="19022" x="2538413" y="5026025"/>
          <p14:tracePt t="19039" x="2463800" y="4751388"/>
          <p14:tracePt t="19056" x="2397125" y="4321175"/>
          <p14:tracePt t="19073" x="2314575" y="3665538"/>
          <p14:tracePt t="19089" x="2263775" y="3292475"/>
          <p14:tracePt t="19106" x="2239963" y="3001963"/>
          <p14:tracePt t="19122" x="2222500" y="2794000"/>
          <p14:tracePt t="19139" x="2206625" y="2654300"/>
          <p14:tracePt t="19156" x="2189163" y="2570163"/>
          <p14:tracePt t="19172" x="2173288" y="2454275"/>
          <p14:tracePt t="19189" x="2122488" y="2281238"/>
          <p14:tracePt t="19206" x="2106613" y="2230438"/>
          <p14:tracePt t="19222" x="2039938" y="2073275"/>
          <p14:tracePt t="19239" x="1965325" y="1939925"/>
          <p14:tracePt t="19256" x="1949450" y="1898650"/>
          <p14:tracePt t="19272" x="1898650" y="1800225"/>
          <p14:tracePt t="19289" x="1866900" y="1716088"/>
          <p14:tracePt t="19306" x="1849438" y="1682750"/>
          <p14:tracePt t="19323" x="1833563" y="1641475"/>
          <p14:tracePt t="19339" x="1833563" y="1625600"/>
          <p14:tracePt t="20576" x="1849438" y="1625600"/>
          <p14:tracePt t="20589" x="1866900" y="1625600"/>
          <p14:tracePt t="20606" x="1882775" y="1625600"/>
          <p14:tracePt t="20638" x="1898650" y="1625600"/>
          <p14:tracePt t="20755" x="1898650" y="1641475"/>
          <p14:tracePt t="20772" x="1916113" y="1641475"/>
          <p14:tracePt t="20805" x="1931988" y="1641475"/>
          <p14:tracePt t="21114" x="1931988" y="1666875"/>
          <p14:tracePt t="21123" x="1931988" y="1682750"/>
          <p14:tracePt t="21139" x="1949450" y="1700213"/>
          <p14:tracePt t="21156" x="1965325" y="1749425"/>
          <p14:tracePt t="21172" x="2006600" y="1782763"/>
          <p14:tracePt t="21189" x="2006600" y="1816100"/>
          <p14:tracePt t="21206" x="2024063" y="1816100"/>
          <p14:tracePt t="21238" x="2024063" y="1831975"/>
          <p14:tracePt t="21455" x="1982788" y="1831975"/>
          <p14:tracePt t="21472" x="1949450" y="1816100"/>
          <p14:tracePt t="21489" x="1916113" y="1800225"/>
          <p14:tracePt t="21506" x="1849438" y="1782763"/>
          <p14:tracePt t="21522" x="1816100" y="1766888"/>
          <p14:tracePt t="21539" x="1800225" y="1766888"/>
          <p14:tracePt t="21556" x="1782763" y="1766888"/>
          <p14:tracePt t="21638" x="1800225" y="1766888"/>
          <p14:tracePt t="21671" x="1816100" y="1766888"/>
          <p14:tracePt t="21705" x="1866900" y="1766888"/>
          <p14:tracePt t="21722" x="1898650" y="1766888"/>
          <p14:tracePt t="21739" x="1949450" y="1766888"/>
          <p14:tracePt t="21756" x="1982788" y="1766888"/>
          <p14:tracePt t="21772" x="2006600" y="1766888"/>
          <p14:tracePt t="21805" x="2024063" y="1766888"/>
          <p14:tracePt t="21926" x="2039938" y="1782763"/>
          <p14:tracePt t="21972" x="2039938" y="1800225"/>
          <p14:tracePt t="22022" x="2057400" y="1816100"/>
          <p14:tracePt t="22072" x="2057400" y="1831975"/>
          <p14:tracePt t="22122" x="2057400" y="1849438"/>
          <p14:tracePt t="22195" x="2057400" y="1865313"/>
          <p14:tracePt t="22255" x="1982788" y="1898650"/>
          <p14:tracePt t="22272" x="1916113" y="1957388"/>
          <p14:tracePt t="22289" x="1898650" y="1973263"/>
          <p14:tracePt t="22306" x="1849438" y="2006600"/>
          <p14:tracePt t="22322" x="1816100" y="2039938"/>
          <p14:tracePt t="22339" x="1800225" y="2039938"/>
          <p14:tracePt t="22356" x="1782763" y="2055813"/>
          <p14:tracePt t="22372" x="1766888" y="2073275"/>
          <p14:tracePt t="22389" x="1749425" y="2073275"/>
          <p14:tracePt t="22406" x="1733550" y="2089150"/>
          <p14:tracePt t="22422" x="1733550" y="2106613"/>
          <p14:tracePt t="22439" x="1674813" y="2139950"/>
          <p14:tracePt t="22456" x="1625600" y="2181225"/>
          <p14:tracePt t="22472" x="1558925" y="2247900"/>
          <p14:tracePt t="22489" x="1525588" y="2263775"/>
          <p14:tracePt t="22506" x="1509713" y="2281238"/>
          <p14:tracePt t="22522" x="1476375" y="2297113"/>
          <p14:tracePt t="22539" x="1476375" y="2312988"/>
          <p14:tracePt t="22556" x="1450975" y="2312988"/>
          <p14:tracePt t="22605" x="1450975" y="2330450"/>
          <p14:tracePt t="22671" x="1450975" y="2346325"/>
          <p14:tracePt t="22721" x="1450975" y="2363788"/>
          <p14:tracePt t="22772" x="1435100" y="2379663"/>
          <p14:tracePt t="22821" x="1417638" y="2397125"/>
          <p14:tracePt t="22839" x="1384300" y="2420938"/>
          <p14:tracePt t="23724" x="1401763" y="2420938"/>
          <p14:tracePt t="23771" x="1417638" y="2420938"/>
          <p14:tracePt t="23789" x="1435100" y="2420938"/>
          <p14:tracePt t="23806" x="1435100" y="2397125"/>
          <p14:tracePt t="23822" x="1450975" y="2397125"/>
          <p14:tracePt t="23855" x="1476375" y="2397125"/>
          <p14:tracePt t="23888" x="1492250" y="2397125"/>
          <p14:tracePt t="23906" x="1509713" y="2397125"/>
          <p14:tracePt t="23922" x="1525588" y="2397125"/>
          <p14:tracePt t="23939" x="1558925" y="2397125"/>
          <p14:tracePt t="23956" x="1576388" y="2397125"/>
          <p14:tracePt t="23972" x="1592263" y="2397125"/>
          <p14:tracePt t="23989" x="1625600" y="2397125"/>
          <p14:tracePt t="24022" x="1641475" y="2397125"/>
          <p14:tracePt t="24789" x="1674813" y="2397125"/>
          <p14:tracePt t="24806" x="1708150" y="2397125"/>
          <p14:tracePt t="24822" x="1816100" y="2397125"/>
          <p14:tracePt t="24839" x="1982788" y="2397125"/>
          <p14:tracePt t="24856" x="2106613" y="2397125"/>
          <p14:tracePt t="24872" x="2155825" y="2420938"/>
          <p14:tracePt t="24889" x="2239963" y="2420938"/>
          <p14:tracePt t="24906" x="2263775" y="2438400"/>
          <p14:tracePt t="24922" x="2297113" y="2438400"/>
          <p14:tracePt t="24939" x="2314575" y="2454275"/>
          <p14:tracePt t="24956" x="2330450" y="2454275"/>
          <p14:tracePt t="24972" x="2347913" y="2454275"/>
          <p14:tracePt t="24989" x="2379663" y="2454275"/>
          <p14:tracePt t="25006" x="2430463" y="2454275"/>
          <p14:tracePt t="25022" x="2497138" y="2471738"/>
          <p14:tracePt t="25039" x="2554288" y="2471738"/>
          <p14:tracePt t="25056" x="2587625" y="2487613"/>
          <p14:tracePt t="25072" x="2603500" y="2487613"/>
          <p14:tracePt t="25138" x="2620963" y="2487613"/>
          <p14:tracePt t="25156" x="2636838" y="2487613"/>
          <p14:tracePt t="25776" x="2670175" y="2487613"/>
          <p14:tracePt t="25789" x="2703513" y="2471738"/>
          <p14:tracePt t="25806" x="2736850" y="2471738"/>
          <p14:tracePt t="25822" x="2770188" y="2454275"/>
          <p14:tracePt t="25855" x="2811463" y="2454275"/>
          <p14:tracePt t="25872" x="2828925" y="2454275"/>
          <p14:tracePt t="25889" x="2844800" y="2454275"/>
          <p14:tracePt t="25922" x="2860675" y="2454275"/>
          <p14:tracePt t="26021" x="2878138" y="2471738"/>
          <p14:tracePt t="26055" x="2894013" y="2487613"/>
          <p14:tracePt t="26106" x="2894013" y="2505075"/>
          <p14:tracePt t="27440" x="2894013" y="2487613"/>
          <p14:tracePt t="27456" x="2911475" y="2438400"/>
          <p14:tracePt t="27472" x="2944813" y="2379663"/>
          <p14:tracePt t="27489" x="2978150" y="2312988"/>
          <p14:tracePt t="27505" x="2994025" y="2297113"/>
          <p14:tracePt t="27522" x="3027363" y="2247900"/>
          <p14:tracePt t="27539" x="3086100" y="2230438"/>
          <p14:tracePt t="27556" x="3101975" y="2214563"/>
          <p14:tracePt t="27572" x="3151188" y="2181225"/>
          <p14:tracePt t="27589" x="3184525" y="2163763"/>
          <p14:tracePt t="27606" x="3201988" y="2139950"/>
          <p14:tracePt t="27622" x="3217863" y="2139950"/>
          <p14:tracePt t="27639" x="3235325" y="2122488"/>
          <p14:tracePt t="27656" x="3235325" y="2106613"/>
          <p14:tracePt t="27672" x="3251200" y="2106613"/>
          <p14:tracePt t="27689" x="3251200" y="2089150"/>
          <p14:tracePt t="27722" x="3267075" y="2055813"/>
          <p14:tracePt t="27739" x="3284538" y="1990725"/>
          <p14:tracePt t="27756" x="3284538" y="1973263"/>
          <p14:tracePt t="27772" x="3325813" y="1898650"/>
          <p14:tracePt t="27789" x="3325813" y="1882775"/>
          <p14:tracePt t="27806" x="3341688" y="1849438"/>
          <p14:tracePt t="27822" x="3341688" y="1816100"/>
          <p14:tracePt t="27839" x="3341688" y="1800225"/>
          <p14:tracePt t="27856" x="3359150" y="1782763"/>
          <p14:tracePt t="27888" x="3359150" y="1766888"/>
          <p14:tracePt t="27905" x="3375025" y="1766888"/>
          <p14:tracePt t="27922" x="3392488" y="1749425"/>
          <p14:tracePt t="27939" x="3425825" y="1733550"/>
          <p14:tracePt t="27955" x="3459163" y="1733550"/>
          <p14:tracePt t="27972" x="3524250" y="1700213"/>
          <p14:tracePt t="27989" x="3665538" y="1641475"/>
          <p14:tracePt t="28005" x="3748088" y="1625600"/>
          <p14:tracePt t="28022" x="3873500" y="1576388"/>
          <p14:tracePt t="28039" x="4179888" y="1458913"/>
          <p14:tracePt t="28056" x="4346575" y="1409700"/>
          <p14:tracePt t="28072" x="4537075" y="1335088"/>
          <p14:tracePt t="28089" x="4619625" y="1301750"/>
          <p14:tracePt t="28106" x="4645025" y="1301750"/>
          <p14:tracePt t="28122" x="4678363" y="1301750"/>
          <p14:tracePt t="28288" x="4678363" y="1319213"/>
          <p14:tracePt t="28306" x="4645025" y="1319213"/>
          <p14:tracePt t="28322" x="4603750" y="1350963"/>
          <p14:tracePt t="28339" x="4519613" y="1384300"/>
          <p14:tracePt t="28356" x="4470400" y="1425575"/>
          <p14:tracePt t="28372" x="4329113" y="1509713"/>
          <p14:tracePt t="28389" x="4179888" y="1592263"/>
          <p14:tracePt t="28406" x="4146550" y="1625600"/>
          <p14:tracePt t="28422" x="4056063" y="1700213"/>
          <p14:tracePt t="28439" x="4005263" y="1733550"/>
          <p14:tracePt t="28456" x="3922713" y="1849438"/>
          <p14:tracePt t="28472" x="3814763" y="1973263"/>
          <p14:tracePt t="28489" x="3781425" y="2024063"/>
          <p14:tracePt t="28506" x="3732213" y="2073275"/>
          <p14:tracePt t="28522" x="3665538" y="2139950"/>
          <p14:tracePt t="28539" x="3582988" y="2230438"/>
          <p14:tracePt t="28555" x="3557588" y="2247900"/>
          <p14:tracePt t="28572" x="3557588" y="2263775"/>
          <p14:tracePt t="28589" x="3541713" y="2312988"/>
          <p14:tracePt t="28606" x="3541713" y="2346325"/>
          <p14:tracePt t="28622" x="3541713" y="2454275"/>
          <p14:tracePt t="28639" x="3582988" y="2554288"/>
          <p14:tracePt t="28656" x="3632200" y="2654300"/>
          <p14:tracePt t="29030" x="3632200" y="2636838"/>
          <p14:tracePt t="29039" x="3632200" y="2620963"/>
          <p14:tracePt t="29055" x="3649663" y="2570163"/>
          <p14:tracePt t="29072" x="3683000" y="2505075"/>
          <p14:tracePt t="29089" x="3748088" y="2346325"/>
          <p14:tracePt t="29106" x="3781425" y="2230438"/>
          <p14:tracePt t="29122" x="3814763" y="2163763"/>
          <p14:tracePt t="29139" x="3832225" y="2089150"/>
          <p14:tracePt t="29156" x="3832225" y="2073275"/>
          <p14:tracePt t="29172" x="3832225" y="2055813"/>
          <p14:tracePt t="29205" x="3832225" y="2039938"/>
          <p14:tracePt t="29222" x="3814763" y="2039938"/>
          <p14:tracePt t="29239" x="3748088" y="2039938"/>
          <p14:tracePt t="29256" x="3698875" y="2024063"/>
          <p14:tracePt t="29272" x="3683000" y="2024063"/>
          <p14:tracePt t="29289" x="3632200" y="2006600"/>
          <p14:tracePt t="29321" x="3616325" y="2006600"/>
          <p14:tracePt t="29339" x="3598863" y="2006600"/>
          <p14:tracePt t="29388" x="3582988" y="2024063"/>
          <p14:tracePt t="29422" x="3582988" y="2039938"/>
          <p14:tracePt t="29439" x="3557588" y="2073275"/>
          <p14:tracePt t="29456" x="3541713" y="2106613"/>
          <p14:tracePt t="29472" x="3508375" y="2181225"/>
          <p14:tracePt t="29489" x="3475038" y="2214563"/>
          <p14:tracePt t="29506" x="3408363" y="2330450"/>
          <p14:tracePt t="29522" x="3375025" y="2397125"/>
          <p14:tracePt t="29539" x="3300413" y="2554288"/>
          <p14:tracePt t="29556" x="3267075" y="2620963"/>
          <p14:tracePt t="29572" x="3251200" y="2695575"/>
          <p14:tracePt t="29589" x="3217863" y="2827338"/>
          <p14:tracePt t="29606" x="3184525" y="2894013"/>
          <p14:tracePt t="29622" x="3151188" y="3117850"/>
          <p14:tracePt t="29639" x="3151188" y="3192463"/>
          <p14:tracePt t="29656" x="3135313" y="3359150"/>
          <p14:tracePt t="29672" x="3117850" y="3433763"/>
          <p14:tracePt t="29689" x="3117850" y="3549650"/>
          <p14:tracePt t="29706" x="3117850" y="3632200"/>
          <p14:tracePt t="29722" x="3117850" y="3706813"/>
          <p14:tracePt t="29739" x="3117850" y="3840163"/>
          <p14:tracePt t="29756" x="3117850" y="4013200"/>
          <p14:tracePt t="29772" x="3117850" y="4079875"/>
          <p14:tracePt t="29789" x="3117850" y="4221163"/>
          <p14:tracePt t="29806" x="3151188" y="4321175"/>
          <p14:tracePt t="29822" x="3168650" y="4403725"/>
          <p14:tracePt t="29839" x="3184525" y="4460875"/>
          <p14:tracePt t="29856" x="3251200" y="4576763"/>
          <p14:tracePt t="29872" x="3341688" y="4694238"/>
          <p14:tracePt t="29889" x="3392488" y="4768850"/>
          <p14:tracePt t="29905" x="3441700" y="4833938"/>
          <p14:tracePt t="29922" x="3475038" y="4867275"/>
          <p14:tracePt t="29939" x="3492500" y="4900613"/>
          <p14:tracePt t="29956" x="3524250" y="4933950"/>
          <p14:tracePt t="29988" x="3524250" y="4959350"/>
          <p14:tracePt t="30005" x="3541713" y="4959350"/>
          <p14:tracePt t="30138" x="3557588" y="4933950"/>
          <p14:tracePt t="30156" x="3582988" y="4918075"/>
          <p14:tracePt t="30172" x="3632200" y="4918075"/>
          <p14:tracePt t="30189" x="3765550" y="4884738"/>
          <p14:tracePt t="30206" x="4179888" y="4818063"/>
          <p14:tracePt t="30222" x="4711700" y="4735513"/>
          <p14:tracePt t="30239" x="5548313" y="4576763"/>
          <p14:tracePt t="30256" x="6900863" y="4386263"/>
          <p14:tracePt t="30272" x="8202613" y="4203700"/>
          <p14:tracePt t="30289" x="9213850" y="4097338"/>
          <p14:tracePt t="30306" x="10185400" y="3946525"/>
          <p14:tracePt t="30322" x="10839450" y="3806825"/>
          <p14:tracePt t="30339" x="11503025" y="3565525"/>
          <p14:tracePt t="30356" x="12158663" y="3167063"/>
          <p14:tracePt t="30488" x="12001500" y="1558925"/>
          <p14:tracePt t="30506" x="11744325" y="1409700"/>
          <p14:tracePt t="30523" x="11271250" y="1268413"/>
          <p14:tracePt t="30539" x="10872788" y="1169988"/>
          <p14:tracePt t="30556" x="10342563" y="1062038"/>
          <p14:tracePt t="30572" x="10152063" y="1028700"/>
          <p14:tracePt t="30589" x="9877425" y="1011238"/>
          <p14:tracePt t="30605" x="9779000" y="1011238"/>
          <p14:tracePt t="30622" x="9604375" y="1011238"/>
          <p14:tracePt t="30639" x="9537700" y="1011238"/>
          <p14:tracePt t="30655" x="9347200" y="1077913"/>
          <p14:tracePt t="30672" x="9164638" y="1152525"/>
          <p14:tracePt t="30689" x="9040813" y="1169988"/>
          <p14:tracePt t="30706" x="8907463" y="1201738"/>
          <p14:tracePt t="30722" x="8850313" y="1219200"/>
          <p14:tracePt t="30739" x="8783638" y="1252538"/>
          <p14:tracePt t="30756" x="8766175" y="1252538"/>
          <p14:tracePt t="30772" x="8750300" y="1252538"/>
          <p14:tracePt t="30789" x="8716963" y="1268413"/>
          <p14:tracePt t="30806" x="8683625" y="1301750"/>
          <p14:tracePt t="30822" x="8667750" y="1319213"/>
          <p14:tracePt t="30839" x="8650288" y="1319213"/>
          <p14:tracePt t="30856" x="8593138" y="1350963"/>
          <p14:tracePt t="30872" x="8559800" y="1384300"/>
          <p14:tracePt t="30889" x="8542338" y="1409700"/>
          <p14:tracePt t="30905" x="8509000" y="1443038"/>
          <p14:tracePt t="30922" x="8493125" y="1443038"/>
          <p14:tracePt t="30939" x="8475663" y="1476375"/>
          <p14:tracePt t="30956" x="8459788" y="1476375"/>
          <p14:tracePt t="30972" x="8426450" y="1525588"/>
          <p14:tracePt t="30989" x="8359775" y="1592263"/>
          <p14:tracePt t="31006" x="8335963" y="1625600"/>
          <p14:tracePt t="31022" x="8269288" y="1682750"/>
          <p14:tracePt t="31039" x="8251825" y="1716088"/>
          <p14:tracePt t="31055" x="8218488" y="1733550"/>
          <p14:tracePt t="31072" x="8169275" y="1766888"/>
          <p14:tracePt t="31089" x="8153400" y="1782763"/>
          <p14:tracePt t="31106" x="8135938" y="1782763"/>
          <p14:tracePt t="31122" x="8135938" y="1800225"/>
          <p14:tracePt t="31139" x="8120063" y="1800225"/>
          <p14:tracePt t="31322" x="8135938" y="1782763"/>
          <p14:tracePt t="31355" x="8153400" y="1782763"/>
          <p14:tracePt t="31372" x="8202613" y="1766888"/>
          <p14:tracePt t="31389" x="8251825" y="1749425"/>
          <p14:tracePt t="31406" x="8285163" y="1749425"/>
          <p14:tracePt t="31422" x="8359775" y="1749425"/>
          <p14:tracePt t="31439" x="8393113" y="1749425"/>
          <p14:tracePt t="31456" x="8426450" y="1749425"/>
          <p14:tracePt t="31472" x="8443913" y="1749425"/>
          <p14:tracePt t="31489" x="8459788" y="1749425"/>
          <p14:tracePt t="31588" x="8475663" y="1749425"/>
          <p14:tracePt t="31607" x="8475663" y="1733550"/>
          <p14:tracePt t="31621" x="8509000" y="1733550"/>
          <p14:tracePt t="31639" x="8526463" y="1733550"/>
          <p14:tracePt t="31656" x="8593138" y="1733550"/>
          <p14:tracePt t="31672" x="8634413" y="1733550"/>
          <p14:tracePt t="31689" x="8732838" y="1716088"/>
          <p14:tracePt t="31705" x="8750300" y="1716088"/>
          <p14:tracePt t="31722" x="8783638" y="1700213"/>
          <p14:tracePt t="31739" x="8832850" y="1700213"/>
          <p14:tracePt t="31756" x="8866188" y="1682750"/>
          <p14:tracePt t="31772" x="8907463" y="1682750"/>
          <p14:tracePt t="31789" x="8924925" y="1682750"/>
          <p14:tracePt t="31806" x="8940800" y="1666875"/>
          <p14:tracePt t="31822" x="8956675" y="1666875"/>
          <p14:tracePt t="31839" x="8974138" y="1666875"/>
          <p14:tracePt t="31856" x="9007475" y="1666875"/>
          <p14:tracePt t="31872" x="9040813" y="1641475"/>
          <p14:tracePt t="31889" x="9090025" y="1641475"/>
          <p14:tracePt t="31906" x="9105900" y="1641475"/>
          <p14:tracePt t="31922" x="9164638" y="1641475"/>
          <p14:tracePt t="31939" x="9197975" y="1641475"/>
          <p14:tracePt t="31955" x="9213850" y="1641475"/>
          <p14:tracePt t="31972" x="9231313" y="1641475"/>
          <p14:tracePt t="31989" x="9247188" y="1641475"/>
          <p14:tracePt t="32022" x="9264650" y="1641475"/>
          <p14:tracePt t="32055" x="9297988" y="1641475"/>
          <p14:tracePt t="32072" x="9313863" y="1641475"/>
          <p14:tracePt t="32089" x="9347200" y="1625600"/>
          <p14:tracePt t="32106" x="9380538" y="1625600"/>
          <p14:tracePt t="32122" x="9421813" y="1608138"/>
          <p14:tracePt t="32139" x="9455150" y="1608138"/>
          <p14:tracePt t="32155" x="9488488" y="1608138"/>
          <p14:tracePt t="32172" x="9504363" y="1608138"/>
          <p14:tracePt t="32205" x="9521825" y="1608138"/>
          <p14:tracePt t="32255" x="9537700" y="1592263"/>
          <p14:tracePt t="32388" x="9521825" y="1592263"/>
          <p14:tracePt t="32406" x="9521825" y="1608138"/>
          <p14:tracePt t="32422" x="9488488" y="1608138"/>
          <p14:tracePt t="32439" x="9471025" y="1625600"/>
          <p14:tracePt t="32455" x="9396413" y="1641475"/>
          <p14:tracePt t="32472" x="9347200" y="1666875"/>
          <p14:tracePt t="32489" x="9247188" y="1716088"/>
          <p14:tracePt t="32506" x="9105900" y="1782763"/>
          <p14:tracePt t="32522" x="9040813" y="1816100"/>
          <p14:tracePt t="32539" x="8907463" y="1882775"/>
          <p14:tracePt t="32556" x="8816975" y="1924050"/>
          <p14:tracePt t="32572" x="8667750" y="1990725"/>
          <p14:tracePt t="32589" x="8575675" y="2024063"/>
          <p14:tracePt t="32606" x="8426450" y="2089150"/>
          <p14:tracePt t="32622" x="8120063" y="2181225"/>
          <p14:tracePt t="32639" x="7878763" y="2281238"/>
          <p14:tracePt t="32656" x="7415213" y="2397125"/>
          <p14:tracePt t="32672" x="7299325" y="2438400"/>
          <p14:tracePt t="32689" x="7124700" y="2487613"/>
          <p14:tracePt t="32706" x="6710363" y="2603500"/>
          <p14:tracePt t="33088" x="6710363" y="2654300"/>
          <p14:tracePt t="33106" x="6710363" y="2878138"/>
          <p14:tracePt t="33122" x="6710363" y="3135313"/>
          <p14:tracePt t="33139" x="6800850" y="3565525"/>
          <p14:tracePt t="33156" x="6834188" y="3822700"/>
          <p14:tracePt t="33172" x="6916738" y="4162425"/>
          <p14:tracePt t="33189" x="6967538" y="4337050"/>
          <p14:tracePt t="33206" x="7016750" y="4594225"/>
          <p14:tracePt t="33222" x="7042150" y="4694238"/>
          <p14:tracePt t="33239" x="7073900" y="4784725"/>
          <p14:tracePt t="33256" x="7073900" y="4833938"/>
          <p14:tracePt t="33272" x="7091363" y="4918075"/>
          <p14:tracePt t="33289" x="7091363" y="4975225"/>
          <p14:tracePt t="33528" x="7073900" y="5008563"/>
          <p14:tracePt t="33540" x="7042150" y="5091113"/>
          <p14:tracePt t="33555" x="6983413" y="5216525"/>
          <p14:tracePt t="33572" x="6916738" y="5332413"/>
          <p14:tracePt t="33589" x="6743700" y="5656263"/>
          <p14:tracePt t="33606" x="6710363" y="5730875"/>
          <p14:tracePt t="33622" x="6610350" y="5880100"/>
          <p14:tracePt t="33639" x="6543675" y="6019800"/>
          <p14:tracePt t="33656" x="6486525" y="6053138"/>
          <p14:tracePt t="33672" x="6435725" y="6103938"/>
          <p14:tracePt t="33689" x="6386513" y="6119813"/>
          <p14:tracePt t="33705" x="6353175" y="6137275"/>
          <p14:tracePt t="33722" x="6319838" y="6169025"/>
          <p14:tracePt t="33739" x="6253163" y="6202363"/>
          <p14:tracePt t="33756" x="6162675" y="6261100"/>
          <p14:tracePt t="33772" x="6062663" y="6294438"/>
          <p14:tracePt t="33789" x="5995988" y="6327775"/>
          <p14:tracePt t="33806" x="5905500" y="6343650"/>
          <p14:tracePt t="33822" x="5838825" y="6343650"/>
          <p14:tracePt t="33839" x="5705475" y="6361113"/>
          <p14:tracePt t="33856" x="5614988" y="6376988"/>
          <p14:tracePt t="33872" x="5581650" y="6376988"/>
          <p14:tracePt t="33889" x="5514975" y="6376988"/>
          <p14:tracePt t="33905" x="5481638" y="6376988"/>
          <p14:tracePt t="33922" x="5424488" y="6376988"/>
          <p14:tracePt t="33939" x="5357813" y="6376988"/>
          <p14:tracePt t="33956" x="5308600" y="6376988"/>
          <p14:tracePt t="33972" x="5275263" y="6376988"/>
          <p14:tracePt t="33989" x="5208588" y="6376988"/>
          <p14:tracePt t="34005" x="5192713" y="6376988"/>
          <p14:tracePt t="34022" x="5133975" y="6376988"/>
          <p14:tracePt t="34039" x="5118100" y="6376988"/>
          <p14:tracePt t="34072" x="5100638" y="6376988"/>
          <p14:tracePt t="34089" x="5084763" y="6376988"/>
          <p14:tracePt t="34674" x="5100638" y="6376988"/>
          <p14:tracePt t="34689" x="5133975" y="6376988"/>
          <p14:tracePt t="34705" x="5149850" y="6376988"/>
          <p14:tracePt t="34722" x="5257800" y="6361113"/>
          <p14:tracePt t="34739" x="5308600" y="6343650"/>
          <p14:tracePt t="34755" x="5407025" y="6327775"/>
          <p14:tracePt t="34772" x="5448300" y="6327775"/>
          <p14:tracePt t="34789" x="5514975" y="6327775"/>
          <p14:tracePt t="34806" x="5532438" y="6310313"/>
          <p14:tracePt t="34822" x="5581650" y="6310313"/>
          <p14:tracePt t="34839" x="5614988" y="6310313"/>
          <p14:tracePt t="34855" x="5705475" y="6294438"/>
          <p14:tracePt t="34872" x="5738813" y="6294438"/>
          <p14:tracePt t="34889" x="5822950" y="6294438"/>
          <p14:tracePt t="34906" x="5854700" y="6294438"/>
          <p14:tracePt t="34922" x="5905500" y="6276975"/>
          <p14:tracePt t="34939" x="5921375" y="6276975"/>
          <p14:tracePt t="34956" x="5938838" y="6276975"/>
          <p14:tracePt t="34972" x="5954713" y="6276975"/>
          <p14:tracePt t="35104" x="5938838" y="6276975"/>
          <p14:tracePt t="35138" x="5921375" y="6276975"/>
          <p14:tracePt t="35155" x="5905500" y="6276975"/>
          <p14:tracePt t="35172" x="5888038" y="6276975"/>
          <p14:tracePt t="35189" x="5872163" y="6276975"/>
          <p14:tracePt t="35206" x="5822950" y="6276975"/>
          <p14:tracePt t="35222" x="5772150" y="6276975"/>
          <p14:tracePt t="35239" x="5738813" y="6261100"/>
          <p14:tracePt t="35256" x="5705475" y="6261100"/>
          <p14:tracePt t="35288" x="5681663" y="6261100"/>
          <p14:tracePt t="35306" x="5664200" y="6243638"/>
          <p14:tracePt t="35416" x="5664200" y="6227763"/>
          <p14:tracePt t="35726" x="5681663" y="6227763"/>
          <p14:tracePt t="35746" x="5681663" y="6202363"/>
          <p14:tracePt t="36007" x="5705475" y="6202363"/>
          <p14:tracePt t="36150" x="5722938" y="6202363"/>
          <p14:tracePt t="36205" x="5722938" y="6186488"/>
          <p14:tracePt t="36871" x="5738813" y="6186488"/>
          <p14:tracePt t="36905" x="5756275" y="6186488"/>
          <p14:tracePt t="36922" x="5772150" y="6186488"/>
          <p14:tracePt t="36939" x="5805488" y="6186488"/>
          <p14:tracePt t="36956" x="5822950" y="6169025"/>
          <p14:tracePt t="36972" x="5872163" y="6169025"/>
          <p14:tracePt t="36989" x="5905500" y="6153150"/>
          <p14:tracePt t="37006" x="5954713" y="6153150"/>
          <p14:tracePt t="37022" x="6046788" y="6137275"/>
          <p14:tracePt t="37039" x="6111875" y="6119813"/>
          <p14:tracePt t="37055" x="6129338" y="6119813"/>
          <p14:tracePt t="37072" x="6196013" y="6103938"/>
          <p14:tracePt t="37089" x="6237288" y="6103938"/>
          <p14:tracePt t="37106" x="6270625" y="6086475"/>
          <p14:tracePt t="37122" x="6286500" y="6086475"/>
          <p14:tracePt t="37155" x="6303963" y="6086475"/>
          <p14:tracePt t="37172" x="6319838" y="6086475"/>
          <p14:tracePt t="37189" x="6337300" y="6086475"/>
          <p14:tracePt t="37238" x="6353175" y="6086475"/>
          <p14:tracePt t="37271" x="6369050" y="6086475"/>
          <p14:tracePt t="37289" x="6402388" y="6086475"/>
          <p14:tracePt t="37306" x="6435725" y="6086475"/>
          <p14:tracePt t="37322" x="6469063" y="6086475"/>
          <p14:tracePt t="37339" x="6561138" y="6103938"/>
          <p14:tracePt t="37355" x="6592888" y="6103938"/>
          <p14:tracePt t="37372" x="6626225" y="6103938"/>
          <p14:tracePt t="37389" x="6692900" y="6119813"/>
          <p14:tracePt t="37406" x="6710363" y="6119813"/>
          <p14:tracePt t="37422" x="6743700" y="6119813"/>
          <p14:tracePt t="37455" x="6767513" y="6119813"/>
          <p14:tracePt t="38751" x="6784975" y="6119813"/>
          <p14:tracePt t="39089" x="6784975" y="6103938"/>
          <p14:tracePt t="39121" x="6800850" y="6103938"/>
          <p14:tracePt t="39139" x="6867525" y="6086475"/>
          <p14:tracePt t="39155" x="6934200" y="6053138"/>
          <p14:tracePt t="39172" x="6983413" y="6053138"/>
          <p14:tracePt t="39189" x="7073900" y="6037263"/>
          <p14:tracePt t="39205" x="7140575" y="6019800"/>
          <p14:tracePt t="39222" x="7191375" y="6019800"/>
          <p14:tracePt t="39239" x="7191375" y="6003925"/>
          <p14:tracePt t="39255" x="7207250" y="6003925"/>
          <p14:tracePt t="39305" x="7224713" y="6003925"/>
          <p14:tracePt t="39338" x="7224713" y="5988050"/>
          <p14:tracePt t="39355" x="7240588" y="5988050"/>
          <p14:tracePt t="39372" x="7240588" y="5962650"/>
          <p14:tracePt t="39389" x="7273925" y="5945188"/>
          <p14:tracePt t="39405" x="7299325" y="5945188"/>
          <p14:tracePt t="39422" x="7315200" y="5929313"/>
          <p14:tracePt t="39439" x="7315200" y="5911850"/>
          <p14:tracePt t="39456" x="7331075" y="5895975"/>
          <p14:tracePt t="39488" x="7348538" y="5880100"/>
          <p14:tracePt t="39521" x="7348538" y="5846763"/>
          <p14:tracePt t="39539" x="7348538" y="5780088"/>
          <p14:tracePt t="39556" x="7348538" y="5730875"/>
          <p14:tracePt t="39572" x="7348538" y="5605463"/>
          <p14:tracePt t="39589" x="7299325" y="5414963"/>
          <p14:tracePt t="39606" x="7256463" y="5314950"/>
          <p14:tracePt t="39622" x="7191375" y="5026025"/>
          <p14:tracePt t="39639" x="7091363" y="4768850"/>
          <p14:tracePt t="39655" x="6999288" y="4576763"/>
          <p14:tracePt t="39672" x="6883400" y="4370388"/>
          <p14:tracePt t="39689" x="6784975" y="4162425"/>
          <p14:tracePt t="39705" x="6577013" y="3822700"/>
          <p14:tracePt t="39722" x="6527800" y="3773488"/>
          <p14:tracePt t="39739" x="6270625" y="3498850"/>
          <p14:tracePt t="39756" x="6162675" y="3390900"/>
          <p14:tracePt t="39772" x="5905500" y="3135313"/>
          <p14:tracePt t="39789" x="5854700" y="3068638"/>
          <p14:tracePt t="39806" x="5738813" y="2968625"/>
          <p14:tracePt t="39822" x="5614988" y="2844800"/>
          <p14:tracePt t="39839" x="5565775" y="2811463"/>
          <p14:tracePt t="39855" x="5514975" y="2760663"/>
          <p14:tracePt t="39872" x="5499100" y="2760663"/>
          <p14:tracePt t="39889" x="5499100" y="2744788"/>
          <p14:tracePt t="39979" x="5499100" y="2760663"/>
          <p14:tracePt t="40021" x="5481638" y="2760663"/>
          <p14:tracePt t="40071" x="5465763" y="2778125"/>
          <p14:tracePt t="40089" x="5424488" y="2794000"/>
          <p14:tracePt t="40106" x="5407025" y="2811463"/>
          <p14:tracePt t="40122" x="5373688" y="2827338"/>
          <p14:tracePt t="40139" x="5357813" y="2844800"/>
          <p14:tracePt t="40156" x="5341938" y="2860675"/>
          <p14:tracePt t="40172" x="5291138" y="2894013"/>
          <p14:tracePt t="40205" x="5241925" y="2935288"/>
          <p14:tracePt t="40222" x="5224463" y="2935288"/>
          <p14:tracePt t="40239" x="5208588" y="2952750"/>
          <p14:tracePt t="40272" x="5208588" y="2968625"/>
          <p14:tracePt t="40289" x="5192713" y="2968625"/>
          <p14:tracePt t="40321" x="5192713" y="2986088"/>
          <p14:tracePt t="40355" x="5175250" y="2986088"/>
          <p14:tracePt t="40405" x="5175250" y="3001963"/>
          <p14:tracePt t="40438" x="5175250" y="3017838"/>
          <p14:tracePt t="40455" x="5175250" y="3035300"/>
          <p14:tracePt t="40472" x="5175250" y="3068638"/>
          <p14:tracePt t="40489" x="5175250" y="3084513"/>
          <p14:tracePt t="40505" x="5175250" y="3101975"/>
          <p14:tracePt t="40522" x="5175250" y="3117850"/>
          <p14:tracePt t="40539" x="5175250" y="3135313"/>
          <p14:tracePt t="40621" x="5175250" y="3151188"/>
          <p14:tracePt t="40655" x="5175250" y="3167063"/>
          <p14:tracePt t="40688" x="5175250" y="3192463"/>
          <p14:tracePt t="40705" x="5192713" y="3209925"/>
          <p14:tracePt t="40722" x="5224463" y="3241675"/>
          <p14:tracePt t="40739" x="5241925" y="3241675"/>
          <p14:tracePt t="40755" x="5275263" y="3275013"/>
          <p14:tracePt t="40772" x="5308600" y="3292475"/>
          <p14:tracePt t="40789" x="5357813" y="3308350"/>
          <p14:tracePt t="40806" x="5391150" y="3308350"/>
          <p14:tracePt t="40822" x="5407025" y="3325813"/>
          <p14:tracePt t="40839" x="5481638" y="3341688"/>
          <p14:tracePt t="40855" x="5499100" y="3341688"/>
          <p14:tracePt t="40888" x="5514975" y="3341688"/>
          <p14:tracePt t="40905" x="5532438" y="3341688"/>
          <p14:tracePt t="40922" x="5548313" y="3341688"/>
          <p14:tracePt t="40955" x="5565775" y="3341688"/>
          <p14:tracePt t="40988" x="5581650" y="3341688"/>
          <p14:tracePt t="41006" x="5581650" y="3359150"/>
          <p14:tracePt t="41022" x="5599113" y="3359150"/>
          <p14:tracePt t="41055" x="5614988" y="3359150"/>
          <p14:tracePt t="41088" x="5630863" y="3359150"/>
          <p14:tracePt t="41138" x="5648325" y="3359150"/>
          <p14:tracePt t="41171" x="5664200" y="3359150"/>
          <p14:tracePt t="41221" x="5681663" y="3359150"/>
          <p14:tracePt t="41239" x="5705475" y="3359150"/>
          <p14:tracePt t="41271" x="5722938" y="3359150"/>
          <p14:tracePt t="41289" x="5756275" y="3359150"/>
          <p14:tracePt t="41305" x="5772150" y="3359150"/>
          <p14:tracePt t="41322" x="5805488" y="3359150"/>
          <p14:tracePt t="41339" x="5822950" y="3359150"/>
          <p14:tracePt t="41372" x="5838825" y="3359150"/>
          <p14:tracePt t="41389" x="5854700" y="3359150"/>
          <p14:tracePt t="41406" x="5872163" y="3359150"/>
          <p14:tracePt t="41438" x="5888038" y="3359150"/>
          <p14:tracePt t="41488" x="5905500" y="3359150"/>
          <p14:tracePt t="41555" x="5938838" y="3359150"/>
          <p14:tracePt t="41573" x="5954713" y="3359150"/>
          <p14:tracePt t="41588" x="5995988" y="3359150"/>
          <p14:tracePt t="41605" x="6029325" y="3341688"/>
          <p14:tracePt t="41622" x="6062663" y="3341688"/>
          <p14:tracePt t="41639" x="6080125" y="3341688"/>
          <p14:tracePt t="41655" x="6111875" y="3341688"/>
          <p14:tracePt t="41672" x="6162675" y="3341688"/>
          <p14:tracePt t="41689" x="6178550" y="3341688"/>
          <p14:tracePt t="41706" x="6196013" y="3341688"/>
          <p14:tracePt t="41722" x="6211888" y="3341688"/>
          <p14:tracePt t="41739" x="6237288" y="3341688"/>
          <p14:tracePt t="41788" x="6253163" y="3341688"/>
          <p14:tracePt t="42042" x="6270625" y="3341688"/>
          <p14:tracePt t="42121" x="6286500" y="3359150"/>
          <p14:tracePt t="42139" x="6303963" y="3359150"/>
          <p14:tracePt t="42171" x="6319838" y="3375025"/>
          <p14:tracePt t="42189" x="6337300" y="3375025"/>
          <p14:tracePt t="42221" x="6337300" y="3390900"/>
          <p14:tracePt t="42239" x="6353175" y="3390900"/>
          <p14:tracePt t="42288" x="6369050" y="3390900"/>
          <p14:tracePt t="42372" x="6386513" y="3390900"/>
          <p14:tracePt t="42405" x="6402388" y="3390900"/>
          <p14:tracePt t="42438" x="6402388" y="3375025"/>
          <p14:tracePt t="42455" x="6435725" y="3375025"/>
          <p14:tracePt t="42488" x="6469063" y="3359150"/>
          <p14:tracePt t="42505" x="6527800" y="3341688"/>
          <p14:tracePt t="42522" x="6527800" y="3325813"/>
          <p14:tracePt t="42539" x="6543675" y="3325813"/>
          <p14:tracePt t="42556" x="6592888" y="3308350"/>
          <p14:tracePt t="42572" x="6626225" y="3292475"/>
          <p14:tracePt t="42589" x="6692900" y="3259138"/>
          <p14:tracePt t="42605" x="6743700" y="3225800"/>
          <p14:tracePt t="42622" x="6800850" y="3192463"/>
          <p14:tracePt t="42639" x="6850063" y="3167063"/>
          <p14:tracePt t="42655" x="7042150" y="3035300"/>
          <p14:tracePt t="42672" x="7158038" y="2911475"/>
          <p14:tracePt t="42689" x="7224713" y="2827338"/>
          <p14:tracePt t="42705" x="7348538" y="2711450"/>
          <p14:tracePt t="42722" x="7464425" y="2554288"/>
          <p14:tracePt t="42739" x="7605713" y="2397125"/>
          <p14:tracePt t="42755" x="7688263" y="2263775"/>
          <p14:tracePt t="42772" x="7737475" y="2181225"/>
          <p14:tracePt t="42789" x="7770813" y="2039938"/>
          <p14:tracePt t="42805" x="7829550" y="1939925"/>
          <p14:tracePt t="42822" x="7829550" y="1898650"/>
          <p14:tracePt t="42839" x="7845425" y="1831975"/>
          <p14:tracePt t="42856" x="7845425" y="1766888"/>
          <p14:tracePt t="42872" x="7845425" y="1733550"/>
          <p14:tracePt t="42889" x="7862888" y="1666875"/>
          <p14:tracePt t="42905" x="7878763" y="1608138"/>
          <p14:tracePt t="42922" x="7878763" y="1592263"/>
          <p14:tracePt t="42939" x="7878763" y="1576388"/>
          <p14:tracePt t="42955" x="7912100" y="1543050"/>
          <p14:tracePt t="42972" x="7978775" y="1509713"/>
          <p14:tracePt t="42989" x="8045450" y="1492250"/>
          <p14:tracePt t="43005" x="8120063" y="1476375"/>
          <p14:tracePt t="43022" x="8153400" y="1458913"/>
          <p14:tracePt t="43039" x="8186738" y="1458913"/>
          <p14:tracePt t="43056" x="8202613" y="1458913"/>
          <p14:tracePt t="43072" x="8218488" y="1458913"/>
          <p14:tracePt t="43106" x="8235950" y="1458913"/>
          <p14:tracePt t="43244" x="8235950" y="1476375"/>
          <p14:tracePt t="43288" x="8235950" y="1492250"/>
          <p14:tracePt t="43305" x="8235950" y="1525588"/>
          <p14:tracePt t="43322" x="8235950" y="1543050"/>
          <p14:tracePt t="43339" x="8269288" y="1576388"/>
          <p14:tracePt t="43355" x="8318500" y="1608138"/>
          <p14:tracePt t="43372" x="8377238" y="1641475"/>
          <p14:tracePt t="43389" x="8426450" y="1666875"/>
          <p14:tracePt t="43405" x="8459788" y="1682750"/>
          <p14:tracePt t="43422" x="8509000" y="1700213"/>
          <p14:tracePt t="43439" x="8542338" y="1700213"/>
          <p14:tracePt t="43455" x="8559800" y="1716088"/>
          <p14:tracePt t="43472" x="8609013" y="1716088"/>
          <p14:tracePt t="43489" x="8667750" y="1716088"/>
          <p14:tracePt t="43506" x="8699500" y="1716088"/>
          <p14:tracePt t="43522" x="8716963" y="1716088"/>
          <p14:tracePt t="43539" x="8732838" y="1716088"/>
          <p14:tracePt t="43555" x="8750300" y="1716088"/>
          <p14:tracePt t="43572" x="8783638" y="1716088"/>
          <p14:tracePt t="43589" x="8799513" y="1716088"/>
          <p14:tracePt t="43605" x="8850313" y="1700213"/>
          <p14:tracePt t="43622" x="8866188" y="1700213"/>
          <p14:tracePt t="43639" x="8924925" y="1682750"/>
          <p14:tracePt t="43655" x="8974138" y="1666875"/>
          <p14:tracePt t="43672" x="8990013" y="1641475"/>
          <p14:tracePt t="43689" x="9023350" y="1641475"/>
          <p14:tracePt t="43706" x="9056688" y="1625600"/>
          <p14:tracePt t="43738" x="9074150" y="1625600"/>
          <p14:tracePt t="44300" x="9090025" y="1625600"/>
          <p14:tracePt t="44313" x="9105900" y="1625600"/>
          <p14:tracePt t="44325" x="9164638" y="1625600"/>
          <p14:tracePt t="44339" x="9182100" y="1625600"/>
          <p14:tracePt t="44355" x="9213850" y="1625600"/>
          <p14:tracePt t="44372" x="9280525" y="1608138"/>
          <p14:tracePt t="44389" x="9331325" y="1608138"/>
          <p14:tracePt t="44405" x="9347200" y="1608138"/>
          <p14:tracePt t="44422" x="9363075" y="1608138"/>
          <p14:tracePt t="44643" x="9363075" y="1625600"/>
          <p14:tracePt t="44724" x="9363075" y="1641475"/>
          <p14:tracePt t="44771" x="9363075" y="1666875"/>
          <p14:tracePt t="44805" x="9363075" y="1682750"/>
          <p14:tracePt t="44822" x="9347200" y="1682750"/>
          <p14:tracePt t="44855" x="9347200" y="1700213"/>
          <p14:tracePt t="44957" x="9347200" y="1716088"/>
          <p14:tracePt t="44988" x="9347200" y="1733550"/>
          <p14:tracePt t="45005" x="9347200" y="1831975"/>
          <p14:tracePt t="45022" x="9347200" y="2139950"/>
          <p14:tracePt t="45039" x="9347200" y="2297113"/>
          <p14:tracePt t="45056" x="9347200" y="2860675"/>
          <p14:tracePt t="45072" x="9347200" y="3167063"/>
          <p14:tracePt t="45089" x="9347200" y="3390900"/>
          <p14:tracePt t="45106" x="9313863" y="3632200"/>
          <p14:tracePt t="45122" x="9280525" y="3856038"/>
          <p14:tracePt t="45139" x="9264650" y="3997325"/>
          <p14:tracePt t="45155" x="9231313" y="4270375"/>
          <p14:tracePt t="45882" x="9213850" y="4270375"/>
          <p14:tracePt t="45891" x="9197975" y="4287838"/>
          <p14:tracePt t="45906" x="9148763" y="4321175"/>
          <p14:tracePt t="45922" x="9040813" y="4403725"/>
          <p14:tracePt t="45939" x="8924925" y="4494213"/>
          <p14:tracePt t="45956" x="8866188" y="4545013"/>
          <p14:tracePt t="45972" x="8799513" y="4610100"/>
          <p14:tracePt t="45989" x="8750300" y="4643438"/>
          <p14:tracePt t="46005" x="8683625" y="4694238"/>
          <p14:tracePt t="46022" x="8667750" y="4718050"/>
          <p14:tracePt t="46039" x="8634413" y="4751388"/>
          <p14:tracePt t="46055" x="8609013" y="4768850"/>
          <p14:tracePt t="46072" x="8593138" y="4784725"/>
          <p14:tracePt t="46089" x="8575675" y="4784725"/>
          <p14:tracePt t="46106" x="8559800" y="4802188"/>
          <p14:tracePt t="46155" x="8542338" y="4802188"/>
          <p14:tracePt t="46554" x="8475663" y="4818063"/>
          <p14:tracePt t="46572" x="8377238" y="4918075"/>
          <p14:tracePt t="46589" x="8153400" y="5124450"/>
          <p14:tracePt t="46605" x="8012113" y="5265738"/>
          <p14:tracePt t="46622" x="7945438" y="5348288"/>
          <p14:tracePt t="46639" x="7788275" y="5538788"/>
          <p14:tracePt t="46656" x="7639050" y="5705475"/>
          <p14:tracePt t="46672" x="7588250" y="5762625"/>
          <p14:tracePt t="46689" x="7513638" y="5846763"/>
          <p14:tracePt t="46705" x="7497763" y="5862638"/>
          <p14:tracePt t="46722" x="7480300" y="5895975"/>
          <p14:tracePt t="46739" x="7415213" y="5988050"/>
          <p14:tracePt t="46755" x="7381875" y="6019800"/>
          <p14:tracePt t="46772" x="7364413" y="6053138"/>
          <p14:tracePt t="46789" x="7315200" y="6137275"/>
          <p14:tracePt t="46805" x="7273925" y="6169025"/>
          <p14:tracePt t="46822" x="7240588" y="6186488"/>
          <p14:tracePt t="46839" x="7173913" y="6243638"/>
          <p14:tracePt t="46855" x="7107238" y="6294438"/>
          <p14:tracePt t="46872" x="7042150" y="6343650"/>
          <p14:tracePt t="46889" x="6950075" y="6376988"/>
          <p14:tracePt t="46905" x="6900863" y="6392863"/>
          <p14:tracePt t="46922" x="6867525" y="6392863"/>
          <p14:tracePt t="46939" x="6767513" y="6410325"/>
          <p14:tracePt t="46956" x="6626225" y="6410325"/>
          <p14:tracePt t="46972" x="6577013" y="6410325"/>
          <p14:tracePt t="46989" x="6469063" y="6410325"/>
          <p14:tracePt t="47005" x="6419850" y="6410325"/>
          <p14:tracePt t="47022" x="6337300" y="6410325"/>
          <p14:tracePt t="47039" x="6303963" y="6410325"/>
          <p14:tracePt t="47055" x="6270625" y="6410325"/>
          <p14:tracePt t="47072" x="6211888" y="6410325"/>
          <p14:tracePt t="47089" x="6162675" y="6392863"/>
          <p14:tracePt t="47106" x="6129338" y="6376988"/>
          <p14:tracePt t="47122" x="6080125" y="6376988"/>
          <p14:tracePt t="47139" x="6062663" y="6361113"/>
          <p14:tracePt t="47155" x="6046788" y="6361113"/>
          <p14:tracePt t="47172" x="6029325" y="6361113"/>
          <p14:tracePt t="47189" x="6013450" y="6361113"/>
          <p14:tracePt t="47206" x="6013450" y="6343650"/>
          <p14:tracePt t="47222" x="5995988" y="6343650"/>
          <p14:tracePt t="47305" x="5995988" y="6327775"/>
          <p14:tracePt t="47455" x="6013450" y="6327775"/>
          <p14:tracePt t="47472" x="6046788" y="6327775"/>
          <p14:tracePt t="47489" x="6129338" y="6327775"/>
          <p14:tracePt t="47505" x="6211888" y="6327775"/>
          <p14:tracePt t="47522" x="6386513" y="6327775"/>
          <p14:tracePt t="47539" x="6626225" y="6327775"/>
          <p14:tracePt t="47555" x="6867525" y="6327775"/>
          <p14:tracePt t="47572" x="6983413" y="6327775"/>
          <p14:tracePt t="47589" x="7091363" y="6327775"/>
          <p14:tracePt t="47605" x="7124700" y="6327775"/>
          <p14:tracePt t="47622" x="7140575" y="6327775"/>
          <p14:tracePt t="47639" x="7158038" y="6327775"/>
          <p14:tracePt t="47655" x="7173913" y="6327775"/>
          <p14:tracePt t="47717" x="7191375" y="6327775"/>
          <p14:tracePt t="47755" x="7207250" y="6310313"/>
          <p14:tracePt t="47772" x="7224713" y="6310313"/>
          <p14:tracePt t="47789" x="7256463" y="6294438"/>
          <p14:tracePt t="47805" x="7315200" y="6294438"/>
          <p14:tracePt t="47822" x="7331075" y="6276975"/>
          <p14:tracePt t="47839" x="7348538" y="6276975"/>
          <p14:tracePt t="47855" x="7364413" y="6276975"/>
          <p14:tracePt t="47955" x="7364413" y="6261100"/>
          <p14:tracePt t="48005" x="7348538" y="6261100"/>
          <p14:tracePt t="48054" x="7331075" y="6261100"/>
          <p14:tracePt t="48072" x="7315200" y="6261100"/>
          <p14:tracePt t="48089" x="7273925" y="6261100"/>
          <p14:tracePt t="48106" x="7256463" y="6261100"/>
          <p14:tracePt t="48122" x="7240588" y="6261100"/>
          <p14:tracePt t="48155" x="7207250" y="6261100"/>
          <p14:tracePt t="48172" x="7191375" y="6261100"/>
          <p14:tracePt t="48189" x="7158038" y="6261100"/>
          <p14:tracePt t="48205" x="7124700" y="6261100"/>
          <p14:tracePt t="48222" x="7107238" y="6261100"/>
          <p14:tracePt t="48239" x="7042150" y="6261100"/>
          <p14:tracePt t="48255" x="6967538" y="6261100"/>
          <p14:tracePt t="48272" x="6883400" y="6261100"/>
          <p14:tracePt t="48289" x="6834188" y="6261100"/>
          <p14:tracePt t="48305" x="6743700" y="6243638"/>
          <p14:tracePt t="48322" x="6692900" y="6227763"/>
          <p14:tracePt t="48339" x="6659563" y="6202363"/>
          <p14:tracePt t="48355" x="6610350" y="6202363"/>
          <p14:tracePt t="48372" x="6592888" y="6202363"/>
          <p14:tracePt t="48389" x="6561138" y="6186488"/>
          <p14:tracePt t="48405" x="6510338" y="6186488"/>
          <p14:tracePt t="48422" x="6435725" y="6169025"/>
          <p14:tracePt t="48439" x="6319838" y="6137275"/>
          <p14:tracePt t="48455" x="6270625" y="6119813"/>
          <p14:tracePt t="48472" x="6046788" y="6053138"/>
          <p14:tracePt t="48489" x="5980113" y="6019800"/>
          <p14:tracePt t="48506" x="5838825" y="5988050"/>
          <p14:tracePt t="48522" x="5738813" y="5929313"/>
          <p14:tracePt t="48539" x="5705475" y="5929313"/>
          <p14:tracePt t="48555" x="5681663" y="5911850"/>
          <p14:tracePt t="48572" x="5648325" y="5911850"/>
          <p14:tracePt t="48589" x="5630863" y="5911850"/>
          <p14:tracePt t="48605" x="5614988" y="5911850"/>
          <p14:tracePt t="48671" x="5599113" y="5911850"/>
          <p14:tracePt t="48871" x="5614988" y="5911850"/>
          <p14:tracePt t="48921" x="5630863" y="5911850"/>
          <p14:tracePt t="48955" x="5648325" y="5911850"/>
          <p14:tracePt t="48988" x="5664200" y="5911850"/>
          <p14:tracePt t="49021" x="5681663" y="5895975"/>
          <p14:tracePt t="49039" x="5705475" y="5895975"/>
          <p14:tracePt t="49055" x="5722938" y="5895975"/>
          <p14:tracePt t="49072" x="5738813" y="5895975"/>
          <p14:tracePt t="49089" x="5756275" y="5895975"/>
          <p14:tracePt t="49106" x="5772150" y="5895975"/>
          <p14:tracePt t="49122" x="5789613" y="5895975"/>
          <p14:tracePt t="49139" x="5805488" y="5895975"/>
          <p14:tracePt t="49156" x="5854700" y="5895975"/>
          <p14:tracePt t="49172" x="5888038" y="5895975"/>
          <p14:tracePt t="49189" x="5921375" y="5895975"/>
          <p14:tracePt t="49205" x="5995988" y="5895975"/>
          <p14:tracePt t="49222" x="6046788" y="5895975"/>
          <p14:tracePt t="49239" x="6096000" y="5880100"/>
          <p14:tracePt t="49255" x="6129338" y="5880100"/>
          <p14:tracePt t="49272" x="6196013" y="5880100"/>
          <p14:tracePt t="49289" x="6211888" y="5862638"/>
          <p14:tracePt t="49306" x="6253163" y="5862638"/>
          <p14:tracePt t="49322" x="6286500" y="5862638"/>
          <p14:tracePt t="49355" x="6303963" y="5862638"/>
          <p14:tracePt t="49388" x="6319838" y="5862638"/>
          <p14:tracePt t="50388" x="6286500" y="5862638"/>
          <p14:tracePt t="50405" x="6237288" y="5862638"/>
          <p14:tracePt t="50422" x="6178550" y="5862638"/>
          <p14:tracePt t="50439" x="6111875" y="5862638"/>
          <p14:tracePt t="50455" x="5980113" y="5862638"/>
          <p14:tracePt t="50472" x="5905500" y="5862638"/>
          <p14:tracePt t="50489" x="5822950" y="5862638"/>
          <p14:tracePt t="50506" x="5805488" y="5862638"/>
          <p14:tracePt t="50522" x="5772150" y="5862638"/>
          <p14:tracePt t="50539" x="5756275" y="5862638"/>
          <p14:tracePt t="50555" x="5738813" y="5862638"/>
          <p14:tracePt t="50673" x="5756275" y="5862638"/>
          <p14:tracePt t="50689" x="5789613" y="5862638"/>
          <p14:tracePt t="50706" x="5854700" y="5846763"/>
          <p14:tracePt t="50722" x="6013450" y="5829300"/>
          <p14:tracePt t="50739" x="6162675" y="5829300"/>
          <p14:tracePt t="50755" x="6196013" y="5829300"/>
          <p14:tracePt t="50772" x="6270625" y="5829300"/>
          <p14:tracePt t="50789" x="6353175" y="5813425"/>
          <p14:tracePt t="50805" x="6386513" y="5813425"/>
          <p14:tracePt t="50822" x="6419850" y="5813425"/>
          <p14:tracePt t="50839" x="6435725" y="5813425"/>
          <p14:tracePt t="50871" x="6453188" y="5813425"/>
          <p14:tracePt t="51260" x="6469063" y="5813425"/>
          <p14:tracePt t="51273" x="6510338" y="5813425"/>
          <p14:tracePt t="51289" x="6561138" y="5813425"/>
          <p14:tracePt t="51305" x="6710363" y="5813425"/>
          <p14:tracePt t="51322" x="6743700" y="5813425"/>
          <p14:tracePt t="51339" x="6850063" y="5813425"/>
          <p14:tracePt t="51355" x="6916738" y="5813425"/>
          <p14:tracePt t="51372" x="6934200" y="5813425"/>
          <p14:tracePt t="51389" x="6950075" y="5813425"/>
          <p14:tracePt t="51421" x="6967538" y="5813425"/>
          <p14:tracePt t="51941" x="6967538" y="5829300"/>
          <p14:tracePt t="51955" x="6967538" y="5846763"/>
          <p14:tracePt t="51972" x="6950075" y="5880100"/>
          <p14:tracePt t="51989" x="6934200" y="5895975"/>
          <p14:tracePt t="52005" x="6934200" y="5911850"/>
          <p14:tracePt t="52022" x="6916738" y="5929313"/>
          <p14:tracePt t="52039" x="6916738" y="5945188"/>
          <p14:tracePt t="52056" x="6916738" y="5962650"/>
          <p14:tracePt t="52072" x="6900863" y="5988050"/>
          <p14:tracePt t="52089" x="6883400" y="6003925"/>
          <p14:tracePt t="52121" x="6883400" y="6037263"/>
          <p14:tracePt t="52154" x="6867525" y="6053138"/>
          <p14:tracePt t="52172" x="6867525" y="6070600"/>
          <p14:tracePt t="52189" x="6867525" y="6086475"/>
          <p14:tracePt t="52205" x="6850063" y="6086475"/>
          <p14:tracePt t="52238" x="6850063" y="6103938"/>
          <p14:tracePt t="53322" x="6867525" y="6086475"/>
          <p14:tracePt t="53339" x="6900863" y="6053138"/>
          <p14:tracePt t="53355" x="6967538" y="6003925"/>
          <p14:tracePt t="53372" x="6983413" y="5988050"/>
          <p14:tracePt t="53389" x="7091363" y="5929313"/>
          <p14:tracePt t="53405" x="7140575" y="5895975"/>
          <p14:tracePt t="53422" x="7240588" y="5862638"/>
          <p14:tracePt t="53439" x="7315200" y="5829300"/>
          <p14:tracePt t="53455" x="7381875" y="5813425"/>
          <p14:tracePt t="53472" x="7415213" y="5780088"/>
          <p14:tracePt t="53489" x="7480300" y="5730875"/>
          <p14:tracePt t="53505" x="7572375" y="5656263"/>
          <p14:tracePt t="53522" x="7621588" y="5605463"/>
          <p14:tracePt t="53539" x="7737475" y="5507038"/>
          <p14:tracePt t="53555" x="7788275" y="5473700"/>
          <p14:tracePt t="53572" x="7845425" y="5399088"/>
          <p14:tracePt t="53589" x="7896225" y="5332413"/>
          <p14:tracePt t="53605" x="7929563" y="5281613"/>
          <p14:tracePt t="53622" x="7945438" y="5232400"/>
          <p14:tracePt t="53639" x="7945438" y="5191125"/>
          <p14:tracePt t="53655" x="7912100" y="5124450"/>
          <p14:tracePt t="53672" x="7845425" y="5091113"/>
          <p14:tracePt t="53689" x="7639050" y="4959350"/>
          <p14:tracePt t="53705" x="7415213" y="4851400"/>
          <p14:tracePt t="53722" x="6999288" y="4751388"/>
          <p14:tracePt t="53739" x="6286500" y="4576763"/>
          <p14:tracePt t="53755" x="6145213" y="4560888"/>
          <p14:tracePt t="53772" x="5705475" y="4527550"/>
          <p14:tracePt t="53789" x="5514975" y="4527550"/>
          <p14:tracePt t="53805" x="5357813" y="4527550"/>
          <p14:tracePt t="53822" x="5033963" y="4527550"/>
          <p14:tracePt t="53839" x="4892675" y="4545013"/>
          <p14:tracePt t="53855" x="4827588" y="4545013"/>
          <p14:tracePt t="53872" x="4486275" y="4560888"/>
          <p14:tracePt t="53889" x="4346575" y="4560888"/>
          <p14:tracePt t="53905" x="4229100" y="4545013"/>
          <p14:tracePt t="53922" x="4038600" y="4478338"/>
          <p14:tracePt t="53939" x="3956050" y="4419600"/>
          <p14:tracePt t="53955" x="3832225" y="4352925"/>
          <p14:tracePt t="53972" x="3748088" y="4287838"/>
          <p14:tracePt t="53989" x="3698875" y="4237038"/>
          <p14:tracePt t="54005" x="3683000" y="4203700"/>
          <p14:tracePt t="54022" x="3665538" y="4162425"/>
          <p14:tracePt t="54039" x="3598863" y="4097338"/>
          <p14:tracePt t="54055" x="3557588" y="4064000"/>
          <p14:tracePt t="54072" x="3508375" y="3997325"/>
          <p14:tracePt t="54089" x="3475038" y="3922713"/>
          <p14:tracePt t="54106" x="3425825" y="3856038"/>
          <p14:tracePt t="54122" x="3392488" y="3789363"/>
          <p14:tracePt t="54139" x="3341688" y="3690938"/>
          <p14:tracePt t="54155" x="3300413" y="3616325"/>
          <p14:tracePt t="54172" x="3235325" y="3498850"/>
          <p14:tracePt t="54189" x="3151188" y="3341688"/>
          <p14:tracePt t="54205" x="3052763" y="3117850"/>
          <p14:tracePt t="54222" x="3009900" y="3084513"/>
          <p14:tracePt t="54239" x="2927350" y="2935288"/>
          <p14:tracePt t="54255" x="2911475" y="2878138"/>
          <p14:tracePt t="54272" x="2878138" y="2827338"/>
          <p14:tracePt t="54304" x="2860675" y="2811463"/>
          <p14:tracePt t="54363" x="2878138" y="2811463"/>
          <p14:tracePt t="54376" x="2894013" y="2811463"/>
          <p14:tracePt t="54389" x="2927350" y="2844800"/>
          <p14:tracePt t="54405" x="2960688" y="2860675"/>
          <p14:tracePt t="54422" x="3052763" y="2935288"/>
          <p14:tracePt t="54439" x="3101975" y="2968625"/>
          <p14:tracePt t="54455" x="3135313" y="3017838"/>
          <p14:tracePt t="54472" x="3284538" y="3167063"/>
          <p14:tracePt t="54489" x="3359150" y="3241675"/>
          <p14:tracePt t="54505" x="3392488" y="3275013"/>
          <p14:tracePt t="54522" x="3475038" y="3408363"/>
          <p14:tracePt t="54539" x="3508375" y="3467100"/>
          <p14:tracePt t="54555" x="3541713" y="3516313"/>
          <p14:tracePt t="54572" x="3598863" y="3565525"/>
          <p14:tracePt t="54589" x="3598863" y="3582988"/>
          <p14:tracePt t="54605" x="3616325" y="3598863"/>
          <p14:tracePt t="54905" x="3616325" y="3582988"/>
          <p14:tracePt t="54938" x="3598863" y="3582988"/>
          <p14:tracePt t="54955" x="3598863" y="3565525"/>
          <p14:tracePt t="54988" x="3598863" y="3549650"/>
          <p14:tracePt t="55005" x="3582988" y="3549650"/>
          <p14:tracePt t="55022" x="3557588" y="3532188"/>
          <p14:tracePt t="55039" x="3541713" y="3516313"/>
          <p14:tracePt t="55055" x="3508375" y="3498850"/>
          <p14:tracePt t="55072" x="3475038" y="3482975"/>
          <p14:tracePt t="55089" x="3425825" y="3467100"/>
          <p14:tracePt t="55106" x="3408363" y="3467100"/>
          <p14:tracePt t="55122" x="3341688" y="3449638"/>
          <p14:tracePt t="55139" x="3300413" y="3433763"/>
          <p14:tracePt t="55155" x="3251200" y="3408363"/>
          <p14:tracePt t="55172" x="3235325" y="3390900"/>
          <p14:tracePt t="55189" x="3201988" y="3390900"/>
          <p14:tracePt t="55205" x="3168650" y="3375025"/>
          <p14:tracePt t="55222" x="3168650" y="3359150"/>
          <p14:tracePt t="55239" x="3151188" y="3359150"/>
          <p14:tracePt t="55255" x="3151188" y="3341688"/>
          <p14:tracePt t="55415" x="3168650" y="3341688"/>
          <p14:tracePt t="55438" x="3168650" y="3359150"/>
          <p14:tracePt t="55455" x="3184525" y="3359150"/>
          <p14:tracePt t="55472" x="3217863" y="3390900"/>
          <p14:tracePt t="55489" x="3235325" y="3433763"/>
          <p14:tracePt t="55505" x="3284538" y="3467100"/>
          <p14:tracePt t="55522" x="3341688" y="3532188"/>
          <p14:tracePt t="55539" x="3375025" y="3565525"/>
          <p14:tracePt t="55555" x="3425825" y="3616325"/>
          <p14:tracePt t="55572" x="3475038" y="3690938"/>
          <p14:tracePt t="55589" x="3524250" y="3722688"/>
          <p14:tracePt t="55605" x="3541713" y="3756025"/>
          <p14:tracePt t="55622" x="3582988" y="3773488"/>
          <p14:tracePt t="55639" x="3598863" y="3789363"/>
          <p14:tracePt t="55655" x="3616325" y="3806825"/>
          <p14:tracePt t="55704" x="3632200" y="3822700"/>
          <p14:tracePt t="55771" x="3616325" y="3822700"/>
          <p14:tracePt t="55789" x="3598863" y="3822700"/>
          <p14:tracePt t="55805" x="3582988" y="3822700"/>
          <p14:tracePt t="55822" x="3541713" y="3806825"/>
          <p14:tracePt t="55855" x="3524250" y="3789363"/>
          <p14:tracePt t="55872" x="3508375" y="3789363"/>
          <p14:tracePt t="56188" x="3524250" y="3789363"/>
          <p14:tracePt t="56205" x="3524250" y="3806825"/>
          <p14:tracePt t="56222" x="3524250" y="3822700"/>
          <p14:tracePt t="56239" x="3541713" y="3840163"/>
          <p14:tracePt t="56255" x="3557588" y="3871913"/>
          <p14:tracePt t="56272" x="3557588" y="3889375"/>
          <p14:tracePt t="56289" x="3582988" y="3905250"/>
          <p14:tracePt t="56305" x="3582988" y="3922713"/>
          <p14:tracePt t="56322" x="3598863" y="3922713"/>
          <p14:tracePt t="56338" x="3598863" y="3946525"/>
          <p14:tracePt t="56355" x="3598863" y="3963988"/>
          <p14:tracePt t="56372" x="3616325" y="3979863"/>
          <p14:tracePt t="56405" x="3616325" y="3997325"/>
          <p14:tracePt t="56438" x="3616325" y="4013200"/>
          <p14:tracePt t="56455" x="3632200" y="4013200"/>
          <p14:tracePt t="56488" x="3632200" y="4030663"/>
          <p14:tracePt t="56505" x="3649663" y="4064000"/>
          <p14:tracePt t="56522" x="3665538" y="4097338"/>
          <p14:tracePt t="56539" x="3698875" y="4129088"/>
          <p14:tracePt t="56555" x="3716338" y="4162425"/>
          <p14:tracePt t="56572" x="3732213" y="4179888"/>
          <p14:tracePt t="56589" x="3748088" y="4203700"/>
          <p14:tracePt t="56605" x="3748088" y="4221163"/>
          <p14:tracePt t="56622" x="3765550" y="4237038"/>
          <p14:tracePt t="56722" x="3748088" y="4237038"/>
          <p14:tracePt t="56755" x="3732213" y="4237038"/>
          <p14:tracePt t="56788" x="3716338" y="4237038"/>
          <p14:tracePt t="56805" x="3683000" y="4237038"/>
          <p14:tracePt t="56822" x="3665538" y="4237038"/>
          <p14:tracePt t="56839" x="3616325" y="4237038"/>
          <p14:tracePt t="56855" x="3541713" y="4237038"/>
          <p14:tracePt t="56872" x="3524250" y="4237038"/>
          <p14:tracePt t="56889" x="3508375" y="4237038"/>
          <p14:tracePt t="56905" x="3492500" y="4237038"/>
          <p14:tracePt t="57694" x="3492500" y="4254500"/>
          <p14:tracePt t="57706" x="3492500" y="4270375"/>
          <p14:tracePt t="57722" x="3492500" y="4287838"/>
          <p14:tracePt t="57739" x="3492500" y="4321175"/>
          <p14:tracePt t="57755" x="3492500" y="4352925"/>
          <p14:tracePt t="57772" x="3492500" y="4386263"/>
          <p14:tracePt t="57789" x="3492500" y="4437063"/>
          <p14:tracePt t="57805" x="3492500" y="4478338"/>
          <p14:tracePt t="57822" x="3492500" y="4494213"/>
          <p14:tracePt t="57839" x="3492500" y="4511675"/>
          <p14:tracePt t="57855" x="3475038" y="4545013"/>
          <p14:tracePt t="57872" x="3475038" y="4560888"/>
          <p14:tracePt t="57889" x="3475038" y="4610100"/>
          <p14:tracePt t="57905" x="3475038" y="4643438"/>
          <p14:tracePt t="57938" x="3475038" y="4676775"/>
          <p14:tracePt t="57955" x="3475038" y="4694238"/>
          <p14:tracePt t="57972" x="3475038" y="4735513"/>
          <p14:tracePt t="57989" x="3475038" y="4768850"/>
          <p14:tracePt t="58005" x="3492500" y="4818063"/>
          <p14:tracePt t="58022" x="3508375" y="4851400"/>
          <p14:tracePt t="58039" x="3524250" y="4884738"/>
          <p14:tracePt t="58055" x="3541713" y="4900613"/>
          <p14:tracePt t="58072" x="3541713" y="4918075"/>
          <p14:tracePt t="58089" x="3557588" y="4933950"/>
          <p14:tracePt t="58106" x="3582988" y="4975225"/>
          <p14:tracePt t="58122" x="3582988" y="4992688"/>
          <p14:tracePt t="58139" x="3616325" y="5026025"/>
          <p14:tracePt t="58155" x="3616325" y="5041900"/>
          <p14:tracePt t="58172" x="3632200" y="5091113"/>
          <p14:tracePt t="58188" x="3683000" y="5216525"/>
          <p14:tracePt t="58205" x="3732213" y="5314950"/>
          <p14:tracePt t="58222" x="3748088" y="5365750"/>
          <p14:tracePt t="58239" x="3765550" y="5448300"/>
          <p14:tracePt t="58255" x="3781425" y="5489575"/>
          <p14:tracePt t="58272" x="3798888" y="5538788"/>
          <p14:tracePt t="58289" x="3814763" y="5556250"/>
          <p14:tracePt t="58321" x="3832225" y="5572125"/>
          <p14:tracePt t="58339" x="3856038" y="5572125"/>
          <p14:tracePt t="58355" x="3889375" y="5572125"/>
          <p14:tracePt t="58372" x="3922713" y="5572125"/>
          <p14:tracePt t="58389" x="3973513" y="5572125"/>
          <p14:tracePt t="58405" x="4022725" y="5572125"/>
          <p14:tracePt t="58422" x="4056063" y="5572125"/>
          <p14:tracePt t="58439" x="4146550" y="5572125"/>
          <p14:tracePt t="58455" x="4262438" y="5572125"/>
          <p14:tracePt t="58472" x="4329113" y="5572125"/>
          <p14:tracePt t="58489" x="4486275" y="5589588"/>
          <p14:tracePt t="58505" x="4619625" y="5622925"/>
          <p14:tracePt t="58522" x="4660900" y="5622925"/>
          <p14:tracePt t="58539" x="4743450" y="5656263"/>
          <p14:tracePt t="58555" x="4794250" y="5656263"/>
          <p14:tracePt t="58572" x="4810125" y="5656263"/>
          <p14:tracePt t="58604" x="4827588" y="5656263"/>
          <p14:tracePt t="58671" x="4843463" y="5656263"/>
          <p14:tracePt t="58689" x="4951413" y="5656263"/>
          <p14:tracePt t="58705" x="5084763" y="5638800"/>
          <p14:tracePt t="58722" x="5175250" y="5638800"/>
          <p14:tracePt t="58739" x="5275263" y="5605463"/>
          <p14:tracePt t="58755" x="5341938" y="5605463"/>
          <p14:tracePt t="58772" x="5407025" y="5589588"/>
          <p14:tracePt t="58789" x="5424488" y="5589588"/>
          <p14:tracePt t="58805" x="5448300" y="5572125"/>
          <p14:tracePt t="58822" x="5465763" y="5572125"/>
          <p14:tracePt t="59021" x="5481638" y="5572125"/>
          <p14:tracePt t="59039" x="5499100" y="5556250"/>
          <p14:tracePt t="59055" x="5548313" y="5538788"/>
          <p14:tracePt t="59072" x="5599113" y="5507038"/>
          <p14:tracePt t="59089" x="5705475" y="5448300"/>
          <p14:tracePt t="59106" x="5756275" y="5414963"/>
          <p14:tracePt t="59122" x="5905500" y="5365750"/>
          <p14:tracePt t="59139" x="6062663" y="5314950"/>
          <p14:tracePt t="59155" x="6162675" y="5299075"/>
          <p14:tracePt t="59172" x="6211888" y="5281613"/>
          <p14:tracePt t="59189" x="6286500" y="5265738"/>
          <p14:tracePt t="59205" x="6319838" y="5265738"/>
          <p14:tracePt t="59222" x="6337300" y="5265738"/>
          <p14:tracePt t="59239" x="6353175" y="5265738"/>
          <p14:tracePt t="59255" x="6369050" y="5265738"/>
          <p14:tracePt t="59288" x="6386513" y="5249863"/>
          <p14:tracePt t="59305" x="6402388" y="5249863"/>
          <p14:tracePt t="59322" x="6419850" y="5249863"/>
          <p14:tracePt t="59338" x="6469063" y="5232400"/>
          <p14:tracePt t="59355" x="6510338" y="5232400"/>
          <p14:tracePt t="59372" x="6592888" y="5191125"/>
          <p14:tracePt t="59389" x="6677025" y="5175250"/>
          <p14:tracePt t="59405" x="6743700" y="5157788"/>
          <p14:tracePt t="59422" x="6818313" y="5157788"/>
          <p14:tracePt t="59439" x="6883400" y="5141913"/>
          <p14:tracePt t="59455" x="6916738" y="5141913"/>
          <p14:tracePt t="59472" x="6983413" y="5141913"/>
          <p14:tracePt t="59489" x="6999288" y="5141913"/>
          <p14:tracePt t="59505" x="7058025" y="5141913"/>
          <p14:tracePt t="59522" x="7091363" y="5141913"/>
          <p14:tracePt t="59539" x="7107238" y="5141913"/>
          <p14:tracePt t="59555" x="7124700" y="5141913"/>
          <p14:tracePt t="59604" x="7140575" y="5124450"/>
          <p14:tracePt t="60116" x="7140575" y="5108575"/>
          <p14:tracePt t="60128" x="7207250" y="5026025"/>
          <p14:tracePt t="60140" x="7315200" y="4900613"/>
          <p14:tracePt t="60155" x="7431088" y="4751388"/>
          <p14:tracePt t="60172" x="7672388" y="4437063"/>
          <p14:tracePt t="60189" x="7994650" y="4046538"/>
          <p14:tracePt t="60205" x="8493125" y="3433763"/>
          <p14:tracePt t="60222" x="8683625" y="3225800"/>
          <p14:tracePt t="60239" x="9007475" y="2860675"/>
          <p14:tracePt t="60255" x="9164638" y="2695575"/>
          <p14:tracePt t="60272" x="9213850" y="2620963"/>
          <p14:tracePt t="60289" x="9347200" y="2438400"/>
          <p14:tracePt t="60305" x="9471025" y="2297113"/>
          <p14:tracePt t="60322" x="9488488" y="2263775"/>
          <p14:tracePt t="60339" x="9521825" y="2230438"/>
          <p14:tracePt t="60355" x="9537700" y="2214563"/>
          <p14:tracePt t="60372" x="9555163" y="2197100"/>
          <p14:tracePt t="60389" x="9588500" y="2163763"/>
          <p14:tracePt t="60405" x="9588500" y="2139950"/>
          <p14:tracePt t="60422" x="9604375" y="2122488"/>
          <p14:tracePt t="60439" x="9604375" y="2106613"/>
          <p14:tracePt t="60455" x="9620250" y="2089150"/>
          <p14:tracePt t="60488" x="9620250" y="2073275"/>
          <p14:tracePt t="60505" x="9620250" y="2055813"/>
          <p14:tracePt t="60538" x="9620250" y="1990725"/>
          <p14:tracePt t="60555" x="9555163" y="1831975"/>
          <p14:tracePt t="60572" x="9521825" y="1716088"/>
          <p14:tracePt t="60589" x="9380538" y="1409700"/>
          <p14:tracePt t="60605" x="9313863" y="1252538"/>
          <p14:tracePt t="60622" x="9247188" y="1095375"/>
          <p14:tracePt t="60639" x="9213850" y="995363"/>
          <p14:tracePt t="60655" x="9148763" y="820738"/>
          <p14:tracePt t="60672" x="9090025" y="671513"/>
          <p14:tracePt t="60689" x="9074150" y="614363"/>
          <p14:tracePt t="60705" x="9056688" y="581025"/>
          <p14:tracePt t="60722" x="9040813" y="514350"/>
          <p14:tracePt t="60739" x="9023350" y="481013"/>
          <p14:tracePt t="60755" x="9023350" y="465138"/>
          <p14:tracePt t="60772" x="9007475" y="431800"/>
          <p14:tracePt t="60789" x="8990013" y="414338"/>
          <p14:tracePt t="60854" x="8974138" y="414338"/>
          <p14:tracePt t="61196" x="8974138" y="398463"/>
          <p14:tracePt t="61209" x="8974138" y="323850"/>
          <p14:tracePt t="61222" x="8956675" y="273050"/>
          <p14:tracePt t="61239" x="8940800" y="190500"/>
          <p14:tracePt t="61255" x="8891588" y="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A792-1943-48C2-74A1-648F3D7B3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33AF1-AAE9-4898-45CE-B2E59DB9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 구현 방법</a:t>
            </a:r>
            <a:r>
              <a:rPr lang="en-US" altLang="ko-KR" b="1" dirty="0"/>
              <a:t> – Keccak(YMM</a:t>
            </a:r>
            <a:r>
              <a:rPr lang="ko-KR" altLang="en-US" b="1" dirty="0"/>
              <a:t>기반 최적화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1C1724-0368-62B2-3AF7-74BF4488D2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2400" dirty="0"/>
              <a:t>AVX-512VL(Vector Length </a:t>
            </a:r>
            <a:r>
              <a:rPr lang="en-US" altLang="ko-KR" sz="2400" dirty="0" err="1"/>
              <a:t>Extentions</a:t>
            </a:r>
            <a:r>
              <a:rPr lang="en-US" altLang="ko-KR" sz="2400" dirty="0"/>
              <a:t>)</a:t>
            </a:r>
            <a:r>
              <a:rPr lang="ko-KR" altLang="en-US" sz="2400" dirty="0"/>
              <a:t>기반 </a:t>
            </a:r>
            <a:r>
              <a:rPr lang="en-US" altLang="ko-KR" sz="2400" dirty="0"/>
              <a:t>Keccak permutation </a:t>
            </a:r>
            <a:r>
              <a:rPr lang="ko-KR" altLang="en-US" sz="2400" dirty="0"/>
              <a:t>최적화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AVX-512VL</a:t>
            </a:r>
            <a:r>
              <a:rPr lang="ko-KR" altLang="en-US" sz="2400" dirty="0"/>
              <a:t>은 </a:t>
            </a:r>
            <a:r>
              <a:rPr lang="en-US" altLang="ko-KR" sz="2400" dirty="0"/>
              <a:t>YMM(256bit)</a:t>
            </a:r>
            <a:r>
              <a:rPr lang="ko-KR" altLang="en-US" sz="2400" dirty="0"/>
              <a:t>레지스터를 사용하면서도 </a:t>
            </a:r>
            <a:r>
              <a:rPr lang="en-US" altLang="ko-KR" sz="2400" dirty="0"/>
              <a:t>AVX-512</a:t>
            </a:r>
            <a:r>
              <a:rPr lang="ko-KR" altLang="en-US" sz="2400" dirty="0"/>
              <a:t>명령어 사용 가능</a:t>
            </a:r>
          </a:p>
          <a:p>
            <a:pPr lvl="1">
              <a:buFont typeface="Wingdings" pitchFamily="2" charset="2"/>
              <a:buChar char="Ø"/>
            </a:pPr>
            <a:r>
              <a:rPr lang="en" altLang="ko-KR" sz="2000" dirty="0"/>
              <a:t>YMM</a:t>
            </a:r>
            <a:r>
              <a:rPr lang="ko-KR" altLang="en-US" sz="2000" dirty="0"/>
              <a:t>을 쓴다 ≠ </a:t>
            </a:r>
            <a:r>
              <a:rPr lang="en" altLang="ko-KR" sz="2000" dirty="0"/>
              <a:t>AVX2 </a:t>
            </a:r>
            <a:r>
              <a:rPr lang="ko-KR" altLang="en-US" sz="2000" dirty="0"/>
              <a:t>코드다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E8478064-7289-63BA-93D7-F370487B8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994222"/>
              </p:ext>
            </p:extLst>
          </p:nvPr>
        </p:nvGraphicFramePr>
        <p:xfrm>
          <a:off x="1623928" y="3583181"/>
          <a:ext cx="8944143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460">
                  <a:extLst>
                    <a:ext uri="{9D8B030D-6E8A-4147-A177-3AD203B41FA5}">
                      <a16:colId xmlns:a16="http://schemas.microsoft.com/office/drawing/2014/main" val="2273396477"/>
                    </a:ext>
                  </a:extLst>
                </a:gridCol>
                <a:gridCol w="5882683">
                  <a:extLst>
                    <a:ext uri="{9D8B030D-6E8A-4147-A177-3AD203B41FA5}">
                      <a16:colId xmlns:a16="http://schemas.microsoft.com/office/drawing/2014/main" val="224908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AVX-512 </a:t>
                      </a:r>
                      <a:r>
                        <a:rPr lang="ko-KR" altLang="en-US" dirty="0"/>
                        <a:t>전용 명령어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dirty="0"/>
                        <a:t>의미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888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" altLang="ko-KR" dirty="0" err="1"/>
                        <a:t>kmovq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dirty="0"/>
                        <a:t>일반 레지스터의 비트마스크 값을 </a:t>
                      </a:r>
                      <a:r>
                        <a:rPr lang="en-US" altLang="ko-KR" dirty="0"/>
                        <a:t>mask</a:t>
                      </a:r>
                      <a:r>
                        <a:rPr lang="ko-KR" altLang="en-US" dirty="0"/>
                        <a:t>레지스터로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301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" altLang="ko-KR" dirty="0"/>
                        <a:t>vmovdqu8 {%k}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/>
                        <a:t>Mask</a:t>
                      </a:r>
                      <a:r>
                        <a:rPr lang="ko-KR" altLang="en-US" dirty="0" err="1"/>
                        <a:t>를</a:t>
                      </a:r>
                      <a:r>
                        <a:rPr lang="ko-KR" altLang="en-US" dirty="0"/>
                        <a:t> 사용해 필요한 </a:t>
                      </a:r>
                      <a:r>
                        <a:rPr lang="en-US" altLang="ko-KR" dirty="0"/>
                        <a:t>byte</a:t>
                      </a:r>
                      <a:r>
                        <a:rPr lang="ko-KR" altLang="en-US" dirty="0"/>
                        <a:t>만 </a:t>
                      </a:r>
                      <a:r>
                        <a:rPr lang="en-US" altLang="ko-KR" dirty="0"/>
                        <a:t>load/store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38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" altLang="ko-KR" dirty="0" err="1"/>
                        <a:t>vpternlogq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개의 값을 원하는 </a:t>
                      </a:r>
                      <a:r>
                        <a:rPr lang="en-US" altLang="ko-KR" dirty="0"/>
                        <a:t>bit</a:t>
                      </a:r>
                      <a:r>
                        <a:rPr lang="ko-KR" altLang="en-US" dirty="0"/>
                        <a:t>연산으로 한번에 처리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348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" altLang="ko-KR" dirty="0" err="1"/>
                        <a:t>vprolq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/>
                        <a:t>64bit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lane </a:t>
                      </a:r>
                      <a:r>
                        <a:rPr lang="ko-KR" altLang="en-US" dirty="0"/>
                        <a:t>단위</a:t>
                      </a:r>
                      <a:r>
                        <a:rPr lang="en-US" altLang="ko-KR" dirty="0"/>
                        <a:t> rotate-left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572104"/>
                  </a:ext>
                </a:extLst>
              </a:tr>
            </a:tbl>
          </a:graphicData>
        </a:graphic>
      </p:graphicFrame>
      <p:pic>
        <p:nvPicPr>
          <p:cNvPr id="6" name="오디오 5">
            <a:extLst>
              <a:ext uri="{FF2B5EF4-FFF2-40B4-BE49-F238E27FC236}">
                <a16:creationId xmlns:a16="http://schemas.microsoft.com/office/drawing/2014/main" id="{F75A040A-AA02-8538-2023-23E4C339F5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63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6629"/>
    </mc:Choice>
    <mc:Fallback>
      <p:transition spd="slow" advTm="566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420" x="2413000" y="1666875"/>
          <p14:tracePt t="437" x="2497138" y="1749425"/>
          <p14:tracePt t="454" x="2603500" y="1849438"/>
          <p14:tracePt t="471" x="2795588" y="2024063"/>
          <p14:tracePt t="487" x="2860675" y="2073275"/>
          <p14:tracePt t="504" x="2978150" y="2139950"/>
          <p14:tracePt t="520" x="3101975" y="2197100"/>
          <p14:tracePt t="537" x="3184525" y="2214563"/>
          <p14:tracePt t="554" x="3341688" y="2263775"/>
          <p14:tracePt t="570" x="3524250" y="2330450"/>
          <p14:tracePt t="587" x="3683000" y="2379663"/>
          <p14:tracePt t="604" x="3748088" y="2420938"/>
          <p14:tracePt t="621" x="3856038" y="2454275"/>
          <p14:tracePt t="637" x="3922713" y="2471738"/>
          <p14:tracePt t="654" x="3940175" y="2487613"/>
          <p14:tracePt t="671" x="3956050" y="2487613"/>
          <p14:tracePt t="687" x="3973513" y="2487613"/>
          <p14:tracePt t="720" x="3989388" y="2471738"/>
          <p14:tracePt t="737" x="4022725" y="2454275"/>
          <p14:tracePt t="754" x="4056063" y="2438400"/>
          <p14:tracePt t="770" x="4113213" y="2397125"/>
          <p14:tracePt t="787" x="4197350" y="2346325"/>
          <p14:tracePt t="803" x="4279900" y="2297113"/>
          <p14:tracePt t="820" x="4403725" y="2247900"/>
          <p14:tracePt t="837" x="4570413" y="2163763"/>
          <p14:tracePt t="854" x="4619625" y="2122488"/>
          <p14:tracePt t="870" x="4727575" y="2055813"/>
          <p14:tracePt t="887" x="4776788" y="2024063"/>
          <p14:tracePt t="903" x="4810125" y="2006600"/>
          <p14:tracePt t="937" x="4827588" y="2006600"/>
          <p14:tracePt t="953" x="4827588" y="1990725"/>
          <p14:tracePt t="1020" x="4827588" y="1973263"/>
          <p14:tracePt t="1053" x="4827588" y="1939925"/>
          <p14:tracePt t="1070" x="4827588" y="1924050"/>
          <p14:tracePt t="1087" x="4827588" y="1816100"/>
          <p14:tracePt t="1103" x="4827588" y="1749425"/>
          <p14:tracePt t="1120" x="4827588" y="1733550"/>
          <p14:tracePt t="1137" x="4827588" y="1700213"/>
          <p14:tracePt t="1153" x="4827588" y="1682750"/>
          <p14:tracePt t="1219" x="4827588" y="1666875"/>
          <p14:tracePt t="1886" x="4827588" y="1625600"/>
          <p14:tracePt t="1903" x="4827588" y="1576388"/>
          <p14:tracePt t="1920" x="4827588" y="1558925"/>
          <p14:tracePt t="1937" x="4827588" y="1492250"/>
          <p14:tracePt t="1953" x="4827588" y="1425575"/>
          <p14:tracePt t="1970" x="4810125" y="1319213"/>
          <p14:tracePt t="1987" x="4810125" y="1301750"/>
          <p14:tracePt t="2003" x="4794250" y="1235075"/>
          <p14:tracePt t="2020" x="4760913" y="1201738"/>
          <p14:tracePt t="2037" x="4760913" y="1169988"/>
          <p14:tracePt t="2053" x="4743450" y="1152525"/>
          <p14:tracePt t="2070" x="4743450" y="1127125"/>
          <p14:tracePt t="2087" x="4727575" y="1127125"/>
          <p14:tracePt t="2103" x="4711700" y="1111250"/>
          <p14:tracePt t="2120" x="4678363" y="1077913"/>
          <p14:tracePt t="2137" x="4645025" y="1062038"/>
          <p14:tracePt t="2153" x="4570413" y="1011238"/>
          <p14:tracePt t="2170" x="4552950" y="995363"/>
          <p14:tracePt t="2187" x="4454525" y="928688"/>
          <p14:tracePt t="2203" x="4387850" y="895350"/>
          <p14:tracePt t="2220" x="4313238" y="838200"/>
          <p14:tracePt t="2237" x="4279900" y="804863"/>
          <p14:tracePt t="2253" x="4229100" y="787400"/>
          <p14:tracePt t="2270" x="4213225" y="771525"/>
          <p14:tracePt t="2287" x="4197350" y="771525"/>
          <p14:tracePt t="2436" x="4197350" y="787400"/>
          <p14:tracePt t="2502" x="4197350" y="804863"/>
          <p14:tracePt t="2520" x="4213225" y="804863"/>
          <p14:tracePt t="2606" x="4229100" y="804863"/>
          <p14:tracePt t="2636" x="4246563" y="820738"/>
          <p14:tracePt t="2653" x="4262438" y="820738"/>
          <p14:tracePt t="2670" x="4313238" y="820738"/>
          <p14:tracePt t="2687" x="4346575" y="820738"/>
          <p14:tracePt t="2703" x="4454525" y="820738"/>
          <p14:tracePt t="2720" x="4586288" y="820738"/>
          <p14:tracePt t="2737" x="4660900" y="820738"/>
          <p14:tracePt t="2753" x="4776788" y="804863"/>
          <p14:tracePt t="2770" x="4810125" y="804863"/>
          <p14:tracePt t="2787" x="4951413" y="804863"/>
          <p14:tracePt t="2803" x="4984750" y="804863"/>
          <p14:tracePt t="2820" x="5018088" y="804863"/>
          <p14:tracePt t="2837" x="5033963" y="804863"/>
          <p14:tracePt t="2869" x="5051425" y="804863"/>
          <p14:tracePt t="2902" x="5067300" y="804863"/>
          <p14:tracePt t="2936" x="5084763" y="804863"/>
          <p14:tracePt t="2953" x="5100638" y="804863"/>
          <p14:tracePt t="2970" x="5133975" y="804863"/>
          <p14:tracePt t="2987" x="5149850" y="804863"/>
          <p14:tracePt t="3003" x="5192713" y="820738"/>
          <p14:tracePt t="3020" x="5224463" y="820738"/>
          <p14:tracePt t="3037" x="5241925" y="820738"/>
          <p14:tracePt t="3053" x="5275263" y="838200"/>
          <p14:tracePt t="3070" x="5291138" y="838200"/>
          <p14:tracePt t="3087" x="5324475" y="854075"/>
          <p14:tracePt t="3103" x="5357813" y="854075"/>
          <p14:tracePt t="3120" x="5391150" y="854075"/>
          <p14:tracePt t="3137" x="5407025" y="854075"/>
          <p14:tracePt t="3153" x="5424488" y="854075"/>
          <p14:tracePt t="3170" x="5465763" y="854075"/>
          <p14:tracePt t="3187" x="5481638" y="854075"/>
          <p14:tracePt t="3203" x="5499100" y="854075"/>
          <p14:tracePt t="3220" x="5514975" y="854075"/>
          <p14:tracePt t="3253" x="5532438" y="854075"/>
          <p14:tracePt t="3286" x="5548313" y="854075"/>
          <p14:tracePt t="3772" x="5532438" y="854075"/>
          <p14:tracePt t="3803" x="5465763" y="854075"/>
          <p14:tracePt t="3820" x="5424488" y="869950"/>
          <p14:tracePt t="3837" x="5308600" y="895350"/>
          <p14:tracePt t="3853" x="5275263" y="895350"/>
          <p14:tracePt t="3870" x="5175250" y="912813"/>
          <p14:tracePt t="3887" x="5133975" y="912813"/>
          <p14:tracePt t="3903" x="5084763" y="928688"/>
          <p14:tracePt t="3920" x="5067300" y="928688"/>
          <p14:tracePt t="3937" x="5051425" y="928688"/>
          <p14:tracePt t="4681" x="5033963" y="928688"/>
          <p14:tracePt t="4753" x="5018088" y="928688"/>
          <p14:tracePt t="4786" x="5000625" y="928688"/>
          <p14:tracePt t="4803" x="4984750" y="928688"/>
          <p14:tracePt t="4820" x="4967288" y="928688"/>
          <p14:tracePt t="4853" x="4935538" y="928688"/>
          <p14:tracePt t="4870" x="4918075" y="912813"/>
          <p14:tracePt t="4887" x="4892675" y="912813"/>
          <p14:tracePt t="4903" x="4876800" y="895350"/>
          <p14:tracePt t="4936" x="4860925" y="895350"/>
          <p14:tracePt t="5252" x="4860925" y="869950"/>
          <p14:tracePt t="5326" x="4876800" y="854075"/>
          <p14:tracePt t="5502" x="4860925" y="854075"/>
          <p14:tracePt t="5571" x="4843463" y="854075"/>
          <p14:tracePt t="5619" x="4827588" y="854075"/>
          <p14:tracePt t="5653" x="4810125" y="854075"/>
          <p14:tracePt t="5702" x="4794250" y="854075"/>
          <p14:tracePt t="5752" x="4794250" y="838200"/>
          <p14:tracePt t="6031" x="4810125" y="838200"/>
          <p14:tracePt t="7107" x="4827588" y="838200"/>
          <p14:tracePt t="7136" x="4860925" y="838200"/>
          <p14:tracePt t="7153" x="4876800" y="838200"/>
          <p14:tracePt t="7170" x="4935538" y="838200"/>
          <p14:tracePt t="7187" x="5000625" y="838200"/>
          <p14:tracePt t="7203" x="5051425" y="838200"/>
          <p14:tracePt t="7220" x="5149850" y="838200"/>
          <p14:tracePt t="7237" x="5257800" y="838200"/>
          <p14:tracePt t="7253" x="5424488" y="820738"/>
          <p14:tracePt t="7270" x="5548313" y="820738"/>
          <p14:tracePt t="7287" x="5838825" y="820738"/>
          <p14:tracePt t="7303" x="5888038" y="820738"/>
          <p14:tracePt t="7320" x="6029325" y="820738"/>
          <p14:tracePt t="7337" x="6162675" y="820738"/>
          <p14:tracePt t="7353" x="6196013" y="820738"/>
          <p14:tracePt t="7370" x="6211888" y="820738"/>
          <p14:tracePt t="7386" x="6253163" y="838200"/>
          <p14:tracePt t="7403" x="6253163" y="854075"/>
          <p14:tracePt t="13841" x="6253163" y="912813"/>
          <p14:tracePt t="13856" x="6270625" y="1011238"/>
          <p14:tracePt t="13871" x="6303963" y="1095375"/>
          <p14:tracePt t="13887" x="6435725" y="1492250"/>
          <p14:tracePt t="13903" x="6659563" y="2073275"/>
          <p14:tracePt t="13920" x="6818313" y="2520950"/>
          <p14:tracePt t="13937" x="6934200" y="2878138"/>
          <p14:tracePt t="13953" x="7058025" y="3241675"/>
          <p14:tracePt t="13970" x="7091363" y="3308350"/>
          <p14:tracePt t="13987" x="7107238" y="3390900"/>
          <p14:tracePt t="14003" x="7124700" y="3433763"/>
          <p14:tracePt t="14036" x="7140575" y="3433763"/>
          <p14:tracePt t="14136" x="7124700" y="3433763"/>
          <p14:tracePt t="14153" x="7124700" y="3408363"/>
          <p14:tracePt t="14186" x="7107238" y="3390900"/>
          <p14:tracePt t="14203" x="7091363" y="3375025"/>
          <p14:tracePt t="14220" x="7058025" y="3375025"/>
          <p14:tracePt t="14237" x="7016750" y="3341688"/>
          <p14:tracePt t="14253" x="6950075" y="3325813"/>
          <p14:tracePt t="14270" x="6867525" y="3292475"/>
          <p14:tracePt t="14287" x="6784975" y="3259138"/>
          <p14:tracePt t="14303" x="6710363" y="3259138"/>
          <p14:tracePt t="14320" x="6643688" y="3225800"/>
          <p14:tracePt t="14337" x="6577013" y="3225800"/>
          <p14:tracePt t="14353" x="6469063" y="3209925"/>
          <p14:tracePt t="14370" x="6453188" y="3209925"/>
          <p14:tracePt t="14387" x="6386513" y="3209925"/>
          <p14:tracePt t="14403" x="6353175" y="3192463"/>
          <p14:tracePt t="14420" x="6337300" y="3192463"/>
          <p14:tracePt t="14436" x="6303963" y="3192463"/>
          <p14:tracePt t="14453" x="6286500" y="3192463"/>
          <p14:tracePt t="14470" x="6253163" y="3192463"/>
          <p14:tracePt t="14486" x="6237288" y="3192463"/>
          <p14:tracePt t="14503" x="6237288" y="3167063"/>
          <p14:tracePt t="14520" x="6211888" y="3167063"/>
          <p14:tracePt t="14610" x="6211888" y="3151188"/>
          <p14:tracePt t="14972" x="6196013" y="3151188"/>
          <p14:tracePt t="15019" x="6178550" y="3151188"/>
          <p14:tracePt t="15037" x="6162675" y="3151188"/>
          <p14:tracePt t="15053" x="6111875" y="3151188"/>
          <p14:tracePt t="15070" x="6062663" y="3151188"/>
          <p14:tracePt t="15086" x="5980113" y="3151188"/>
          <p14:tracePt t="15103" x="5805488" y="3135313"/>
          <p14:tracePt t="15120" x="5756275" y="3135313"/>
          <p14:tracePt t="15136" x="5664200" y="3117850"/>
          <p14:tracePt t="15153" x="5599113" y="3101975"/>
          <p14:tracePt t="15170" x="5581650" y="3084513"/>
          <p14:tracePt t="15186" x="5499100" y="3035300"/>
          <p14:tracePt t="15511" x="5465763" y="3035300"/>
          <p14:tracePt t="15520" x="5407025" y="3001963"/>
          <p14:tracePt t="15536" x="5324475" y="2968625"/>
          <p14:tracePt t="15553" x="5175250" y="2878138"/>
          <p14:tracePt t="15571" x="5051425" y="2794000"/>
          <p14:tracePt t="15587" x="5000625" y="2778125"/>
          <p14:tracePt t="15603" x="4951413" y="2744788"/>
          <p14:tracePt t="15620" x="4810125" y="2678113"/>
          <p14:tracePt t="15637" x="4776788" y="2654300"/>
          <p14:tracePt t="15653" x="4678363" y="2620963"/>
          <p14:tracePt t="15670" x="4619625" y="2603500"/>
          <p14:tracePt t="15686" x="4537075" y="2570163"/>
          <p14:tracePt t="15703" x="4454525" y="2536825"/>
          <p14:tracePt t="15720" x="4329113" y="2487613"/>
          <p14:tracePt t="15736" x="4262438" y="2471738"/>
          <p14:tracePt t="15753" x="4113213" y="2420938"/>
          <p14:tracePt t="15770" x="4022725" y="2397125"/>
          <p14:tracePt t="15786" x="3832225" y="2330450"/>
          <p14:tracePt t="15803" x="3649663" y="2263775"/>
          <p14:tracePt t="15820" x="3541713" y="2247900"/>
          <p14:tracePt t="15837" x="3375025" y="2181225"/>
          <p14:tracePt t="15853" x="3284538" y="2163763"/>
          <p14:tracePt t="15870" x="3086100" y="2106613"/>
          <p14:tracePt t="15887" x="2994025" y="2073275"/>
          <p14:tracePt t="15903" x="2878138" y="2039938"/>
          <p14:tracePt t="15920" x="2754313" y="1990725"/>
          <p14:tracePt t="15936" x="2670175" y="1957388"/>
          <p14:tracePt t="15953" x="2587625" y="1924050"/>
          <p14:tracePt t="15970" x="2538413" y="1898650"/>
          <p14:tracePt t="15986" x="2497138" y="1882775"/>
          <p14:tracePt t="16003" x="2430463" y="1865313"/>
          <p14:tracePt t="16020" x="2379663" y="1831975"/>
          <p14:tracePt t="16037" x="2347913" y="1816100"/>
          <p14:tracePt t="16053" x="2314575" y="1800225"/>
          <p14:tracePt t="16070" x="2281238" y="1782763"/>
          <p14:tracePt t="16087" x="2239963" y="1782763"/>
          <p14:tracePt t="16103" x="2239963" y="1766888"/>
          <p14:tracePt t="16120" x="2222500" y="1766888"/>
          <p14:tracePt t="19992" x="2222500" y="1782763"/>
          <p14:tracePt t="20007" x="2263775" y="1816100"/>
          <p14:tracePt t="20024" x="2297113" y="1865313"/>
          <p14:tracePt t="20038" x="2363788" y="1973263"/>
          <p14:tracePt t="20054" x="2397125" y="2006600"/>
          <p14:tracePt t="20070" x="2463800" y="2106613"/>
          <p14:tracePt t="20087" x="2479675" y="2139950"/>
          <p14:tracePt t="20103" x="2497138" y="2163763"/>
          <p14:tracePt t="20120" x="2538413" y="2214563"/>
          <p14:tracePt t="20136" x="2538413" y="2230438"/>
          <p14:tracePt t="20186" x="2538413" y="2263775"/>
          <p14:tracePt t="20203" x="2513013" y="2297113"/>
          <p14:tracePt t="20220" x="2430463" y="2379663"/>
          <p14:tracePt t="20236" x="2363788" y="2454275"/>
          <p14:tracePt t="20253" x="2239963" y="2570163"/>
          <p14:tracePt t="20270" x="2173288" y="2636838"/>
          <p14:tracePt t="20286" x="2090738" y="2728913"/>
          <p14:tracePt t="20303" x="2039938" y="2778125"/>
          <p14:tracePt t="20320" x="1982788" y="2860675"/>
          <p14:tracePt t="20336" x="1965325" y="2911475"/>
          <p14:tracePt t="20353" x="1965325" y="2986088"/>
          <p14:tracePt t="20370" x="1949450" y="3017838"/>
          <p14:tracePt t="20386" x="1949450" y="3035300"/>
          <p14:tracePt t="20403" x="1949450" y="3101975"/>
          <p14:tracePt t="20420" x="1949450" y="3117850"/>
          <p14:tracePt t="20436" x="1931988" y="3135313"/>
          <p14:tracePt t="20453" x="1882775" y="3167063"/>
          <p14:tracePt t="20470" x="1816100" y="3167063"/>
          <p14:tracePt t="20487" x="1733550" y="3167063"/>
          <p14:tracePt t="20503" x="1558925" y="3151188"/>
          <p14:tracePt t="20520" x="1435100" y="3135313"/>
          <p14:tracePt t="20537" x="1368425" y="3117850"/>
          <p14:tracePt t="20553" x="1335088" y="3101975"/>
          <p14:tracePt t="20570" x="1301750" y="3101975"/>
          <p14:tracePt t="20586" x="1301750" y="3084513"/>
          <p14:tracePt t="20636" x="1352550" y="3084513"/>
          <p14:tracePt t="20653" x="1450975" y="3084513"/>
          <p14:tracePt t="20670" x="1576388" y="3084513"/>
          <p14:tracePt t="20686" x="1782763" y="3068638"/>
          <p14:tracePt t="20703" x="2024063" y="3051175"/>
          <p14:tracePt t="20720" x="2263775" y="3017838"/>
          <p14:tracePt t="20737" x="2430463" y="3001963"/>
          <p14:tracePt t="20753" x="2636838" y="2986088"/>
          <p14:tracePt t="20770" x="2911475" y="2986088"/>
          <p14:tracePt t="20786" x="3117850" y="2986088"/>
          <p14:tracePt t="20803" x="3217863" y="2986088"/>
          <p14:tracePt t="20820" x="3284538" y="2986088"/>
          <p14:tracePt t="20837" x="3392488" y="2986088"/>
          <p14:tracePt t="20853" x="3425825" y="2968625"/>
          <p14:tracePt t="20870" x="3508375" y="2968625"/>
          <p14:tracePt t="20886" x="3582988" y="2968625"/>
          <p14:tracePt t="20903" x="3765550" y="2935288"/>
          <p14:tracePt t="20920" x="3889375" y="2935288"/>
          <p14:tracePt t="20937" x="4164013" y="2911475"/>
          <p14:tracePt t="20953" x="4246563" y="2911475"/>
          <p14:tracePt t="20970" x="4295775" y="2894013"/>
          <p14:tracePt t="20986" x="4387850" y="2894013"/>
          <p14:tracePt t="21003" x="4403725" y="2894013"/>
          <p14:tracePt t="21020" x="4421188" y="2894013"/>
          <p14:tracePt t="21102" x="4346575" y="2894013"/>
          <p14:tracePt t="21121" x="4313238" y="2894013"/>
          <p14:tracePt t="21135" x="4262438" y="2894013"/>
          <p14:tracePt t="21153" x="4089400" y="2894013"/>
          <p14:tracePt t="21170" x="3873500" y="2894013"/>
          <p14:tracePt t="21187" x="3698875" y="2894013"/>
          <p14:tracePt t="21203" x="3582988" y="2894013"/>
          <p14:tracePt t="21220" x="3408363" y="2894013"/>
          <p14:tracePt t="21237" x="3341688" y="2894013"/>
          <p14:tracePt t="21253" x="3201988" y="2894013"/>
          <p14:tracePt t="21270" x="3151188" y="2911475"/>
          <p14:tracePt t="21286" x="3052763" y="2911475"/>
          <p14:tracePt t="21303" x="2944813" y="2911475"/>
          <p14:tracePt t="21320" x="2894013" y="2911475"/>
          <p14:tracePt t="21337" x="2844800" y="2911475"/>
          <p14:tracePt t="21353" x="2811463" y="2911475"/>
          <p14:tracePt t="21370" x="2795588" y="2935288"/>
          <p14:tracePt t="21402" x="2770188" y="2935288"/>
          <p14:tracePt t="21420" x="2736850" y="2935288"/>
          <p14:tracePt t="21436" x="2703513" y="2935288"/>
          <p14:tracePt t="21453" x="2587625" y="2935288"/>
          <p14:tracePt t="21470" x="2463800" y="2935288"/>
          <p14:tracePt t="21486" x="2413000" y="2935288"/>
          <p14:tracePt t="21503" x="2314575" y="2935288"/>
          <p14:tracePt t="21520" x="2263775" y="2935288"/>
          <p14:tracePt t="21536" x="2189163" y="2911475"/>
          <p14:tracePt t="21553" x="2173288" y="2911475"/>
          <p14:tracePt t="21570" x="2155825" y="2911475"/>
          <p14:tracePt t="21686" x="2155825" y="2894013"/>
          <p14:tracePt t="21719" x="2173288" y="2878138"/>
          <p14:tracePt t="22115" x="2189163" y="2878138"/>
          <p14:tracePt t="22127" x="2239963" y="2878138"/>
          <p14:tracePt t="22139" x="2330450" y="2878138"/>
          <p14:tracePt t="22153" x="2497138" y="2878138"/>
          <p14:tracePt t="22170" x="2754313" y="2878138"/>
          <p14:tracePt t="22187" x="3267075" y="2878138"/>
          <p14:tracePt t="22203" x="3557588" y="2878138"/>
          <p14:tracePt t="22220" x="3748088" y="2878138"/>
          <p14:tracePt t="22237" x="3956050" y="2878138"/>
          <p14:tracePt t="22253" x="4038600" y="2878138"/>
          <p14:tracePt t="22270" x="4130675" y="2860675"/>
          <p14:tracePt t="22287" x="4164013" y="2860675"/>
          <p14:tracePt t="22303" x="4179888" y="2860675"/>
          <p14:tracePt t="22369" x="4179888" y="2844800"/>
          <p14:tracePt t="22386" x="4164013" y="2844800"/>
          <p14:tracePt t="22403" x="4113213" y="2827338"/>
          <p14:tracePt t="22420" x="4005263" y="2778125"/>
          <p14:tracePt t="22436" x="3906838" y="2711450"/>
          <p14:tracePt t="22453" x="3798888" y="2678113"/>
          <p14:tracePt t="22470" x="3665538" y="2603500"/>
          <p14:tracePt t="22486" x="3632200" y="2587625"/>
          <p14:tracePt t="22503" x="3557588" y="2554288"/>
          <p14:tracePt t="22536" x="3524250" y="2536825"/>
          <p14:tracePt t="22553" x="3492500" y="2536825"/>
          <p14:tracePt t="22570" x="3441700" y="2520950"/>
          <p14:tracePt t="22586" x="3408363" y="2505075"/>
          <p14:tracePt t="22603" x="3375025" y="2487613"/>
          <p14:tracePt t="22620" x="3325813" y="2471738"/>
          <p14:tracePt t="22636" x="3300413" y="2454275"/>
          <p14:tracePt t="22653" x="3251200" y="2438400"/>
          <p14:tracePt t="22670" x="3217863" y="2420938"/>
          <p14:tracePt t="22686" x="3201988" y="2397125"/>
          <p14:tracePt t="22703" x="3168650" y="2379663"/>
          <p14:tracePt t="22720" x="3151188" y="2363788"/>
          <p14:tracePt t="22736" x="3135313" y="2363788"/>
          <p14:tracePt t="22753" x="3117850" y="2346325"/>
          <p14:tracePt t="22852" x="3117850" y="2363788"/>
          <p14:tracePt t="22902" x="3117850" y="2379663"/>
          <p14:tracePt t="23102" x="3101975" y="2379663"/>
          <p14:tracePt t="23460" x="3117850" y="2379663"/>
          <p14:tracePt t="23521" x="3135313" y="2379663"/>
          <p14:tracePt t="23603" x="3151188" y="2379663"/>
          <p14:tracePt t="23620" x="3168650" y="2379663"/>
          <p14:tracePt t="23636" x="3217863" y="2379663"/>
          <p14:tracePt t="23653" x="3300413" y="2379663"/>
          <p14:tracePt t="23670" x="3341688" y="2379663"/>
          <p14:tracePt t="23686" x="3425825" y="2397125"/>
          <p14:tracePt t="23703" x="3492500" y="2420938"/>
          <p14:tracePt t="23720" x="3524250" y="2420938"/>
          <p14:tracePt t="23736" x="3557588" y="2438400"/>
          <p14:tracePt t="23753" x="3598863" y="2438400"/>
          <p14:tracePt t="23770" x="3616325" y="2438400"/>
          <p14:tracePt t="23786" x="3649663" y="2438400"/>
          <p14:tracePt t="23819" x="3665538" y="2438400"/>
          <p14:tracePt t="23852" x="3683000" y="2438400"/>
          <p14:tracePt t="23937" x="3698875" y="2438400"/>
          <p14:tracePt t="24402" x="3732213" y="2438400"/>
          <p14:tracePt t="24420" x="3748088" y="2438400"/>
          <p14:tracePt t="24436" x="3781425" y="2438400"/>
          <p14:tracePt t="24453" x="3832225" y="2438400"/>
          <p14:tracePt t="24469" x="3873500" y="2438400"/>
          <p14:tracePt t="24486" x="3889375" y="2438400"/>
          <p14:tracePt t="24503" x="3922713" y="2438400"/>
          <p14:tracePt t="24520" x="3956050" y="2438400"/>
          <p14:tracePt t="24536" x="3973513" y="2438400"/>
          <p14:tracePt t="24586" x="3989388" y="2438400"/>
          <p14:tracePt t="25360" x="4005263" y="2438400"/>
          <p14:tracePt t="25370" x="4022725" y="2438400"/>
          <p14:tracePt t="25387" x="4089400" y="2454275"/>
          <p14:tracePt t="25403" x="4213225" y="2487613"/>
          <p14:tracePt t="25420" x="4454525" y="2554288"/>
          <p14:tracePt t="25436" x="4711700" y="2620963"/>
          <p14:tracePt t="25453" x="5018088" y="2711450"/>
          <p14:tracePt t="25470" x="5275263" y="2760663"/>
          <p14:tracePt t="25486" x="5565775" y="2811463"/>
          <p14:tracePt t="25503" x="5854700" y="2827338"/>
          <p14:tracePt t="25519" x="6062663" y="2844800"/>
          <p14:tracePt t="25536" x="6145213" y="2844800"/>
          <p14:tracePt t="25553" x="6319838" y="2844800"/>
          <p14:tracePt t="25570" x="6419850" y="2844800"/>
          <p14:tracePt t="25586" x="6486525" y="2844800"/>
          <p14:tracePt t="25603" x="6561138" y="2844800"/>
          <p14:tracePt t="26714" x="6592888" y="2844800"/>
          <p14:tracePt t="26722" x="6643688" y="2827338"/>
          <p14:tracePt t="26735" x="6710363" y="2827338"/>
          <p14:tracePt t="26753" x="6867525" y="2794000"/>
          <p14:tracePt t="26770" x="7073900" y="2744788"/>
          <p14:tracePt t="26786" x="7256463" y="2695575"/>
          <p14:tracePt t="26803" x="7299325" y="2695575"/>
          <p14:tracePt t="26819" x="7415213" y="2636838"/>
          <p14:tracePt t="26837" x="7513638" y="2620963"/>
          <p14:tracePt t="26853" x="7605713" y="2587625"/>
          <p14:tracePt t="26870" x="7672388" y="2587625"/>
          <p14:tracePt t="26886" x="7705725" y="2570163"/>
          <p14:tracePt t="26903" x="7721600" y="2570163"/>
          <p14:tracePt t="26920" x="7737475" y="2570163"/>
          <p14:tracePt t="27366" x="7754938" y="2570163"/>
          <p14:tracePt t="27374" x="7804150" y="2570163"/>
          <p14:tracePt t="27385" x="7862888" y="2570163"/>
          <p14:tracePt t="27403" x="7962900" y="2554288"/>
          <p14:tracePt t="27420" x="8135938" y="2487613"/>
          <p14:tracePt t="27437" x="8318500" y="2438400"/>
          <p14:tracePt t="27453" x="8377238" y="2438400"/>
          <p14:tracePt t="27470" x="8475663" y="2397125"/>
          <p14:tracePt t="27487" x="8526463" y="2397125"/>
          <p14:tracePt t="27503" x="8542338" y="2397125"/>
          <p14:tracePt t="27520" x="8559800" y="2397125"/>
          <p14:tracePt t="28386" x="8575675" y="2397125"/>
          <p14:tracePt t="28403" x="8593138" y="2397125"/>
          <p14:tracePt t="28420" x="8650288" y="2397125"/>
          <p14:tracePt t="28437" x="8699500" y="2397125"/>
          <p14:tracePt t="28453" x="8750300" y="2397125"/>
          <p14:tracePt t="28470" x="8783638" y="2397125"/>
          <p14:tracePt t="28486" x="8816975" y="2397125"/>
          <p14:tracePt t="28503" x="8850313" y="2397125"/>
          <p14:tracePt t="28520" x="8866188" y="2397125"/>
          <p14:tracePt t="28552" x="8891588" y="2397125"/>
          <p14:tracePt t="28619" x="8907463" y="2397125"/>
          <p14:tracePt t="28636" x="8924925" y="2397125"/>
          <p14:tracePt t="28653" x="8956675" y="2397125"/>
          <p14:tracePt t="28670" x="8990013" y="2397125"/>
          <p14:tracePt t="28686" x="9007475" y="2397125"/>
          <p14:tracePt t="28703" x="9040813" y="2397125"/>
          <p14:tracePt t="28720" x="9074150" y="2397125"/>
          <p14:tracePt t="28736" x="9105900" y="2397125"/>
          <p14:tracePt t="28753" x="9123363" y="2397125"/>
          <p14:tracePt t="28770" x="9148763" y="2397125"/>
          <p14:tracePt t="28786" x="9182100" y="2397125"/>
          <p14:tracePt t="28819" x="9197975" y="2397125"/>
          <p14:tracePt t="28920" x="9213850" y="2397125"/>
          <p14:tracePt t="28952" x="9247188" y="2397125"/>
          <p14:tracePt t="28970" x="9264650" y="2397125"/>
          <p14:tracePt t="28986" x="9297988" y="2397125"/>
          <p14:tracePt t="29019" x="9313863" y="2397125"/>
          <p14:tracePt t="29036" x="9313863" y="2420938"/>
          <p14:tracePt t="29053" x="9331325" y="2420938"/>
          <p14:tracePt t="29152" x="9347200" y="2420938"/>
          <p14:tracePt t="29202" x="9363075" y="2438400"/>
          <p14:tracePt t="29236" x="9380538" y="2438400"/>
          <p14:tracePt t="29253" x="9380538" y="2454275"/>
          <p14:tracePt t="29285" x="9396413" y="2454275"/>
          <p14:tracePt t="29303" x="9421813" y="2471738"/>
          <p14:tracePt t="29336" x="9437688" y="2487613"/>
          <p14:tracePt t="29353" x="9455150" y="2487613"/>
          <p14:tracePt t="29370" x="9488488" y="2505075"/>
          <p14:tracePt t="29386" x="9521825" y="2520950"/>
          <p14:tracePt t="29403" x="9571038" y="2520950"/>
          <p14:tracePt t="29420" x="9604375" y="2536825"/>
          <p14:tracePt t="29436" x="9653588" y="2554288"/>
          <p14:tracePt t="29453" x="9712325" y="2554288"/>
          <p14:tracePt t="29470" x="9779000" y="2570163"/>
          <p14:tracePt t="29486" x="9812338" y="2570163"/>
          <p14:tracePt t="29503" x="9844088" y="2587625"/>
          <p14:tracePt t="29520" x="9861550" y="2587625"/>
          <p14:tracePt t="29536" x="9877425" y="2587625"/>
          <p14:tracePt t="29553" x="9910763" y="2587625"/>
          <p14:tracePt t="29586" x="9969500" y="2603500"/>
          <p14:tracePt t="29603" x="10036175" y="2603500"/>
          <p14:tracePt t="29620" x="10101263" y="2620963"/>
          <p14:tracePt t="29637" x="10185400" y="2620963"/>
          <p14:tracePt t="29653" x="10260013" y="2620963"/>
          <p14:tracePt t="29670" x="10293350" y="2620963"/>
          <p14:tracePt t="29686" x="10325100" y="2620963"/>
          <p14:tracePt t="29703" x="10342563" y="2620963"/>
          <p14:tracePt t="31432" x="10275888" y="2620963"/>
          <p14:tracePt t="31440" x="10167938" y="2620963"/>
          <p14:tracePt t="31453" x="10069513" y="2620963"/>
          <p14:tracePt t="31470" x="9828213" y="2636838"/>
          <p14:tracePt t="31486" x="9620250" y="2678113"/>
          <p14:tracePt t="31503" x="9396413" y="2695575"/>
          <p14:tracePt t="31520" x="9213850" y="2711450"/>
          <p14:tracePt t="31536" x="8716963" y="2744788"/>
          <p14:tracePt t="31553" x="8475663" y="2760663"/>
          <p14:tracePt t="31570" x="7912100" y="2778125"/>
          <p14:tracePt t="31586" x="7705725" y="2794000"/>
          <p14:tracePt t="31603" x="7299325" y="2827338"/>
          <p14:tracePt t="31620" x="7073900" y="2860675"/>
          <p14:tracePt t="31636" x="6883400" y="2878138"/>
          <p14:tracePt t="31653" x="6767513" y="2894013"/>
          <p14:tracePt t="31986" x="6692900" y="2894013"/>
          <p14:tracePt t="32003" x="6453188" y="2911475"/>
          <p14:tracePt t="32020" x="6237288" y="2935288"/>
          <p14:tracePt t="32036" x="5921375" y="2968625"/>
          <p14:tracePt t="32053" x="5514975" y="3001963"/>
          <p14:tracePt t="32070" x="4951413" y="3051175"/>
          <p14:tracePt t="32086" x="4470400" y="3101975"/>
          <p14:tracePt t="32103" x="3989388" y="3117850"/>
          <p14:tracePt t="32120" x="3665538" y="3151188"/>
          <p14:tracePt t="32137" x="3300413" y="3167063"/>
          <p14:tracePt t="32533" x="3284538" y="3167063"/>
          <p14:tracePt t="32541" x="3251200" y="3167063"/>
          <p14:tracePt t="32552" x="3217863" y="3167063"/>
          <p14:tracePt t="32571" x="3135313" y="3167063"/>
          <p14:tracePt t="32586" x="3052763" y="3167063"/>
          <p14:tracePt t="32603" x="2860675" y="3167063"/>
          <p14:tracePt t="32619" x="2687638" y="3167063"/>
          <p14:tracePt t="32636" x="2587625" y="3167063"/>
          <p14:tracePt t="32653" x="2446338" y="3167063"/>
          <p14:tracePt t="32670" x="2413000" y="3167063"/>
          <p14:tracePt t="32686" x="2347913" y="3167063"/>
          <p14:tracePt t="32703" x="2297113" y="3167063"/>
          <p14:tracePt t="32720" x="2263775" y="3151188"/>
          <p14:tracePt t="33980" x="2281238" y="3151188"/>
          <p14:tracePt t="33992" x="2330450" y="3151188"/>
          <p14:tracePt t="34003" x="2397125" y="3135313"/>
          <p14:tracePt t="34020" x="2538413" y="3101975"/>
          <p14:tracePt t="34036" x="2670175" y="3084513"/>
          <p14:tracePt t="34053" x="2844800" y="3068638"/>
          <p14:tracePt t="34070" x="3068638" y="3068638"/>
          <p14:tracePt t="34086" x="3267075" y="3068638"/>
          <p14:tracePt t="34103" x="3359150" y="3068638"/>
          <p14:tracePt t="34119" x="3441700" y="3068638"/>
          <p14:tracePt t="34136" x="3475038" y="3068638"/>
          <p14:tracePt t="34153" x="3492500" y="3068638"/>
          <p14:tracePt t="34298" x="3475038" y="3068638"/>
          <p14:tracePt t="34306" x="3459163" y="3051175"/>
          <p14:tracePt t="34319" x="3425825" y="3035300"/>
          <p14:tracePt t="34336" x="3392488" y="2986088"/>
          <p14:tracePt t="34353" x="3341688" y="2935288"/>
          <p14:tracePt t="34370" x="3300413" y="2894013"/>
          <p14:tracePt t="34386" x="3284538" y="2878138"/>
          <p14:tracePt t="34403" x="3284538" y="2860675"/>
          <p14:tracePt t="34453" x="3284538" y="2844800"/>
          <p14:tracePt t="34536" x="3300413" y="2844800"/>
          <p14:tracePt t="34569" x="3341688" y="2844800"/>
          <p14:tracePt t="34587" x="3359150" y="2844800"/>
          <p14:tracePt t="34603" x="3441700" y="2844800"/>
          <p14:tracePt t="34619" x="3541713" y="2827338"/>
          <p14:tracePt t="34636" x="3665538" y="2827338"/>
          <p14:tracePt t="34653" x="3765550" y="2827338"/>
          <p14:tracePt t="34670" x="3873500" y="2811463"/>
          <p14:tracePt t="34686" x="3940175" y="2811463"/>
          <p14:tracePt t="34703" x="3973513" y="2811463"/>
          <p14:tracePt t="34720" x="4005263" y="2811463"/>
          <p14:tracePt t="34736" x="4056063" y="2811463"/>
          <p14:tracePt t="34753" x="4130675" y="2811463"/>
          <p14:tracePt t="34770" x="4229100" y="2827338"/>
          <p14:tracePt t="34786" x="4362450" y="2844800"/>
          <p14:tracePt t="34803" x="4503738" y="2878138"/>
          <p14:tracePt t="34820" x="4645025" y="2911475"/>
          <p14:tracePt t="34837" x="4743450" y="2935288"/>
          <p14:tracePt t="34853" x="4794250" y="2952750"/>
          <p14:tracePt t="34870" x="4827588" y="2968625"/>
          <p14:tracePt t="34886" x="4860925" y="2968625"/>
          <p14:tracePt t="34903" x="4876800" y="2986088"/>
          <p14:tracePt t="34952" x="4892675" y="2986088"/>
          <p14:tracePt t="35036" x="4918075" y="2986088"/>
          <p14:tracePt t="35130" x="4935538" y="2986088"/>
          <p14:tracePt t="35407" x="4935538" y="3001963"/>
          <p14:tracePt t="35435" x="4918075" y="3001963"/>
          <p14:tracePt t="35485" x="4892675" y="3001963"/>
          <p14:tracePt t="35552" x="4876800" y="3001963"/>
          <p14:tracePt t="35570" x="4843463" y="3001963"/>
          <p14:tracePt t="35586" x="4827588" y="3001963"/>
          <p14:tracePt t="35603" x="4776788" y="3001963"/>
          <p14:tracePt t="35620" x="4743450" y="3001963"/>
          <p14:tracePt t="35636" x="4694238" y="3017838"/>
          <p14:tracePt t="35653" x="4603750" y="3035300"/>
          <p14:tracePt t="35670" x="4503738" y="3051175"/>
          <p14:tracePt t="35686" x="4421188" y="3051175"/>
          <p14:tracePt t="35703" x="4279900" y="3068638"/>
          <p14:tracePt t="35720" x="4179888" y="3084513"/>
          <p14:tracePt t="36485" x="4164013" y="3084513"/>
          <p14:tracePt t="36503" x="4130675" y="3084513"/>
          <p14:tracePt t="36520" x="4038600" y="3068638"/>
          <p14:tracePt t="36536" x="3922713" y="3051175"/>
          <p14:tracePt t="36553" x="3798888" y="3001963"/>
          <p14:tracePt t="36570" x="3683000" y="2986088"/>
          <p14:tracePt t="36586" x="3598863" y="2952750"/>
          <p14:tracePt t="36603" x="3541713" y="2952750"/>
          <p14:tracePt t="36620" x="3508375" y="2935288"/>
          <p14:tracePt t="36636" x="3459163" y="2935288"/>
          <p14:tracePt t="36653" x="3441700" y="2935288"/>
          <p14:tracePt t="36669" x="3408363" y="2935288"/>
          <p14:tracePt t="36686" x="3359150" y="2911475"/>
          <p14:tracePt t="36703" x="3341688" y="2911475"/>
          <p14:tracePt t="36720" x="3325813" y="2894013"/>
          <p14:tracePt t="36736" x="3284538" y="2894013"/>
          <p14:tracePt t="36753" x="3267075" y="2878138"/>
          <p14:tracePt t="36770" x="3251200" y="2878138"/>
          <p14:tracePt t="36786" x="3235325" y="2860675"/>
          <p14:tracePt t="36819" x="3217863" y="2860675"/>
          <p14:tracePt t="36989" x="3201988" y="2860675"/>
          <p14:tracePt t="37052" x="3184525" y="2860675"/>
          <p14:tracePt t="37071" x="3168650" y="2878138"/>
          <p14:tracePt t="37103" x="3135313" y="2894013"/>
          <p14:tracePt t="37120" x="3117850" y="2894013"/>
          <p14:tracePt t="37136" x="3101975" y="2911475"/>
          <p14:tracePt t="37153" x="3068638" y="2911475"/>
          <p14:tracePt t="37169" x="3052763" y="2911475"/>
          <p14:tracePt t="37186" x="3027363" y="2911475"/>
          <p14:tracePt t="39485" x="3052763" y="2911475"/>
          <p14:tracePt t="39503" x="3086100" y="2911475"/>
          <p14:tracePt t="39520" x="3101975" y="2911475"/>
          <p14:tracePt t="39536" x="3151188" y="2911475"/>
          <p14:tracePt t="39553" x="3201988" y="2911475"/>
          <p14:tracePt t="39570" x="3251200" y="2911475"/>
          <p14:tracePt t="39586" x="3325813" y="2911475"/>
          <p14:tracePt t="39603" x="3359150" y="2911475"/>
          <p14:tracePt t="39620" x="3375025" y="2911475"/>
          <p14:tracePt t="39636" x="3392488" y="2894013"/>
          <p14:tracePt t="39653" x="3425825" y="2894013"/>
          <p14:tracePt t="39670" x="3441700" y="2894013"/>
          <p14:tracePt t="39686" x="3508375" y="2860675"/>
          <p14:tracePt t="39703" x="3616325" y="2844800"/>
          <p14:tracePt t="39720" x="3716338" y="2811463"/>
          <p14:tracePt t="39736" x="3781425" y="2794000"/>
          <p14:tracePt t="39753" x="3814763" y="2794000"/>
          <p14:tracePt t="39770" x="3832225" y="2794000"/>
          <p14:tracePt t="39786" x="3856038" y="2794000"/>
          <p14:tracePt t="39803" x="3873500" y="2794000"/>
          <p14:tracePt t="39820" x="3889375" y="2794000"/>
          <p14:tracePt t="39836" x="3922713" y="2794000"/>
          <p14:tracePt t="39853" x="3956050" y="2794000"/>
          <p14:tracePt t="41977" x="3973513" y="2794000"/>
          <p14:tracePt t="41986" x="4005263" y="2778125"/>
          <p14:tracePt t="42003" x="4113213" y="2760663"/>
          <p14:tracePt t="42019" x="4279900" y="2744788"/>
          <p14:tracePt t="42036" x="4486275" y="2728913"/>
          <p14:tracePt t="42053" x="4760913" y="2711450"/>
          <p14:tracePt t="42070" x="5208588" y="2695575"/>
          <p14:tracePt t="42086" x="5805488" y="2695575"/>
          <p14:tracePt t="42103" x="6286500" y="2695575"/>
          <p14:tracePt t="42120" x="6767513" y="2695575"/>
          <p14:tracePt t="42136" x="7042150" y="2728913"/>
          <p14:tracePt t="42153" x="7273925" y="2778125"/>
          <p14:tracePt t="42170" x="7878763" y="2952750"/>
          <p14:tracePt t="42186" x="8169275" y="3035300"/>
          <p14:tracePt t="42203" x="8302625" y="3117850"/>
          <p14:tracePt t="42219" x="8393113" y="3167063"/>
          <p14:tracePt t="42236" x="8459788" y="3209925"/>
          <p14:tracePt t="42253" x="8542338" y="3259138"/>
          <p14:tracePt t="42269" x="8559800" y="3275013"/>
          <p14:tracePt t="42286" x="8575675" y="3275013"/>
          <p14:tracePt t="42303" x="8575675" y="3292475"/>
          <p14:tracePt t="42340" x="8593138" y="3292475"/>
          <p14:tracePt t="42402" x="8634413" y="3275013"/>
          <p14:tracePt t="42421" x="8667750" y="3241675"/>
          <p14:tracePt t="42435" x="8766175" y="3167063"/>
          <p14:tracePt t="42453" x="8783638" y="3151188"/>
          <p14:tracePt t="42470" x="8891588" y="3101975"/>
          <p14:tracePt t="42486" x="8924925" y="3068638"/>
          <p14:tracePt t="42503" x="8974138" y="3035300"/>
          <p14:tracePt t="42520" x="9007475" y="3017838"/>
          <p14:tracePt t="42536" x="9056688" y="2968625"/>
          <p14:tracePt t="42553" x="9105900" y="2952750"/>
          <p14:tracePt t="42571" x="9148763" y="2911475"/>
          <p14:tracePt t="42586" x="9164638" y="2911475"/>
          <p14:tracePt t="42603" x="9182100" y="2894013"/>
          <p14:tracePt t="42662" x="9164638" y="2894013"/>
          <p14:tracePt t="42670" x="9123363" y="2878138"/>
          <p14:tracePt t="42686" x="9074150" y="2860675"/>
          <p14:tracePt t="42703" x="8816975" y="2760663"/>
          <p14:tracePt t="42720" x="8716963" y="2744788"/>
          <p14:tracePt t="42736" x="8667750" y="2728913"/>
          <p14:tracePt t="42753" x="8459788" y="2678113"/>
          <p14:tracePt t="42770" x="8377238" y="2636838"/>
          <p14:tracePt t="42786" x="8302625" y="2620963"/>
          <p14:tracePt t="42803" x="8235950" y="2603500"/>
          <p14:tracePt t="42819" x="8202613" y="2603500"/>
          <p14:tracePt t="42836" x="8186738" y="2587625"/>
          <p14:tracePt t="42853" x="8169275" y="2587625"/>
          <p14:tracePt t="42885" x="8169275" y="2570163"/>
          <p14:tracePt t="42919" x="8235950" y="2554288"/>
          <p14:tracePt t="42936" x="8359775" y="2520950"/>
          <p14:tracePt t="42953" x="8509000" y="2505075"/>
          <p14:tracePt t="42970" x="8683625" y="2487613"/>
          <p14:tracePt t="42986" x="8866188" y="2471738"/>
          <p14:tracePt t="43003" x="9056688" y="2471738"/>
          <p14:tracePt t="43020" x="9264650" y="2471738"/>
          <p14:tracePt t="43036" x="9471025" y="2536825"/>
          <p14:tracePt t="43053" x="9653588" y="2603500"/>
          <p14:tracePt t="43070" x="9812338" y="2678113"/>
          <p14:tracePt t="43086" x="9861550" y="2695575"/>
          <p14:tracePt t="43103" x="9910763" y="2711450"/>
          <p14:tracePt t="43119" x="9928225" y="2728913"/>
          <p14:tracePt t="43152" x="9952038" y="2728913"/>
          <p14:tracePt t="43319" x="9910763" y="2728913"/>
          <p14:tracePt t="43336" x="9844088" y="2728913"/>
          <p14:tracePt t="43353" x="9745663" y="2728913"/>
          <p14:tracePt t="43369" x="9588500" y="2728913"/>
          <p14:tracePt t="43386" x="9437688" y="2728913"/>
          <p14:tracePt t="43403" x="9331325" y="2711450"/>
          <p14:tracePt t="43419" x="9280525" y="2711450"/>
          <p14:tracePt t="43436" x="9213850" y="2695575"/>
          <p14:tracePt t="43453" x="9164638" y="2678113"/>
          <p14:tracePt t="43470" x="9148763" y="2678113"/>
          <p14:tracePt t="43571" x="9148763" y="2654300"/>
          <p14:tracePt t="44342" x="9123363" y="2654300"/>
          <p14:tracePt t="44385" x="9105900" y="2654300"/>
          <p14:tracePt t="44419" x="9090025" y="2654300"/>
          <p14:tracePt t="44436" x="9074150" y="2654300"/>
          <p14:tracePt t="44453" x="9023350" y="2654300"/>
          <p14:tracePt t="44470" x="8956675" y="2678113"/>
          <p14:tracePt t="44486" x="8907463" y="2678113"/>
          <p14:tracePt t="44503" x="8866188" y="2678113"/>
          <p14:tracePt t="44519" x="8850313" y="2678113"/>
          <p14:tracePt t="44536" x="8832850" y="2678113"/>
          <p14:tracePt t="44962" x="8816975" y="2678113"/>
          <p14:tracePt t="44986" x="8799513" y="2678113"/>
          <p14:tracePt t="45035" x="8783638" y="2678113"/>
          <p14:tracePt t="45121" x="8766175" y="2678113"/>
          <p14:tracePt t="45137" x="8732838" y="2678113"/>
          <p14:tracePt t="45152" x="8716963" y="2654300"/>
          <p14:tracePt t="45170" x="8683625" y="2654300"/>
          <p14:tracePt t="45186" x="8593138" y="2654300"/>
          <p14:tracePt t="45203" x="8559800" y="2654300"/>
          <p14:tracePt t="45219" x="8493125" y="2654300"/>
          <p14:tracePt t="45236" x="8426450" y="2654300"/>
          <p14:tracePt t="45253" x="8359775" y="2654300"/>
          <p14:tracePt t="45270" x="8302625" y="2654300"/>
          <p14:tracePt t="45286" x="8285163" y="2654300"/>
          <p14:tracePt t="45303" x="8235950" y="2654300"/>
          <p14:tracePt t="45320" x="8169275" y="2654300"/>
          <p14:tracePt t="45336" x="8120063" y="2654300"/>
          <p14:tracePt t="45353" x="8027988" y="2636838"/>
          <p14:tracePt t="45957" x="7994650" y="2636838"/>
          <p14:tracePt t="45970" x="7962900" y="2636838"/>
          <p14:tracePt t="45986" x="7845425" y="2636838"/>
          <p14:tracePt t="46003" x="7639050" y="2636838"/>
          <p14:tracePt t="46020" x="7480300" y="2636838"/>
          <p14:tracePt t="46036" x="7299325" y="2636838"/>
          <p14:tracePt t="46053" x="7173913" y="2636838"/>
          <p14:tracePt t="46069" x="6983413" y="2636838"/>
          <p14:tracePt t="46086" x="6883400" y="2636838"/>
          <p14:tracePt t="46103" x="6818313" y="2636838"/>
          <p14:tracePt t="46119" x="6677025" y="2636838"/>
          <p14:tracePt t="46136" x="6486525" y="2636838"/>
          <p14:tracePt t="46153" x="6319838" y="2620963"/>
          <p14:tracePt t="46170" x="6270625" y="2620963"/>
          <p14:tracePt t="46186" x="6162675" y="2620963"/>
          <p14:tracePt t="46203" x="6096000" y="2620963"/>
          <p14:tracePt t="46219" x="5995988" y="2620963"/>
          <p14:tracePt t="46236" x="5905500" y="2620963"/>
          <p14:tracePt t="46253" x="5872163" y="2620963"/>
          <p14:tracePt t="46270" x="5789613" y="2620963"/>
          <p14:tracePt t="46286" x="5681663" y="2620963"/>
          <p14:tracePt t="46303" x="5614988" y="2620963"/>
          <p14:tracePt t="46319" x="5565775" y="2620963"/>
          <p14:tracePt t="46336" x="5514975" y="2620963"/>
          <p14:tracePt t="46353" x="5448300" y="2620963"/>
          <p14:tracePt t="46370" x="5391150" y="2620963"/>
          <p14:tracePt t="46386" x="5357813" y="2620963"/>
          <p14:tracePt t="46403" x="5324475" y="2620963"/>
          <p14:tracePt t="46419" x="5291138" y="2620963"/>
          <p14:tracePt t="46436" x="5275263" y="2620963"/>
          <p14:tracePt t="49003" x="5241925" y="2620963"/>
          <p14:tracePt t="49020" x="5175250" y="2620963"/>
          <p14:tracePt t="49036" x="5100638" y="2636838"/>
          <p14:tracePt t="49053" x="5051425" y="2654300"/>
          <p14:tracePt t="49069" x="4967288" y="2678113"/>
          <p14:tracePt t="49086" x="4918075" y="2678113"/>
          <p14:tracePt t="49103" x="4843463" y="2678113"/>
          <p14:tracePt t="49120" x="4760913" y="2695575"/>
          <p14:tracePt t="49136" x="4711700" y="2695575"/>
          <p14:tracePt t="49153" x="4660900" y="2711450"/>
          <p14:tracePt t="49169" x="4619625" y="2711450"/>
          <p14:tracePt t="49186" x="4603750" y="2711450"/>
          <p14:tracePt t="49219" x="4586288" y="2711450"/>
          <p14:tracePt t="49236" x="4570413" y="2711450"/>
          <p14:tracePt t="49269" x="4552950" y="2728913"/>
          <p14:tracePt t="49985" x="4537075" y="2728913"/>
          <p14:tracePt t="50035" x="4519613" y="2728913"/>
          <p14:tracePt t="50053" x="4503738" y="2728913"/>
          <p14:tracePt t="50070" x="4486275" y="2728913"/>
          <p14:tracePt t="50086" x="4470400" y="2744788"/>
          <p14:tracePt t="50103" x="4454525" y="2744788"/>
          <p14:tracePt t="50119" x="4421188" y="2744788"/>
          <p14:tracePt t="50136" x="4387850" y="2744788"/>
          <p14:tracePt t="50153" x="4329113" y="2744788"/>
          <p14:tracePt t="50169" x="4313238" y="2744788"/>
          <p14:tracePt t="50186" x="4279900" y="2744788"/>
          <p14:tracePt t="50203" x="4262438" y="2728913"/>
          <p14:tracePt t="50220" x="4213225" y="2728913"/>
          <p14:tracePt t="50252" x="4197350" y="2728913"/>
          <p14:tracePt t="50270" x="4179888" y="2728913"/>
          <p14:tracePt t="50286" x="4130675" y="2728913"/>
          <p14:tracePt t="50303" x="4089400" y="2728913"/>
          <p14:tracePt t="50319" x="4038600" y="2760663"/>
          <p14:tracePt t="50336" x="3989388" y="2794000"/>
          <p14:tracePt t="50353" x="3906838" y="2860675"/>
          <p14:tracePt t="50369" x="3798888" y="2968625"/>
          <p14:tracePt t="50386" x="3716338" y="3084513"/>
          <p14:tracePt t="50403" x="3616325" y="3209925"/>
          <p14:tracePt t="50419" x="3492500" y="3390900"/>
          <p14:tracePt t="50436" x="3459163" y="3433763"/>
          <p14:tracePt t="50742" x="3425825" y="3433763"/>
          <p14:tracePt t="50754" x="3341688" y="3433763"/>
          <p14:tracePt t="50769" x="3251200" y="3433763"/>
          <p14:tracePt t="50786" x="3068638" y="3449638"/>
          <p14:tracePt t="50803" x="2978150" y="3449638"/>
          <p14:tracePt t="50819" x="2795588" y="3482975"/>
          <p14:tracePt t="50837" x="2497138" y="3498850"/>
          <p14:tracePt t="50853" x="2281238" y="3516313"/>
          <p14:tracePt t="50870" x="2090738" y="3532188"/>
          <p14:tracePt t="50886" x="1931988" y="3565525"/>
          <p14:tracePt t="50903" x="1816100" y="3598863"/>
          <p14:tracePt t="50920" x="1692275" y="3632200"/>
          <p14:tracePt t="50936" x="1592263" y="3665538"/>
          <p14:tracePt t="50953" x="1492250" y="3706813"/>
          <p14:tracePt t="50970" x="1435100" y="3706813"/>
          <p14:tracePt t="51402" x="1417638" y="3722688"/>
          <p14:tracePt t="51420" x="1401763" y="3756025"/>
          <p14:tracePt t="51436" x="1352550" y="3806825"/>
          <p14:tracePt t="51453" x="1301750" y="3856038"/>
          <p14:tracePt t="51470" x="1268413" y="3905250"/>
          <p14:tracePt t="51486" x="1219200" y="3997325"/>
          <p14:tracePt t="51503" x="1160463" y="4064000"/>
          <p14:tracePt t="51519" x="1144588" y="4113213"/>
          <p14:tracePt t="51536" x="1111250" y="4162425"/>
          <p14:tracePt t="51553" x="1077913" y="4237038"/>
          <p14:tracePt t="51570" x="1062038" y="4303713"/>
          <p14:tracePt t="51586" x="1044575" y="4352925"/>
          <p14:tracePt t="51603" x="1044575" y="4370388"/>
          <p14:tracePt t="51620" x="1044575" y="4403725"/>
          <p14:tracePt t="51636" x="1044575" y="4460875"/>
          <p14:tracePt t="51653" x="1062038" y="4494213"/>
          <p14:tracePt t="51669" x="1095375" y="4527550"/>
          <p14:tracePt t="51686" x="1111250" y="4545013"/>
          <p14:tracePt t="52785" x="1111250" y="4494213"/>
          <p14:tracePt t="52803" x="1177925" y="4419600"/>
          <p14:tracePt t="52819" x="1335088" y="4254500"/>
          <p14:tracePt t="52836" x="1492250" y="4097338"/>
          <p14:tracePt t="52853" x="1592263" y="3979863"/>
          <p14:tracePt t="52870" x="1708150" y="3856038"/>
          <p14:tracePt t="52886" x="1833563" y="3773488"/>
          <p14:tracePt t="52903" x="1898650" y="3722688"/>
          <p14:tracePt t="52919" x="2024063" y="3632200"/>
          <p14:tracePt t="52936" x="2222500" y="3516313"/>
          <p14:tracePt t="52953" x="2554288" y="3325813"/>
          <p14:tracePt t="52969" x="2828925" y="3167063"/>
          <p14:tracePt t="52986" x="3086100" y="3001963"/>
          <p14:tracePt t="53003" x="3201988" y="2935288"/>
          <p14:tracePt t="53019" x="3300413" y="2860675"/>
          <p14:tracePt t="53036" x="3392488" y="2827338"/>
          <p14:tracePt t="53053" x="3425825" y="2794000"/>
          <p14:tracePt t="53070" x="3459163" y="2794000"/>
          <p14:tracePt t="53086" x="3475038" y="2760663"/>
          <p14:tracePt t="53103" x="3524250" y="2744788"/>
          <p14:tracePt t="53120" x="3541713" y="2728913"/>
          <p14:tracePt t="53136" x="3557588" y="2728913"/>
          <p14:tracePt t="53153" x="3582988" y="2711450"/>
          <p14:tracePt t="53185" x="3598863" y="2695575"/>
          <p14:tracePt t="53203" x="3616325" y="2695575"/>
          <p14:tracePt t="53219" x="3616325" y="2678113"/>
          <p14:tracePt t="53236" x="3632200" y="2678113"/>
          <p14:tracePt t="53253" x="3649663" y="2654300"/>
          <p14:tracePt t="53269" x="3698875" y="2587625"/>
          <p14:tracePt t="53286" x="3765550" y="2536825"/>
          <p14:tracePt t="53303" x="3873500" y="2438400"/>
          <p14:tracePt t="53319" x="3940175" y="2363788"/>
          <p14:tracePt t="53336" x="4022725" y="2281238"/>
          <p14:tracePt t="53353" x="4089400" y="2214563"/>
          <p14:tracePt t="53370" x="4146550" y="2163763"/>
          <p14:tracePt t="53386" x="4213225" y="2106613"/>
          <p14:tracePt t="53403" x="4262438" y="2055813"/>
          <p14:tracePt t="53419" x="4279900" y="2039938"/>
          <p14:tracePt t="53436" x="4313238" y="2024063"/>
          <p14:tracePt t="53453" x="4313238" y="2006600"/>
          <p14:tracePt t="53485" x="4329113" y="2006600"/>
          <p14:tracePt t="53539" x="4329113" y="2024063"/>
          <p14:tracePt t="53585" x="4329113" y="2039938"/>
          <p14:tracePt t="53619" x="4329113" y="2055813"/>
          <p14:tracePt t="53636" x="4346575" y="2089150"/>
          <p14:tracePt t="53653" x="4387850" y="2122488"/>
          <p14:tracePt t="53669" x="4437063" y="2181225"/>
          <p14:tracePt t="53686" x="4486275" y="2214563"/>
          <p14:tracePt t="53703" x="4570413" y="2297113"/>
          <p14:tracePt t="53719" x="4619625" y="2346325"/>
          <p14:tracePt t="53736" x="4776788" y="2454275"/>
          <p14:tracePt t="53753" x="4860925" y="2505075"/>
          <p14:tracePt t="53769" x="4967288" y="2570163"/>
          <p14:tracePt t="53786" x="5067300" y="2636838"/>
          <p14:tracePt t="53803" x="5133975" y="2695575"/>
          <p14:tracePt t="53819" x="5192713" y="2728913"/>
          <p14:tracePt t="53836" x="5224463" y="2744788"/>
          <p14:tracePt t="53853" x="5308600" y="2794000"/>
          <p14:tracePt t="53869" x="5357813" y="2827338"/>
          <p14:tracePt t="53886" x="5424488" y="2860675"/>
          <p14:tracePt t="53903" x="5481638" y="2911475"/>
          <p14:tracePt t="53919" x="5499100" y="2935288"/>
          <p14:tracePt t="53936" x="5514975" y="2952750"/>
          <p14:tracePt t="53953" x="5532438" y="2952750"/>
          <p14:tracePt t="53985" x="5532438" y="2968625"/>
          <p14:tracePt t="54069" x="5532438" y="2952750"/>
          <p14:tracePt t="54086" x="5548313" y="2860675"/>
          <p14:tracePt t="54103" x="5630863" y="2554288"/>
          <p14:tracePt t="54119" x="5705475" y="2297113"/>
          <p14:tracePt t="54136" x="5921375" y="1576388"/>
          <p14:tracePt t="54153" x="6013450" y="1235075"/>
          <p14:tracePt t="54170" x="6162675" y="530225"/>
          <p14:tracePt t="54186" x="6178550" y="339725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B831E-F2CE-5168-C03D-6E30842E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67361-0AF8-1BAE-1E54-A40CF1B5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 구현 방법</a:t>
            </a:r>
            <a:r>
              <a:rPr lang="en-US" altLang="ko-KR" b="1" dirty="0"/>
              <a:t> – Keccak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92809D-AF44-0BAF-77A2-D1DBCADBB1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497728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b="1" dirty="0" err="1"/>
              <a:t>vpternlogq</a:t>
            </a:r>
            <a:r>
              <a:rPr lang="en-US" altLang="ko-KR" b="1" dirty="0"/>
              <a:t>: </a:t>
            </a:r>
            <a:r>
              <a:rPr lang="ko-KR" altLang="en-US" dirty="0"/>
              <a:t>논리연산 </a:t>
            </a:r>
            <a:r>
              <a:rPr lang="en-US" altLang="ko-KR" dirty="0"/>
              <a:t>3</a:t>
            </a:r>
            <a:r>
              <a:rPr lang="ko-KR" altLang="en-US" dirty="0"/>
              <a:t>개를 합친 명령어</a:t>
            </a:r>
            <a:endParaRPr lang="en-US" altLang="ko-KR" dirty="0"/>
          </a:p>
          <a:p>
            <a:pPr lvl="1">
              <a:buFont typeface="Wingdings" pitchFamily="2" charset="2"/>
              <a:buChar char="Ø"/>
            </a:pPr>
            <a:r>
              <a:rPr lang="en-US" altLang="ko-KR" dirty="0"/>
              <a:t>64bit </a:t>
            </a:r>
            <a:r>
              <a:rPr lang="ko-KR" altLang="en-US" dirty="0"/>
              <a:t>값 </a:t>
            </a:r>
            <a:r>
              <a:rPr lang="en-US" altLang="ko-KR" dirty="0"/>
              <a:t>3</a:t>
            </a:r>
            <a:r>
              <a:rPr lang="ko-KR" altLang="en-US" dirty="0"/>
              <a:t>개를 넣고</a:t>
            </a:r>
            <a:r>
              <a:rPr lang="en-US" altLang="ko-KR" dirty="0"/>
              <a:t>,</a:t>
            </a:r>
            <a:r>
              <a:rPr lang="ko-KR" altLang="en-US" dirty="0"/>
              <a:t> 원하는 </a:t>
            </a:r>
            <a:r>
              <a:rPr lang="en-US" altLang="ko-KR" dirty="0"/>
              <a:t>bit</a:t>
            </a:r>
            <a:r>
              <a:rPr lang="ko-KR" altLang="en-US" dirty="0"/>
              <a:t>연산을 한 번에 수행하는 명령어</a:t>
            </a:r>
            <a:endParaRPr lang="en-US" altLang="ko-KR" dirty="0"/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pPr lvl="1">
              <a:buFont typeface="Wingdings" pitchFamily="2" charset="2"/>
              <a:buChar char="Ø"/>
            </a:pPr>
            <a:r>
              <a:rPr lang="en-US" altLang="ko-KR" dirty="0" err="1"/>
              <a:t>tmp</a:t>
            </a:r>
            <a:r>
              <a:rPr lang="en-US" altLang="ko-KR" dirty="0"/>
              <a:t> = a ^ b</a:t>
            </a:r>
            <a:br>
              <a:rPr lang="en-US" altLang="ko-KR" dirty="0"/>
            </a:br>
            <a:r>
              <a:rPr lang="en-US" altLang="ko-KR" dirty="0" err="1"/>
              <a:t>tmp</a:t>
            </a:r>
            <a:r>
              <a:rPr lang="en-US" altLang="ko-KR" dirty="0"/>
              <a:t> = </a:t>
            </a:r>
            <a:r>
              <a:rPr lang="en-US" altLang="ko-KR" dirty="0" err="1"/>
              <a:t>tmp</a:t>
            </a:r>
            <a:r>
              <a:rPr lang="en-US" altLang="ko-KR" dirty="0"/>
              <a:t> ^ c</a:t>
            </a:r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r>
              <a:rPr lang="en-US" altLang="ko-KR" b="1" dirty="0" err="1"/>
              <a:t>vprolq</a:t>
            </a:r>
            <a:r>
              <a:rPr lang="en-US" altLang="ko-KR" b="1" dirty="0"/>
              <a:t>: </a:t>
            </a:r>
            <a:r>
              <a:rPr lang="en-US" altLang="ko-KR" dirty="0"/>
              <a:t>Rho </a:t>
            </a:r>
            <a:r>
              <a:rPr lang="ko-KR" altLang="en-US" dirty="0"/>
              <a:t>회전을 </a:t>
            </a:r>
            <a:r>
              <a:rPr lang="en-US" altLang="ko-KR" dirty="0"/>
              <a:t>1</a:t>
            </a:r>
            <a:r>
              <a:rPr lang="ko-KR" altLang="en-US" dirty="0"/>
              <a:t>번의 명령어로 처리</a:t>
            </a:r>
            <a:endParaRPr lang="en-US" altLang="ko-KR" dirty="0"/>
          </a:p>
          <a:p>
            <a:pPr lvl="1">
              <a:buFont typeface="Wingdings" pitchFamily="2" charset="2"/>
              <a:buChar char="Ø"/>
            </a:pPr>
            <a:r>
              <a:rPr lang="en" altLang="ko-KR" dirty="0"/>
              <a:t>64-bit </a:t>
            </a:r>
            <a:r>
              <a:rPr lang="ko-KR" altLang="en-US" dirty="0"/>
              <a:t>값을 왼쪽으로 </a:t>
            </a:r>
            <a:r>
              <a:rPr lang="en" altLang="ko-KR" dirty="0"/>
              <a:t>rotate</a:t>
            </a:r>
            <a:r>
              <a:rPr lang="ko-KR" altLang="en-US" dirty="0"/>
              <a:t>하는 명령어</a:t>
            </a:r>
            <a:endParaRPr lang="en-US" altLang="ko-KR" dirty="0"/>
          </a:p>
          <a:p>
            <a:pPr lvl="1">
              <a:buFont typeface="Wingdings" pitchFamily="2" charset="2"/>
              <a:buChar char="Ø"/>
            </a:pPr>
            <a:r>
              <a:rPr lang="en-US" altLang="ko-KR" b="1" dirty="0"/>
              <a:t>AVX2</a:t>
            </a:r>
          </a:p>
          <a:p>
            <a:pPr lvl="2">
              <a:buFont typeface="Wingdings" pitchFamily="2" charset="2"/>
              <a:buChar char="Ø"/>
            </a:pPr>
            <a:r>
              <a:rPr lang="en" altLang="ko-KR" dirty="0"/>
              <a:t>left  = x &lt;&lt; r</a:t>
            </a:r>
            <a:br>
              <a:rPr lang="en" altLang="ko-KR" dirty="0"/>
            </a:br>
            <a:r>
              <a:rPr lang="en" altLang="ko-KR" dirty="0"/>
              <a:t>right = x &gt;&gt; (64-r)</a:t>
            </a:r>
            <a:br>
              <a:rPr lang="en" altLang="ko-KR" dirty="0"/>
            </a:br>
            <a:r>
              <a:rPr lang="en" altLang="ko-KR" dirty="0"/>
              <a:t>rot   = left | right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ko-KR" b="1" dirty="0"/>
              <a:t>AVX512</a:t>
            </a:r>
          </a:p>
          <a:p>
            <a:pPr lvl="2">
              <a:buFont typeface="Wingdings" pitchFamily="2" charset="2"/>
              <a:buChar char="Ø"/>
            </a:pPr>
            <a:r>
              <a:rPr lang="en" altLang="ko-KR" dirty="0" err="1"/>
              <a:t>vprolq</a:t>
            </a:r>
            <a:r>
              <a:rPr lang="en" altLang="ko-KR" dirty="0"/>
              <a:t> $44, %ymm6, %ymm6 </a:t>
            </a:r>
            <a:r>
              <a:rPr lang="en" altLang="ko-KR" dirty="0">
                <a:sym typeface="Wingdings" pitchFamily="2" charset="2"/>
              </a:rPr>
              <a:t> </a:t>
            </a:r>
            <a:r>
              <a:rPr lang="ko-KR" altLang="en-US" dirty="0">
                <a:sym typeface="Wingdings" pitchFamily="2" charset="2"/>
              </a:rPr>
              <a:t>명령어 </a:t>
            </a:r>
            <a:r>
              <a:rPr lang="en-US" altLang="ko-KR" dirty="0">
                <a:sym typeface="Wingdings" pitchFamily="2" charset="2"/>
              </a:rPr>
              <a:t>1</a:t>
            </a:r>
            <a:r>
              <a:rPr lang="ko-KR" altLang="en-US" dirty="0">
                <a:sym typeface="Wingdings" pitchFamily="2" charset="2"/>
              </a:rPr>
              <a:t>개로 해결</a:t>
            </a:r>
            <a:endParaRPr lang="en-US" altLang="ko-KR" dirty="0">
              <a:sym typeface="Wingdings" pitchFamily="2" charset="2"/>
            </a:endParaRPr>
          </a:p>
          <a:p>
            <a:pPr lvl="2">
              <a:buFont typeface="Wingdings" pitchFamily="2" charset="2"/>
              <a:buChar char="Ø"/>
            </a:pPr>
            <a:r>
              <a:rPr lang="en" altLang="ko-KR" b="1" dirty="0">
                <a:highlight>
                  <a:srgbClr val="FFFF00"/>
                </a:highlight>
              </a:rPr>
              <a:t>AVX2</a:t>
            </a:r>
            <a:r>
              <a:rPr lang="ko-KR" altLang="en-US" b="1" dirty="0">
                <a:highlight>
                  <a:srgbClr val="FFFF00"/>
                </a:highlight>
              </a:rPr>
              <a:t>의 </a:t>
            </a:r>
            <a:r>
              <a:rPr lang="en" altLang="ko-KR" b="1" dirty="0">
                <a:highlight>
                  <a:srgbClr val="FFFF00"/>
                </a:highlight>
              </a:rPr>
              <a:t>shift-left + shift-right + OR </a:t>
            </a:r>
            <a:r>
              <a:rPr lang="ko-KR" altLang="en-US" b="1" dirty="0">
                <a:highlight>
                  <a:srgbClr val="FFFF00"/>
                </a:highlight>
              </a:rPr>
              <a:t>조합을 대체한다</a:t>
            </a:r>
            <a:r>
              <a:rPr lang="en-US" altLang="ko-KR" b="1" dirty="0">
                <a:highlight>
                  <a:srgbClr val="FFFF00"/>
                </a:highlight>
              </a:rPr>
              <a:t>.</a:t>
            </a:r>
            <a:br>
              <a:rPr lang="en" altLang="ko-KR" dirty="0"/>
            </a:br>
            <a:endParaRPr lang="ko-KR" altLang="en-US" dirty="0"/>
          </a:p>
          <a:p>
            <a:endParaRPr lang="en-US" altLang="ko-KR" dirty="0"/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48CF928-F6D5-1153-D1C3-8106450A5F67}"/>
              </a:ext>
            </a:extLst>
          </p:cNvPr>
          <p:cNvCxnSpPr/>
          <p:nvPr/>
        </p:nvCxnSpPr>
        <p:spPr>
          <a:xfrm>
            <a:off x="3185503" y="2528169"/>
            <a:ext cx="5414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1F02C58-1581-D3E2-4A3A-A2D3BDFE535A}"/>
              </a:ext>
            </a:extLst>
          </p:cNvPr>
          <p:cNvSpPr txBox="1"/>
          <p:nvPr/>
        </p:nvSpPr>
        <p:spPr>
          <a:xfrm>
            <a:off x="3849991" y="2343503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tmp</a:t>
            </a:r>
            <a:r>
              <a:rPr lang="en-US" altLang="ko-KR" dirty="0"/>
              <a:t> = a ^ b ^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F8015-05BB-1CC7-2138-51B698DEA268}"/>
              </a:ext>
            </a:extLst>
          </p:cNvPr>
          <p:cNvSpPr txBox="1"/>
          <p:nvPr/>
        </p:nvSpPr>
        <p:spPr>
          <a:xfrm>
            <a:off x="9450642" y="1514490"/>
            <a:ext cx="18790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/>
              <a:t>a ^ b ^ c</a:t>
            </a:r>
          </a:p>
          <a:p>
            <a:r>
              <a:rPr kumimoji="1" lang="en" altLang="ko-KR" dirty="0"/>
              <a:t>a &amp; b</a:t>
            </a:r>
          </a:p>
          <a:p>
            <a:r>
              <a:rPr kumimoji="1" lang="en" altLang="ko-KR" dirty="0"/>
              <a:t>a | b</a:t>
            </a:r>
          </a:p>
          <a:p>
            <a:r>
              <a:rPr kumimoji="1" lang="en" altLang="ko-KR" dirty="0"/>
              <a:t>a ^ ((~b) &amp; c)</a:t>
            </a:r>
          </a:p>
          <a:p>
            <a:r>
              <a:rPr kumimoji="1" lang="en" altLang="ko-KR" dirty="0"/>
              <a:t>(a &amp; b) | (~a &amp; c)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056A4-9276-7E5C-8D61-04F5DD3C0839}"/>
              </a:ext>
            </a:extLst>
          </p:cNvPr>
          <p:cNvSpPr txBox="1"/>
          <p:nvPr/>
        </p:nvSpPr>
        <p:spPr>
          <a:xfrm>
            <a:off x="9450642" y="1147209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가능한 연산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03C218C-1958-2853-8E09-15DBA3426D3E}"/>
              </a:ext>
            </a:extLst>
          </p:cNvPr>
          <p:cNvSpPr/>
          <p:nvPr/>
        </p:nvSpPr>
        <p:spPr>
          <a:xfrm>
            <a:off x="9431091" y="1514490"/>
            <a:ext cx="1918141" cy="15879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pic>
        <p:nvPicPr>
          <p:cNvPr id="21" name="오디오 20">
            <a:extLst>
              <a:ext uri="{FF2B5EF4-FFF2-40B4-BE49-F238E27FC236}">
                <a16:creationId xmlns:a16="http://schemas.microsoft.com/office/drawing/2014/main" id="{1CB321AB-C26E-A8F8-0FD4-30315335DC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8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298"/>
    </mc:Choice>
    <mc:Fallback>
      <p:transition spd="slow" advTm="8029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" x="1965325" y="4064000"/>
          <p14:tracePt t="36" x="1965325" y="4079875"/>
          <p14:tracePt t="54" x="1982788" y="4079875"/>
          <p14:tracePt t="102" x="2006600" y="4079875"/>
          <p14:tracePt t="119" x="2006600" y="4064000"/>
          <p14:tracePt t="136" x="2024063" y="4046538"/>
          <p14:tracePt t="152" x="2057400" y="4030663"/>
          <p14:tracePt t="169" x="2139950" y="3922713"/>
          <p14:tracePt t="186" x="2206625" y="3871913"/>
          <p14:tracePt t="202" x="2281238" y="3806825"/>
          <p14:tracePt t="219" x="2297113" y="3789363"/>
          <p14:tracePt t="236" x="2347913" y="3740150"/>
          <p14:tracePt t="252" x="2379663" y="3706813"/>
          <p14:tracePt t="319" x="2363788" y="3722688"/>
          <p14:tracePt t="336" x="2297113" y="3773488"/>
          <p14:tracePt t="352" x="2263775" y="3806825"/>
          <p14:tracePt t="369" x="2206625" y="3840163"/>
          <p14:tracePt t="386" x="2189163" y="3871913"/>
          <p14:tracePt t="402" x="2173288" y="3871913"/>
          <p14:tracePt t="502" x="2189163" y="3840163"/>
          <p14:tracePt t="519" x="2206625" y="3822700"/>
          <p14:tracePt t="536" x="2222500" y="3789363"/>
          <p14:tracePt t="552" x="2239963" y="3773488"/>
          <p14:tracePt t="569" x="2239963" y="3756025"/>
          <p14:tracePt t="586" x="2263775" y="3722688"/>
          <p14:tracePt t="602" x="2263775" y="3706813"/>
          <p14:tracePt t="619" x="2263775" y="3632200"/>
          <p14:tracePt t="636" x="2281238" y="3598863"/>
          <p14:tracePt t="652" x="2281238" y="3498850"/>
          <p14:tracePt t="669" x="2281238" y="3375025"/>
          <p14:tracePt t="685" x="2297113" y="3308350"/>
          <p14:tracePt t="702" x="2297113" y="3151188"/>
          <p14:tracePt t="719" x="2314575" y="3084513"/>
          <p14:tracePt t="736" x="2330450" y="2952750"/>
          <p14:tracePt t="752" x="2330450" y="2860675"/>
          <p14:tracePt t="769" x="2330450" y="2827338"/>
          <p14:tracePt t="786" x="2330450" y="2811463"/>
          <p14:tracePt t="802" x="2330450" y="2794000"/>
          <p14:tracePt t="819" x="2330450" y="2778125"/>
          <p14:tracePt t="918" x="2330450" y="2794000"/>
          <p14:tracePt t="5136" x="2330450" y="2760663"/>
          <p14:tracePt t="5153" x="2347913" y="2695575"/>
          <p14:tracePt t="5169" x="2363788" y="2554288"/>
          <p14:tracePt t="5185" x="2363788" y="2438400"/>
          <p14:tracePt t="5202" x="2379663" y="2312988"/>
          <p14:tracePt t="5218" x="2379663" y="2281238"/>
          <p14:tracePt t="5235" x="2379663" y="2230438"/>
          <p14:tracePt t="5252" x="2379663" y="2214563"/>
          <p14:tracePt t="5269" x="2379663" y="2139950"/>
          <p14:tracePt t="5285" x="2363788" y="2055813"/>
          <p14:tracePt t="5302" x="2330450" y="2024063"/>
          <p14:tracePt t="5318" x="2281238" y="1924050"/>
          <p14:tracePt t="5335" x="2222500" y="1849438"/>
          <p14:tracePt t="5352" x="2206625" y="1831975"/>
          <p14:tracePt t="5369" x="2155825" y="1766888"/>
          <p14:tracePt t="5385" x="2139950" y="1733550"/>
          <p14:tracePt t="5402" x="2106613" y="1716088"/>
          <p14:tracePt t="5419" x="2090738" y="1700213"/>
          <p14:tracePt t="5468" x="2073275" y="1700213"/>
          <p14:tracePt t="5485" x="2057400" y="1682750"/>
          <p14:tracePt t="5502" x="2039938" y="1666875"/>
          <p14:tracePt t="5519" x="2006600" y="1641475"/>
          <p14:tracePt t="5535" x="1931988" y="1576388"/>
          <p14:tracePt t="5552" x="1916113" y="1558925"/>
          <p14:tracePt t="5569" x="1849438" y="1509713"/>
          <p14:tracePt t="5585" x="1833563" y="1492250"/>
          <p14:tracePt t="5602" x="1800225" y="1458913"/>
          <p14:tracePt t="5618" x="1782763" y="1458913"/>
          <p14:tracePt t="5635" x="1782763" y="1443038"/>
          <p14:tracePt t="5934" x="1782763" y="1458913"/>
          <p14:tracePt t="5984" x="1782763" y="1476375"/>
          <p14:tracePt t="6917" x="1800225" y="1476375"/>
          <p14:tracePt t="7018" x="1816100" y="1476375"/>
          <p14:tracePt t="7068" x="1833563" y="1492250"/>
          <p14:tracePt t="7085" x="1849438" y="1492250"/>
          <p14:tracePt t="7118" x="1882775" y="1509713"/>
          <p14:tracePt t="7151" x="1898650" y="1525588"/>
          <p14:tracePt t="7184" x="1931988" y="1525588"/>
          <p14:tracePt t="7202" x="1931988" y="1543050"/>
          <p14:tracePt t="7234" x="1949450" y="1543050"/>
          <p14:tracePt t="7268" x="1965325" y="1543050"/>
          <p14:tracePt t="7301" x="2006600" y="1543050"/>
          <p14:tracePt t="7318" x="2024063" y="1543050"/>
          <p14:tracePt t="7335" x="2024063" y="1558925"/>
          <p14:tracePt t="7352" x="2073275" y="1558925"/>
          <p14:tracePt t="7369" x="2090738" y="1558925"/>
          <p14:tracePt t="7385" x="2122488" y="1558925"/>
          <p14:tracePt t="7402" x="2173288" y="1576388"/>
          <p14:tracePt t="7418" x="2189163" y="1576388"/>
          <p14:tracePt t="7435" x="2239963" y="1576388"/>
          <p14:tracePt t="7452" x="2263775" y="1576388"/>
          <p14:tracePt t="7468" x="2297113" y="1576388"/>
          <p14:tracePt t="7485" x="2314575" y="1592263"/>
          <p14:tracePt t="7502" x="2330450" y="1592263"/>
          <p14:tracePt t="7518" x="2347913" y="1592263"/>
          <p14:tracePt t="7535" x="2363788" y="1592263"/>
          <p14:tracePt t="7601" x="2379663" y="1592263"/>
          <p14:tracePt t="8014" x="2379663" y="1608138"/>
          <p14:tracePt t="8035" x="2363788" y="1608138"/>
          <p14:tracePt t="8052" x="2363788" y="1625600"/>
          <p14:tracePt t="8084" x="2347913" y="1641475"/>
          <p14:tracePt t="8102" x="2330450" y="1641475"/>
          <p14:tracePt t="8119" x="2314575" y="1666875"/>
          <p14:tracePt t="8151" x="2281238" y="1682750"/>
          <p14:tracePt t="8168" x="2239963" y="1682750"/>
          <p14:tracePt t="8185" x="2222500" y="1682750"/>
          <p14:tracePt t="8202" x="2139950" y="1716088"/>
          <p14:tracePt t="8218" x="2073275" y="1733550"/>
          <p14:tracePt t="8235" x="1965325" y="1766888"/>
          <p14:tracePt t="8252" x="1931988" y="1782763"/>
          <p14:tracePt t="8269" x="1849438" y="1800225"/>
          <p14:tracePt t="8285" x="1816100" y="1816100"/>
          <p14:tracePt t="8302" x="1782763" y="1816100"/>
          <p14:tracePt t="8318" x="1733550" y="1831975"/>
          <p14:tracePt t="8335" x="1708150" y="1831975"/>
          <p14:tracePt t="8352" x="1658938" y="1849438"/>
          <p14:tracePt t="8368" x="1641475" y="1849438"/>
          <p14:tracePt t="8385" x="1625600" y="1865313"/>
          <p14:tracePt t="8402" x="1592263" y="1865313"/>
          <p14:tracePt t="8418" x="1576388" y="1865313"/>
          <p14:tracePt t="8435" x="1558925" y="1882775"/>
          <p14:tracePt t="8468" x="1543050" y="1882775"/>
          <p14:tracePt t="8485" x="1525588" y="1882775"/>
          <p14:tracePt t="8518" x="1509713" y="1882775"/>
          <p14:tracePt t="8535" x="1492250" y="1882775"/>
          <p14:tracePt t="8618" x="1492250" y="1865313"/>
          <p14:tracePt t="8651" x="1509713" y="1849438"/>
          <p14:tracePt t="9062" x="1525588" y="1849438"/>
          <p14:tracePt t="9074" x="1543050" y="1849438"/>
          <p14:tracePt t="9086" x="1558925" y="1849438"/>
          <p14:tracePt t="9102" x="1576388" y="1849438"/>
          <p14:tracePt t="9119" x="1592263" y="1849438"/>
          <p14:tracePt t="9135" x="1609725" y="1865313"/>
          <p14:tracePt t="9152" x="1625600" y="1865313"/>
          <p14:tracePt t="9168" x="1641475" y="1865313"/>
          <p14:tracePt t="9185" x="1674813" y="1865313"/>
          <p14:tracePt t="9202" x="1692275" y="1865313"/>
          <p14:tracePt t="9219" x="1749425" y="1865313"/>
          <p14:tracePt t="9235" x="1833563" y="1865313"/>
          <p14:tracePt t="9252" x="1882775" y="1865313"/>
          <p14:tracePt t="9268" x="1949450" y="1865313"/>
          <p14:tracePt t="9285" x="2006600" y="1865313"/>
          <p14:tracePt t="9302" x="2039938" y="1865313"/>
          <p14:tracePt t="9318" x="2057400" y="1882775"/>
          <p14:tracePt t="9335" x="2073275" y="1882775"/>
          <p14:tracePt t="9352" x="2106613" y="1882775"/>
          <p14:tracePt t="9368" x="2122488" y="1882775"/>
          <p14:tracePt t="9385" x="2155825" y="1882775"/>
          <p14:tracePt t="9402" x="2206625" y="1898650"/>
          <p14:tracePt t="9418" x="2263775" y="1898650"/>
          <p14:tracePt t="9435" x="2314575" y="1924050"/>
          <p14:tracePt t="9452" x="2397125" y="1939925"/>
          <p14:tracePt t="9468" x="2479675" y="1939925"/>
          <p14:tracePt t="9485" x="2571750" y="1973263"/>
          <p14:tracePt t="9502" x="2636838" y="2006600"/>
          <p14:tracePt t="9519" x="2703513" y="2024063"/>
          <p14:tracePt t="9535" x="2754313" y="2039938"/>
          <p14:tracePt t="9552" x="2795588" y="2055813"/>
          <p14:tracePt t="9568" x="2811463" y="2073275"/>
          <p14:tracePt t="9618" x="2828925" y="2073275"/>
          <p14:tracePt t="10008" x="2828925" y="2055813"/>
          <p14:tracePt t="10101" x="2844800" y="2055813"/>
          <p14:tracePt t="10134" x="2860675" y="2039938"/>
          <p14:tracePt t="10152" x="2878138" y="2039938"/>
          <p14:tracePt t="10184" x="2911475" y="2039938"/>
          <p14:tracePt t="10202" x="2944813" y="2039938"/>
          <p14:tracePt t="10218" x="2960688" y="2039938"/>
          <p14:tracePt t="10235" x="3027363" y="2039938"/>
          <p14:tracePt t="10252" x="3101975" y="2039938"/>
          <p14:tracePt t="10269" x="3184525" y="2039938"/>
          <p14:tracePt t="10285" x="3235325" y="2039938"/>
          <p14:tracePt t="10302" x="3300413" y="2055813"/>
          <p14:tracePt t="10319" x="3375025" y="2073275"/>
          <p14:tracePt t="10335" x="3425825" y="2073275"/>
          <p14:tracePt t="10352" x="3459163" y="2073275"/>
          <p14:tracePt t="10368" x="3475038" y="2073275"/>
          <p14:tracePt t="10385" x="3492500" y="2073275"/>
          <p14:tracePt t="10402" x="3508375" y="2073275"/>
          <p14:tracePt t="10418" x="3524250" y="2073275"/>
          <p14:tracePt t="11035" x="3557588" y="2073275"/>
          <p14:tracePt t="11052" x="3632200" y="2055813"/>
          <p14:tracePt t="11069" x="3748088" y="2024063"/>
          <p14:tracePt t="11085" x="4056063" y="1939925"/>
          <p14:tracePt t="11102" x="4279900" y="1882775"/>
          <p14:tracePt t="11118" x="4329113" y="1865313"/>
          <p14:tracePt t="11135" x="4437063" y="1849438"/>
          <p14:tracePt t="11152" x="4552950" y="1831975"/>
          <p14:tracePt t="11168" x="4586288" y="1816100"/>
          <p14:tracePt t="11185" x="4619625" y="1816100"/>
          <p14:tracePt t="11218" x="4645025" y="1816100"/>
          <p14:tracePt t="11590" x="4645025" y="1831975"/>
          <p14:tracePt t="11618" x="4660900" y="1831975"/>
          <p14:tracePt t="11635" x="4694238" y="1849438"/>
          <p14:tracePt t="11652" x="4711700" y="1849438"/>
          <p14:tracePt t="11668" x="4727575" y="1865313"/>
          <p14:tracePt t="11686" x="4743450" y="1882775"/>
          <p14:tracePt t="11702" x="4776788" y="1882775"/>
          <p14:tracePt t="11718" x="4794250" y="1898650"/>
          <p14:tracePt t="11735" x="4843463" y="1924050"/>
          <p14:tracePt t="11752" x="4876800" y="1939925"/>
          <p14:tracePt t="11769" x="4892675" y="1939925"/>
          <p14:tracePt t="11785" x="4918075" y="1939925"/>
          <p14:tracePt t="11802" x="4935538" y="1957388"/>
          <p14:tracePt t="11819" x="4967288" y="1957388"/>
          <p14:tracePt t="11835" x="4984750" y="1957388"/>
          <p14:tracePt t="11852" x="5033963" y="1957388"/>
          <p14:tracePt t="11868" x="5084763" y="1957388"/>
          <p14:tracePt t="11885" x="5224463" y="1939925"/>
          <p14:tracePt t="11902" x="5308600" y="1939925"/>
          <p14:tracePt t="12279" x="5324475" y="1939925"/>
          <p14:tracePt t="12287" x="5357813" y="1939925"/>
          <p14:tracePt t="12302" x="5407025" y="1939925"/>
          <p14:tracePt t="12318" x="5448300" y="1939925"/>
          <p14:tracePt t="12335" x="5548313" y="1939925"/>
          <p14:tracePt t="12352" x="5630863" y="1939925"/>
          <p14:tracePt t="12368" x="5756275" y="1939925"/>
          <p14:tracePt t="12385" x="5854700" y="1939925"/>
          <p14:tracePt t="12402" x="5995988" y="1939925"/>
          <p14:tracePt t="12418" x="6062663" y="1939925"/>
          <p14:tracePt t="12435" x="6178550" y="1939925"/>
          <p14:tracePt t="12452" x="6237288" y="1939925"/>
          <p14:tracePt t="12468" x="6319838" y="1939925"/>
          <p14:tracePt t="12485" x="6369050" y="1939925"/>
          <p14:tracePt t="12502" x="6386513" y="1939925"/>
          <p14:tracePt t="12518" x="6402388" y="1957388"/>
          <p14:tracePt t="12576" x="6419850" y="1957388"/>
          <p14:tracePt t="13085" x="6486525" y="1939925"/>
          <p14:tracePt t="13102" x="6577013" y="1939925"/>
          <p14:tracePt t="13118" x="6800850" y="1865313"/>
          <p14:tracePt t="13135" x="6867525" y="1865313"/>
          <p14:tracePt t="13152" x="7042150" y="1831975"/>
          <p14:tracePt t="13168" x="7207250" y="1816100"/>
          <p14:tracePt t="13185" x="7315200" y="1800225"/>
          <p14:tracePt t="13202" x="7381875" y="1800225"/>
          <p14:tracePt t="13218" x="7397750" y="1800225"/>
          <p14:tracePt t="13235" x="7431088" y="1800225"/>
          <p14:tracePt t="13268" x="7448550" y="1800225"/>
          <p14:tracePt t="13285" x="7464425" y="1800225"/>
          <p14:tracePt t="13302" x="7480300" y="1800225"/>
          <p14:tracePt t="13335" x="7497763" y="1800225"/>
          <p14:tracePt t="13352" x="7513638" y="1800225"/>
          <p14:tracePt t="13368" x="7531100" y="1800225"/>
          <p14:tracePt t="13385" x="7572375" y="1800225"/>
          <p14:tracePt t="13402" x="7588250" y="1800225"/>
          <p14:tracePt t="13418" x="7621588" y="1800225"/>
          <p14:tracePt t="13435" x="7639050" y="1800225"/>
          <p14:tracePt t="13468" x="7654925" y="1800225"/>
          <p14:tracePt t="13501" x="7654925" y="1816100"/>
          <p14:tracePt t="14452" x="7639050" y="1816100"/>
          <p14:tracePt t="14469" x="7605713" y="1816100"/>
          <p14:tracePt t="14485" x="7572375" y="1816100"/>
          <p14:tracePt t="14502" x="7415213" y="1816100"/>
          <p14:tracePt t="14518" x="7299325" y="1831975"/>
          <p14:tracePt t="14535" x="7173913" y="1849438"/>
          <p14:tracePt t="14552" x="7124700" y="1865313"/>
          <p14:tracePt t="14568" x="7058025" y="1865313"/>
          <p14:tracePt t="14585" x="7016750" y="1865313"/>
          <p14:tracePt t="14602" x="6999288" y="1865313"/>
          <p14:tracePt t="14618" x="6983413" y="1865313"/>
          <p14:tracePt t="14635" x="6967538" y="1865313"/>
          <p14:tracePt t="14686" x="6950075" y="1865313"/>
          <p14:tracePt t="14834" x="6934200" y="1865313"/>
          <p14:tracePt t="14868" x="6916738" y="1865313"/>
          <p14:tracePt t="14885" x="6900863" y="1865313"/>
          <p14:tracePt t="14902" x="6867525" y="1865313"/>
          <p14:tracePt t="14918" x="6818313" y="1865313"/>
          <p14:tracePt t="14935" x="6743700" y="1865313"/>
          <p14:tracePt t="14952" x="6726238" y="1865313"/>
          <p14:tracePt t="14968" x="6659563" y="1865313"/>
          <p14:tracePt t="14985" x="6610350" y="1865313"/>
          <p14:tracePt t="15002" x="6527800" y="1865313"/>
          <p14:tracePt t="15018" x="6435725" y="1865313"/>
          <p14:tracePt t="15035" x="6369050" y="1865313"/>
          <p14:tracePt t="15052" x="6303963" y="1865313"/>
          <p14:tracePt t="15068" x="6253163" y="1865313"/>
          <p14:tracePt t="15085" x="6211888" y="1865313"/>
          <p14:tracePt t="15102" x="6178550" y="1865313"/>
          <p14:tracePt t="15118" x="6162675" y="1865313"/>
          <p14:tracePt t="15135" x="6145213" y="1865313"/>
          <p14:tracePt t="15168" x="6129338" y="1865313"/>
          <p14:tracePt t="15610" x="6111875" y="1865313"/>
          <p14:tracePt t="15619" x="6096000" y="1865313"/>
          <p14:tracePt t="15635" x="6062663" y="1865313"/>
          <p14:tracePt t="15652" x="5954713" y="1865313"/>
          <p14:tracePt t="15668" x="5854700" y="1882775"/>
          <p14:tracePt t="15686" x="5756275" y="1882775"/>
          <p14:tracePt t="15702" x="5681663" y="1882775"/>
          <p14:tracePt t="15718" x="5599113" y="1882775"/>
          <p14:tracePt t="15735" x="5548313" y="1882775"/>
          <p14:tracePt t="15752" x="5465763" y="1882775"/>
          <p14:tracePt t="15769" x="5407025" y="1882775"/>
          <p14:tracePt t="15785" x="5308600" y="1882775"/>
          <p14:tracePt t="15801" x="5257800" y="1882775"/>
          <p14:tracePt t="15818" x="5175250" y="1882775"/>
          <p14:tracePt t="15835" x="5084763" y="1882775"/>
          <p14:tracePt t="15852" x="5000625" y="1882775"/>
          <p14:tracePt t="15868" x="4967288" y="1882775"/>
          <p14:tracePt t="15885" x="4860925" y="1882775"/>
          <p14:tracePt t="15902" x="4794250" y="1882775"/>
          <p14:tracePt t="15918" x="4645025" y="1882775"/>
          <p14:tracePt t="15935" x="4552950" y="1865313"/>
          <p14:tracePt t="15952" x="4421188" y="1849438"/>
          <p14:tracePt t="15968" x="4329113" y="1831975"/>
          <p14:tracePt t="15985" x="4246563" y="1816100"/>
          <p14:tracePt t="16344" x="4229100" y="1816100"/>
          <p14:tracePt t="16356" x="4179888" y="1816100"/>
          <p14:tracePt t="16368" x="4146550" y="1831975"/>
          <p14:tracePt t="16385" x="4113213" y="1831975"/>
          <p14:tracePt t="16402" x="4038600" y="1849438"/>
          <p14:tracePt t="16418" x="3940175" y="1865313"/>
          <p14:tracePt t="16435" x="3889375" y="1882775"/>
          <p14:tracePt t="16452" x="3814763" y="1898650"/>
          <p14:tracePt t="16468" x="3732213" y="1939925"/>
          <p14:tracePt t="16485" x="3683000" y="1939925"/>
          <p14:tracePt t="16502" x="3632200" y="1957388"/>
          <p14:tracePt t="16518" x="3598863" y="1957388"/>
          <p14:tracePt t="16535" x="3541713" y="1957388"/>
          <p14:tracePt t="16552" x="3492500" y="1973263"/>
          <p14:tracePt t="16569" x="3475038" y="1973263"/>
          <p14:tracePt t="16585" x="3425825" y="1973263"/>
          <p14:tracePt t="16601" x="3392488" y="1990725"/>
          <p14:tracePt t="16618" x="3359150" y="1990725"/>
          <p14:tracePt t="16635" x="3325813" y="1990725"/>
          <p14:tracePt t="16652" x="3300413" y="2006600"/>
          <p14:tracePt t="16668" x="3284538" y="2006600"/>
          <p14:tracePt t="16686" x="3251200" y="2006600"/>
          <p14:tracePt t="16718" x="3235325" y="2024063"/>
          <p14:tracePt t="16735" x="3217863" y="2024063"/>
          <p14:tracePt t="16752" x="3201988" y="2024063"/>
          <p14:tracePt t="16768" x="3168650" y="2039938"/>
          <p14:tracePt t="16785" x="3151188" y="2039938"/>
          <p14:tracePt t="16802" x="3135313" y="2039938"/>
          <p14:tracePt t="16818" x="3117850" y="2039938"/>
          <p14:tracePt t="16835" x="3086100" y="2039938"/>
          <p14:tracePt t="16852" x="3027363" y="2039938"/>
          <p14:tracePt t="16868" x="2994025" y="2039938"/>
          <p14:tracePt t="16885" x="2944813" y="2039938"/>
          <p14:tracePt t="16902" x="2911475" y="2039938"/>
          <p14:tracePt t="16918" x="2811463" y="2006600"/>
          <p14:tracePt t="16935" x="2795588" y="2006600"/>
          <p14:tracePt t="16952" x="2770188" y="1990725"/>
          <p14:tracePt t="16968" x="2754313" y="1990725"/>
          <p14:tracePt t="16985" x="2703513" y="1973263"/>
          <p14:tracePt t="17002" x="2687638" y="1957388"/>
          <p14:tracePt t="17018" x="2670175" y="1957388"/>
          <p14:tracePt t="17035" x="2654300" y="1939925"/>
          <p14:tracePt t="17618" x="2636838" y="1939925"/>
          <p14:tracePt t="17635" x="2620963" y="1939925"/>
          <p14:tracePt t="17652" x="2603500" y="1939925"/>
          <p14:tracePt t="17668" x="2587625" y="1939925"/>
          <p14:tracePt t="17686" x="2571750" y="1939925"/>
          <p14:tracePt t="17702" x="2538413" y="1939925"/>
          <p14:tracePt t="17718" x="2513013" y="1939925"/>
          <p14:tracePt t="17735" x="2497138" y="1939925"/>
          <p14:tracePt t="17752" x="2446338" y="1939925"/>
          <p14:tracePt t="17768" x="2430463" y="1939925"/>
          <p14:tracePt t="17785" x="2397125" y="1939925"/>
          <p14:tracePt t="17802" x="2379663" y="1939925"/>
          <p14:tracePt t="17819" x="2363788" y="1939925"/>
          <p14:tracePt t="17835" x="2347913" y="1939925"/>
          <p14:tracePt t="17852" x="2330450" y="1939925"/>
          <p14:tracePt t="17884" x="2297113" y="1939925"/>
          <p14:tracePt t="17918" x="2263775" y="1957388"/>
          <p14:tracePt t="17935" x="2239963" y="1957388"/>
          <p14:tracePt t="17968" x="2222500" y="1973263"/>
          <p14:tracePt t="17985" x="2189163" y="1973263"/>
          <p14:tracePt t="18002" x="2173288" y="1990725"/>
          <p14:tracePt t="18018" x="2155825" y="1990725"/>
          <p14:tracePt t="18035" x="2139950" y="1990725"/>
          <p14:tracePt t="18052" x="2122488" y="1990725"/>
          <p14:tracePt t="18068" x="2106613" y="1990725"/>
          <p14:tracePt t="18101" x="2090738" y="1990725"/>
          <p14:tracePt t="18151" x="2073275" y="1990725"/>
          <p14:tracePt t="18370" x="2090738" y="1990725"/>
          <p14:tracePt t="18635" x="2106613" y="1990725"/>
          <p14:tracePt t="18668" x="2122488" y="2006600"/>
          <p14:tracePt t="18686" x="2155825" y="2039938"/>
          <p14:tracePt t="18702" x="2206625" y="2055813"/>
          <p14:tracePt t="18718" x="2239963" y="2089150"/>
          <p14:tracePt t="18735" x="2281238" y="2122488"/>
          <p14:tracePt t="18752" x="2330450" y="2181225"/>
          <p14:tracePt t="18768" x="2347913" y="2197100"/>
          <p14:tracePt t="18785" x="2397125" y="2230438"/>
          <p14:tracePt t="18802" x="2446338" y="2247900"/>
          <p14:tracePt t="18818" x="2479675" y="2281238"/>
          <p14:tracePt t="18835" x="2513013" y="2297113"/>
          <p14:tracePt t="18852" x="2554288" y="2312988"/>
          <p14:tracePt t="18868" x="2603500" y="2346325"/>
          <p14:tracePt t="18885" x="2654300" y="2363788"/>
          <p14:tracePt t="18902" x="2687638" y="2379663"/>
          <p14:tracePt t="18918" x="2720975" y="2397125"/>
          <p14:tracePt t="18935" x="2736850" y="2397125"/>
          <p14:tracePt t="18952" x="2754313" y="2420938"/>
          <p14:tracePt t="18968" x="2770188" y="2420938"/>
          <p14:tracePt t="18985" x="2795588" y="2438400"/>
          <p14:tracePt t="19002" x="2811463" y="2438400"/>
          <p14:tracePt t="19018" x="2828925" y="2454275"/>
          <p14:tracePt t="19035" x="2844800" y="2454275"/>
          <p14:tracePt t="19052" x="2894013" y="2471738"/>
          <p14:tracePt t="19068" x="2894013" y="2487613"/>
          <p14:tracePt t="19085" x="2927350" y="2505075"/>
          <p14:tracePt t="19102" x="2944813" y="2520950"/>
          <p14:tracePt t="19118" x="2960688" y="2536825"/>
          <p14:tracePt t="19151" x="2978150" y="2536825"/>
          <p14:tracePt t="19168" x="2978150" y="2554288"/>
          <p14:tracePt t="19217" x="2994025" y="2554288"/>
          <p14:tracePt t="19251" x="2994025" y="2570163"/>
          <p14:tracePt t="19318" x="2994025" y="2587625"/>
          <p14:tracePt t="19335" x="3009900" y="2587625"/>
          <p14:tracePt t="19368" x="3009900" y="2603500"/>
          <p14:tracePt t="19385" x="3009900" y="2620963"/>
          <p14:tracePt t="19402" x="3027363" y="2620963"/>
          <p14:tracePt t="19434" x="3027363" y="2636838"/>
          <p14:tracePt t="22001" x="2944813" y="2636838"/>
          <p14:tracePt t="22018" x="2894013" y="2654300"/>
          <p14:tracePt t="22035" x="2754313" y="2654300"/>
          <p14:tracePt t="22052" x="2587625" y="2654300"/>
          <p14:tracePt t="22068" x="2463800" y="2654300"/>
          <p14:tracePt t="22085" x="2413000" y="2636838"/>
          <p14:tracePt t="22102" x="2379663" y="2620963"/>
          <p14:tracePt t="22118" x="2297113" y="2603500"/>
          <p14:tracePt t="22135" x="2239963" y="2570163"/>
          <p14:tracePt t="22152" x="2173288" y="2554288"/>
          <p14:tracePt t="22168" x="2155825" y="2554288"/>
          <p14:tracePt t="22185" x="2106613" y="2536825"/>
          <p14:tracePt t="22202" x="2090738" y="2536825"/>
          <p14:tracePt t="22218" x="2057400" y="2536825"/>
          <p14:tracePt t="22235" x="2024063" y="2536825"/>
          <p14:tracePt t="22252" x="2006600" y="2520950"/>
          <p14:tracePt t="22268" x="1982788" y="2520950"/>
          <p14:tracePt t="22285" x="1965325" y="2520950"/>
          <p14:tracePt t="22302" x="1949450" y="2520950"/>
          <p14:tracePt t="22318" x="1931988" y="2520950"/>
          <p14:tracePt t="22467" x="1949450" y="2520950"/>
          <p14:tracePt t="22485" x="1982788" y="2520950"/>
          <p14:tracePt t="22502" x="2073275" y="2520950"/>
          <p14:tracePt t="22518" x="2222500" y="2536825"/>
          <p14:tracePt t="22535" x="2397125" y="2554288"/>
          <p14:tracePt t="22552" x="2463800" y="2570163"/>
          <p14:tracePt t="22568" x="2587625" y="2570163"/>
          <p14:tracePt t="22585" x="2703513" y="2587625"/>
          <p14:tracePt t="22601" x="2736850" y="2587625"/>
          <p14:tracePt t="22618" x="2770188" y="2587625"/>
          <p14:tracePt t="22635" x="2795588" y="2587625"/>
          <p14:tracePt t="22652" x="2811463" y="2603500"/>
          <p14:tracePt t="22668" x="2828925" y="2603500"/>
          <p14:tracePt t="22686" x="2844800" y="2620963"/>
          <p14:tracePt t="22701" x="2860675" y="2620963"/>
          <p14:tracePt t="22718" x="2878138" y="2636838"/>
          <p14:tracePt t="22735" x="2894013" y="2636838"/>
          <p14:tracePt t="22768" x="2911475" y="2654300"/>
          <p14:tracePt t="22872" x="2894013" y="2654300"/>
          <p14:tracePt t="22885" x="2878138" y="2654300"/>
          <p14:tracePt t="22918" x="2844800" y="2654300"/>
          <p14:tracePt t="22935" x="2844800" y="2636838"/>
          <p14:tracePt t="22952" x="2811463" y="2636838"/>
          <p14:tracePt t="22968" x="2770188" y="2620963"/>
          <p14:tracePt t="22985" x="2736850" y="2620963"/>
          <p14:tracePt t="23002" x="2720975" y="2603500"/>
          <p14:tracePt t="23018" x="2687638" y="2603500"/>
          <p14:tracePt t="23035" x="2654300" y="2587625"/>
          <p14:tracePt t="23051" x="2620963" y="2570163"/>
          <p14:tracePt t="23068" x="2587625" y="2554288"/>
          <p14:tracePt t="23085" x="2538413" y="2536825"/>
          <p14:tracePt t="23102" x="2513013" y="2520950"/>
          <p14:tracePt t="23118" x="2497138" y="2520950"/>
          <p14:tracePt t="23135" x="2446338" y="2487613"/>
          <p14:tracePt t="23152" x="2430463" y="2487613"/>
          <p14:tracePt t="23168" x="2379663" y="2471738"/>
          <p14:tracePt t="23185" x="2347913" y="2454275"/>
          <p14:tracePt t="23202" x="2314575" y="2438400"/>
          <p14:tracePt t="23218" x="2297113" y="2438400"/>
          <p14:tracePt t="23251" x="2281238" y="2438400"/>
          <p14:tracePt t="24010" x="2297113" y="2438400"/>
          <p14:tracePt t="24034" x="2314575" y="2438400"/>
          <p14:tracePt t="24084" x="2330450" y="2438400"/>
          <p14:tracePt t="24134" x="2330450" y="2420938"/>
          <p14:tracePt t="24201" x="2314575" y="2397125"/>
          <p14:tracePt t="24367" x="2330450" y="2397125"/>
          <p14:tracePt t="24418" x="2347913" y="2397125"/>
          <p14:tracePt t="24467" x="2363788" y="2397125"/>
          <p14:tracePt t="24501" x="2379663" y="2397125"/>
          <p14:tracePt t="24589" x="2397125" y="2397125"/>
          <p14:tracePt t="24634" x="2430463" y="2397125"/>
          <p14:tracePt t="24667" x="2446338" y="2397125"/>
          <p14:tracePt t="24685" x="2463800" y="2397125"/>
          <p14:tracePt t="24702" x="2479675" y="2397125"/>
          <p14:tracePt t="24718" x="2497138" y="2397125"/>
          <p14:tracePt t="24735" x="2513013" y="2397125"/>
          <p14:tracePt t="25237" x="2538413" y="2397125"/>
          <p14:tracePt t="25252" x="2571750" y="2397125"/>
          <p14:tracePt t="25268" x="2620963" y="2397125"/>
          <p14:tracePt t="25285" x="2636838" y="2397125"/>
          <p14:tracePt t="25302" x="2703513" y="2397125"/>
          <p14:tracePt t="25318" x="2736850" y="2397125"/>
          <p14:tracePt t="25335" x="2754313" y="2397125"/>
          <p14:tracePt t="25368" x="2770188" y="2397125"/>
          <p14:tracePt t="25385" x="2795588" y="2397125"/>
          <p14:tracePt t="25604" x="2770188" y="2397125"/>
          <p14:tracePt t="25651" x="2754313" y="2397125"/>
          <p14:tracePt t="25686" x="2736850" y="2397125"/>
          <p14:tracePt t="25717" x="2670175" y="2397125"/>
          <p14:tracePt t="25735" x="2603500" y="2397125"/>
          <p14:tracePt t="25751" x="2497138" y="2438400"/>
          <p14:tracePt t="25768" x="2379663" y="2471738"/>
          <p14:tracePt t="25785" x="2314575" y="2505075"/>
          <p14:tracePt t="25802" x="2222500" y="2554288"/>
          <p14:tracePt t="25818" x="2155825" y="2587625"/>
          <p14:tracePt t="25835" x="2090738" y="2654300"/>
          <p14:tracePt t="25852" x="2039938" y="2728913"/>
          <p14:tracePt t="25868" x="1982788" y="2794000"/>
          <p14:tracePt t="25885" x="1931988" y="2894013"/>
          <p14:tracePt t="25902" x="1898650" y="2986088"/>
          <p14:tracePt t="25918" x="1898650" y="3017838"/>
          <p14:tracePt t="25935" x="1882775" y="3068638"/>
          <p14:tracePt t="25952" x="1882775" y="3101975"/>
          <p14:tracePt t="25984" x="1882775" y="3117850"/>
          <p14:tracePt t="26085" x="1898650" y="3117850"/>
          <p14:tracePt t="26118" x="1916113" y="3117850"/>
          <p14:tracePt t="26151" x="1931988" y="3101975"/>
          <p14:tracePt t="26201" x="1949450" y="3084513"/>
          <p14:tracePt t="26218" x="1965325" y="3068638"/>
          <p14:tracePt t="26235" x="1982788" y="3051175"/>
          <p14:tracePt t="26284" x="2006600" y="3051175"/>
          <p14:tracePt t="26302" x="2006600" y="3035300"/>
          <p14:tracePt t="26334" x="2024063" y="3035300"/>
          <p14:tracePt t="26352" x="2039938" y="3035300"/>
          <p14:tracePt t="26669" x="2057400" y="3035300"/>
          <p14:tracePt t="26685" x="2073275" y="3035300"/>
          <p14:tracePt t="26702" x="2173288" y="3017838"/>
          <p14:tracePt t="26718" x="2281238" y="3017838"/>
          <p14:tracePt t="26735" x="2330450" y="3001963"/>
          <p14:tracePt t="26752" x="2363788" y="3001963"/>
          <p14:tracePt t="26768" x="2413000" y="3001963"/>
          <p14:tracePt t="26785" x="2446338" y="3001963"/>
          <p14:tracePt t="26817" x="2463800" y="3001963"/>
          <p14:tracePt t="26835" x="2479675" y="3001963"/>
          <p14:tracePt t="26852" x="2497138" y="3001963"/>
          <p14:tracePt t="26884" x="2513013" y="3001963"/>
          <p14:tracePt t="26917" x="2538413" y="2986088"/>
          <p14:tracePt t="26935" x="2554288" y="2986088"/>
          <p14:tracePt t="26952" x="2571750" y="2986088"/>
          <p14:tracePt t="26968" x="2587625" y="2986088"/>
          <p14:tracePt t="26985" x="2603500" y="2986088"/>
          <p14:tracePt t="27002" x="2636838" y="2968625"/>
          <p14:tracePt t="27018" x="2654300" y="2968625"/>
          <p14:tracePt t="27035" x="2670175" y="2968625"/>
          <p14:tracePt t="27052" x="2703513" y="2968625"/>
          <p14:tracePt t="27069" x="2754313" y="2952750"/>
          <p14:tracePt t="27085" x="2770188" y="2952750"/>
          <p14:tracePt t="27102" x="2811463" y="2952750"/>
          <p14:tracePt t="27118" x="2828925" y="2952750"/>
          <p14:tracePt t="27135" x="2844800" y="2952750"/>
          <p14:tracePt t="27167" x="2860675" y="2952750"/>
          <p14:tracePt t="27351" x="2844800" y="2952750"/>
          <p14:tracePt t="27368" x="2844800" y="2935288"/>
          <p14:tracePt t="27401" x="2828925" y="2935288"/>
          <p14:tracePt t="27434" x="2828925" y="2911475"/>
          <p14:tracePt t="27467" x="2811463" y="2911475"/>
          <p14:tracePt t="27485" x="2811463" y="2894013"/>
          <p14:tracePt t="27567" x="2795588" y="2894013"/>
          <p14:tracePt t="27590" x="2795588" y="2878138"/>
          <p14:tracePt t="27684" x="2770188" y="2878138"/>
          <p14:tracePt t="27785" x="2754313" y="2878138"/>
          <p14:tracePt t="27801" x="2754313" y="2860675"/>
          <p14:tracePt t="27953" x="2736850" y="2860675"/>
          <p14:tracePt t="28205" x="2720975" y="2860675"/>
          <p14:tracePt t="28307" x="2703513" y="2860675"/>
          <p14:tracePt t="28368" x="2687638" y="2860675"/>
          <p14:tracePt t="28434" x="2670175" y="2860675"/>
          <p14:tracePt t="28467" x="2654300" y="2860675"/>
          <p14:tracePt t="28501" x="2654300" y="2878138"/>
          <p14:tracePt t="28534" x="2636838" y="2878138"/>
          <p14:tracePt t="28552" x="2636838" y="2894013"/>
          <p14:tracePt t="28617" x="2620963" y="2894013"/>
          <p14:tracePt t="28752" x="2603500" y="2894013"/>
          <p14:tracePt t="28931" x="2587625" y="2894013"/>
          <p14:tracePt t="29101" x="2571750" y="2894013"/>
          <p14:tracePt t="29453" x="2571750" y="2878138"/>
          <p14:tracePt t="29468" x="2587625" y="2878138"/>
          <p14:tracePt t="29501" x="2620963" y="2860675"/>
          <p14:tracePt t="29518" x="2636838" y="2860675"/>
          <p14:tracePt t="29535" x="2720975" y="2844800"/>
          <p14:tracePt t="29551" x="2860675" y="2827338"/>
          <p14:tracePt t="29568" x="3009900" y="2811463"/>
          <p14:tracePt t="29585" x="3117850" y="2794000"/>
          <p14:tracePt t="29602" x="3201988" y="2794000"/>
          <p14:tracePt t="29618" x="3235325" y="2794000"/>
          <p14:tracePt t="29635" x="3267075" y="2794000"/>
          <p14:tracePt t="29668" x="3300413" y="2794000"/>
          <p14:tracePt t="29686" x="3341688" y="2794000"/>
          <p14:tracePt t="29702" x="3392488" y="2794000"/>
          <p14:tracePt t="29718" x="3408363" y="2794000"/>
          <p14:tracePt t="29735" x="3441700" y="2794000"/>
          <p14:tracePt t="29751" x="3475038" y="2794000"/>
          <p14:tracePt t="29768" x="3475038" y="2778125"/>
          <p14:tracePt t="29785" x="3492500" y="2778125"/>
          <p14:tracePt t="29817" x="3492500" y="2760663"/>
          <p14:tracePt t="29851" x="3492500" y="2744788"/>
          <p14:tracePt t="29884" x="3492500" y="2728913"/>
          <p14:tracePt t="29901" x="3441700" y="2678113"/>
          <p14:tracePt t="29918" x="3408363" y="2603500"/>
          <p14:tracePt t="29935" x="3359150" y="2554288"/>
          <p14:tracePt t="29952" x="3300413" y="2520950"/>
          <p14:tracePt t="29968" x="3284538" y="2505075"/>
          <p14:tracePt t="29985" x="3267075" y="2487613"/>
          <p14:tracePt t="30002" x="3251200" y="2487613"/>
          <p14:tracePt t="30034" x="3235325" y="2487613"/>
          <p14:tracePt t="30167" x="3251200" y="2471738"/>
          <p14:tracePt t="30201" x="3251200" y="2454275"/>
          <p14:tracePt t="30251" x="3251200" y="2438400"/>
          <p14:tracePt t="30268" x="3217863" y="2438400"/>
          <p14:tracePt t="30285" x="3201988" y="2438400"/>
          <p14:tracePt t="30302" x="3184525" y="2420938"/>
          <p14:tracePt t="30318" x="3151188" y="2420938"/>
          <p14:tracePt t="30335" x="3135313" y="2420938"/>
          <p14:tracePt t="30351" x="3117850" y="2420938"/>
          <p14:tracePt t="30384" x="3117850" y="2397125"/>
          <p14:tracePt t="30417" x="3101975" y="2397125"/>
          <p14:tracePt t="30492" x="3101975" y="2379663"/>
          <p14:tracePt t="30601" x="3086100" y="2363788"/>
          <p14:tracePt t="30651" x="3086100" y="2346325"/>
          <p14:tracePt t="30668" x="3068638" y="2346325"/>
          <p14:tracePt t="30774" x="3052763" y="2346325"/>
          <p14:tracePt t="30834" x="3027363" y="2346325"/>
          <p14:tracePt t="30852" x="3027363" y="2330450"/>
          <p14:tracePt t="30884" x="3009900" y="2330450"/>
          <p14:tracePt t="31451" x="2994025" y="2330450"/>
          <p14:tracePt t="31501" x="2978150" y="2330450"/>
          <p14:tracePt t="31534" x="2960688" y="2330450"/>
          <p14:tracePt t="31551" x="2944813" y="2330450"/>
          <p14:tracePt t="31568" x="2927350" y="2330450"/>
          <p14:tracePt t="31585" x="2911475" y="2330450"/>
          <p14:tracePt t="31618" x="2894013" y="2330450"/>
          <p14:tracePt t="31735" x="2911475" y="2330450"/>
          <p14:tracePt t="31751" x="2927350" y="2330450"/>
          <p14:tracePt t="31784" x="2944813" y="2330450"/>
          <p14:tracePt t="31801" x="2960688" y="2330450"/>
          <p14:tracePt t="31834" x="2978150" y="2330450"/>
          <p14:tracePt t="31851" x="2994025" y="2330450"/>
          <p14:tracePt t="31868" x="3009900" y="2330450"/>
          <p14:tracePt t="31901" x="3052763" y="2330450"/>
          <p14:tracePt t="31934" x="3068638" y="2330450"/>
          <p14:tracePt t="31951" x="3086100" y="2346325"/>
          <p14:tracePt t="31968" x="3101975" y="2346325"/>
          <p14:tracePt t="31985" x="3117850" y="2346325"/>
          <p14:tracePt t="32002" x="3135313" y="2346325"/>
          <p14:tracePt t="32034" x="3151188" y="2346325"/>
          <p14:tracePt t="32052" x="3168650" y="2346325"/>
          <p14:tracePt t="32068" x="3184525" y="2363788"/>
          <p14:tracePt t="32085" x="3201988" y="2363788"/>
          <p14:tracePt t="32102" x="3217863" y="2363788"/>
          <p14:tracePt t="32134" x="3235325" y="2363788"/>
          <p14:tracePt t="32152" x="3235325" y="2379663"/>
          <p14:tracePt t="32184" x="3251200" y="2379663"/>
          <p14:tracePt t="32217" x="3251200" y="2397125"/>
          <p14:tracePt t="32235" x="3251200" y="2420938"/>
          <p14:tracePt t="32267" x="3251200" y="2438400"/>
          <p14:tracePt t="32285" x="3267075" y="2438400"/>
          <p14:tracePt t="32302" x="3267075" y="2454275"/>
          <p14:tracePt t="32318" x="3267075" y="2471738"/>
          <p14:tracePt t="32335" x="3267075" y="2505075"/>
          <p14:tracePt t="32352" x="3267075" y="2520950"/>
          <p14:tracePt t="32368" x="3267075" y="2554288"/>
          <p14:tracePt t="32385" x="3267075" y="2587625"/>
          <p14:tracePt t="32402" x="3267075" y="2603500"/>
          <p14:tracePt t="32418" x="3267075" y="2654300"/>
          <p14:tracePt t="32435" x="3267075" y="2711450"/>
          <p14:tracePt t="32467" x="3267075" y="2744788"/>
          <p14:tracePt t="32485" x="3267075" y="2760663"/>
          <p14:tracePt t="32501" x="3267075" y="2778125"/>
          <p14:tracePt t="32518" x="3267075" y="2794000"/>
          <p14:tracePt t="32551" x="3251200" y="2794000"/>
          <p14:tracePt t="32601" x="3235325" y="2794000"/>
          <p14:tracePt t="32618" x="3217863" y="2794000"/>
          <p14:tracePt t="32651" x="3201988" y="2794000"/>
          <p14:tracePt t="32668" x="3184525" y="2778125"/>
          <p14:tracePt t="32685" x="3168650" y="2778125"/>
          <p14:tracePt t="32702" x="3135313" y="2778125"/>
          <p14:tracePt t="32718" x="3101975" y="2778125"/>
          <p14:tracePt t="32735" x="3068638" y="2760663"/>
          <p14:tracePt t="32751" x="3027363" y="2760663"/>
          <p14:tracePt t="32784" x="3009900" y="2760663"/>
          <p14:tracePt t="32867" x="3027363" y="2744788"/>
          <p14:tracePt t="32885" x="3052763" y="2744788"/>
          <p14:tracePt t="32902" x="3086100" y="2744788"/>
          <p14:tracePt t="32918" x="3117850" y="2744788"/>
          <p14:tracePt t="32935" x="3151188" y="2728913"/>
          <p14:tracePt t="32951" x="3201988" y="2728913"/>
          <p14:tracePt t="32968" x="3235325" y="2728913"/>
          <p14:tracePt t="32985" x="3284538" y="2711450"/>
          <p14:tracePt t="33002" x="3325813" y="2711450"/>
          <p14:tracePt t="33018" x="3359150" y="2695575"/>
          <p14:tracePt t="33035" x="3375025" y="2695575"/>
          <p14:tracePt t="33052" x="3392488" y="2695575"/>
          <p14:tracePt t="33068" x="3408363" y="2695575"/>
          <p14:tracePt t="33085" x="3408363" y="2678113"/>
          <p14:tracePt t="33117" x="3425825" y="2678113"/>
          <p14:tracePt t="33167" x="3425825" y="2654300"/>
          <p14:tracePt t="33201" x="3425825" y="2636838"/>
          <p14:tracePt t="33234" x="3425825" y="2620963"/>
          <p14:tracePt t="33252" x="3425825" y="2603500"/>
          <p14:tracePt t="33268" x="3408363" y="2587625"/>
          <p14:tracePt t="33285" x="3392488" y="2554288"/>
          <p14:tracePt t="33301" x="3375025" y="2505075"/>
          <p14:tracePt t="33318" x="3359150" y="2487613"/>
          <p14:tracePt t="33335" x="3341688" y="2438400"/>
          <p14:tracePt t="33352" x="3325813" y="2397125"/>
          <p14:tracePt t="33368" x="3300413" y="2379663"/>
          <p14:tracePt t="33385" x="3300413" y="2363788"/>
          <p14:tracePt t="33417" x="3284538" y="2363788"/>
          <p14:tracePt t="33467" x="3267075" y="2363788"/>
          <p14:tracePt t="33485" x="3251200" y="2363788"/>
          <p14:tracePt t="33502" x="3235325" y="2363788"/>
          <p14:tracePt t="33617" x="3217863" y="2363788"/>
          <p14:tracePt t="34436" x="3235325" y="2363788"/>
          <p14:tracePt t="34452" x="3267075" y="2379663"/>
          <p14:tracePt t="34468" x="3325813" y="2420938"/>
          <p14:tracePt t="34485" x="3508375" y="2536825"/>
          <p14:tracePt t="34502" x="3665538" y="2636838"/>
          <p14:tracePt t="34518" x="3732213" y="2678113"/>
          <p14:tracePt t="34535" x="3832225" y="2760663"/>
          <p14:tracePt t="34551" x="3940175" y="2827338"/>
          <p14:tracePt t="34568" x="4005263" y="2878138"/>
          <p14:tracePt t="34585" x="4022725" y="2894013"/>
          <p14:tracePt t="34602" x="4038600" y="2911475"/>
          <p14:tracePt t="34618" x="4056063" y="2911475"/>
          <p14:tracePt t="34692" x="4071938" y="2911475"/>
          <p14:tracePt t="34701" x="4071938" y="2894013"/>
          <p14:tracePt t="34718" x="4089400" y="2878138"/>
          <p14:tracePt t="34735" x="4146550" y="2860675"/>
          <p14:tracePt t="36103" x="4130675" y="2844800"/>
          <p14:tracePt t="36118" x="4089400" y="2827338"/>
          <p14:tracePt t="36135" x="3973513" y="2744788"/>
          <p14:tracePt t="36152" x="3873500" y="2654300"/>
          <p14:tracePt t="36168" x="3798888" y="2587625"/>
          <p14:tracePt t="36185" x="3748088" y="2554288"/>
          <p14:tracePt t="36201" x="3683000" y="2505075"/>
          <p14:tracePt t="36218" x="3632200" y="2454275"/>
          <p14:tracePt t="36235" x="3541713" y="2379663"/>
          <p14:tracePt t="36251" x="3475038" y="2312988"/>
          <p14:tracePt t="36268" x="3408363" y="2230438"/>
          <p14:tracePt t="36285" x="3359150" y="2181225"/>
          <p14:tracePt t="36302" x="3325813" y="2139950"/>
          <p14:tracePt t="36318" x="3284538" y="2073275"/>
          <p14:tracePt t="36335" x="3235325" y="2006600"/>
          <p14:tracePt t="36352" x="3184525" y="1882775"/>
          <p14:tracePt t="36368" x="3135313" y="1782763"/>
          <p14:tracePt t="36385" x="3086100" y="1682750"/>
          <p14:tracePt t="36401" x="3009900" y="1608138"/>
          <p14:tracePt t="36418" x="2894013" y="1525588"/>
          <p14:tracePt t="36435" x="2754313" y="1443038"/>
          <p14:tracePt t="36452" x="2538413" y="1335088"/>
          <p14:tracePt t="36468" x="2330450" y="1252538"/>
          <p14:tracePt t="36485" x="2173288" y="1201738"/>
          <p14:tracePt t="36501" x="2057400" y="1169988"/>
          <p14:tracePt t="36518" x="1982788" y="1169988"/>
          <p14:tracePt t="36535" x="1965325" y="1169988"/>
          <p14:tracePt t="36609" x="2006600" y="1201738"/>
          <p14:tracePt t="36618" x="2039938" y="1219200"/>
          <p14:tracePt t="36635" x="2173288" y="1301750"/>
          <p14:tracePt t="36652" x="2413000" y="1443038"/>
          <p14:tracePt t="36668" x="2703513" y="1608138"/>
          <p14:tracePt t="36686" x="3027363" y="1766888"/>
          <p14:tracePt t="36702" x="3267075" y="1865313"/>
          <p14:tracePt t="36718" x="3524250" y="2006600"/>
          <p14:tracePt t="36735" x="3781425" y="2106613"/>
          <p14:tracePt t="36752" x="4005263" y="2230438"/>
          <p14:tracePt t="36768" x="4313238" y="2379663"/>
          <p14:tracePt t="36785" x="4421188" y="2454275"/>
          <p14:tracePt t="37224" x="4437063" y="2454275"/>
          <p14:tracePt t="37235" x="4437063" y="2471738"/>
          <p14:tracePt t="37251" x="4454525" y="2487613"/>
          <p14:tracePt t="37268" x="4470400" y="2505075"/>
          <p14:tracePt t="37285" x="4486275" y="2520950"/>
          <p14:tracePt t="37301" x="4486275" y="2536825"/>
          <p14:tracePt t="37334" x="4486275" y="2554288"/>
          <p14:tracePt t="37355" x="4470400" y="2554288"/>
          <p14:tracePt t="37368" x="4437063" y="2554288"/>
          <p14:tracePt t="37385" x="4421188" y="2554288"/>
          <p14:tracePt t="37401" x="4346575" y="2570163"/>
          <p14:tracePt t="37418" x="4329113" y="2570163"/>
          <p14:tracePt t="37435" x="4279900" y="2603500"/>
          <p14:tracePt t="37451" x="4229100" y="2620963"/>
          <p14:tracePt t="37468" x="4213225" y="2620963"/>
          <p14:tracePt t="37485" x="4197350" y="2636838"/>
          <p14:tracePt t="37501" x="4179888" y="2654300"/>
          <p14:tracePt t="37518" x="4164013" y="2654300"/>
          <p14:tracePt t="37551" x="4146550" y="2678113"/>
          <p14:tracePt t="37568" x="4130675" y="2678113"/>
          <p14:tracePt t="37585" x="4071938" y="2695575"/>
          <p14:tracePt t="37601" x="4005263" y="2711450"/>
          <p14:tracePt t="37618" x="3956050" y="2711450"/>
          <p14:tracePt t="37635" x="3889375" y="2728913"/>
          <p14:tracePt t="37651" x="3814763" y="2728913"/>
          <p14:tracePt t="37668" x="3781425" y="2728913"/>
          <p14:tracePt t="37685" x="3765550" y="2728913"/>
          <p14:tracePt t="37784" x="3798888" y="2728913"/>
          <p14:tracePt t="37803" x="3832225" y="2728913"/>
          <p14:tracePt t="37817" x="3973513" y="2760663"/>
          <p14:tracePt t="37835" x="4130675" y="2811463"/>
          <p14:tracePt t="37852" x="4229100" y="2844800"/>
          <p14:tracePt t="37868" x="4313238" y="2860675"/>
          <p14:tracePt t="37885" x="4329113" y="2878138"/>
          <p14:tracePt t="37902" x="4346575" y="2878138"/>
          <p14:tracePt t="37918" x="4362450" y="2878138"/>
          <p14:tracePt t="37938" x="4346575" y="2878138"/>
          <p14:tracePt t="37952" x="4313238" y="2878138"/>
          <p14:tracePt t="37968" x="4179888" y="2878138"/>
          <p14:tracePt t="37985" x="4130675" y="2878138"/>
          <p14:tracePt t="38002" x="4005263" y="2878138"/>
          <p14:tracePt t="38018" x="3940175" y="2860675"/>
          <p14:tracePt t="38035" x="3832225" y="2844800"/>
          <p14:tracePt t="38051" x="3765550" y="2827338"/>
          <p14:tracePt t="38068" x="3748088" y="2827338"/>
          <p14:tracePt t="38085" x="3732213" y="2827338"/>
          <p14:tracePt t="38151" x="3732213" y="2811463"/>
          <p14:tracePt t="38217" x="3732213" y="2794000"/>
          <p14:tracePt t="38289" x="3748088" y="2794000"/>
          <p14:tracePt t="38303" x="3765550" y="2794000"/>
          <p14:tracePt t="38317" x="3798888" y="2794000"/>
          <p14:tracePt t="38335" x="3832225" y="2794000"/>
          <p14:tracePt t="38351" x="3889375" y="2794000"/>
          <p14:tracePt t="38384" x="3940175" y="2794000"/>
          <p14:tracePt t="38402" x="3956050" y="2794000"/>
          <p14:tracePt t="38418" x="3973513" y="2794000"/>
          <p14:tracePt t="38435" x="3989388" y="2794000"/>
          <p14:tracePt t="38467" x="4005263" y="2794000"/>
          <p14:tracePt t="38485" x="4022725" y="2794000"/>
          <p14:tracePt t="38502" x="4038600" y="2794000"/>
          <p14:tracePt t="38518" x="4071938" y="2794000"/>
          <p14:tracePt t="38535" x="4089400" y="2794000"/>
          <p14:tracePt t="38551" x="4113213" y="2794000"/>
          <p14:tracePt t="38584" x="4164013" y="2794000"/>
          <p14:tracePt t="38602" x="4197350" y="2794000"/>
          <p14:tracePt t="38618" x="4246563" y="2794000"/>
          <p14:tracePt t="38635" x="4329113" y="2794000"/>
          <p14:tracePt t="38652" x="4421188" y="2794000"/>
          <p14:tracePt t="38668" x="4570413" y="2794000"/>
          <p14:tracePt t="38686" x="4711700" y="2794000"/>
          <p14:tracePt t="38702" x="4810125" y="2794000"/>
          <p14:tracePt t="38718" x="4918075" y="2794000"/>
          <p14:tracePt t="38735" x="5018088" y="2794000"/>
          <p14:tracePt t="38751" x="5051425" y="2794000"/>
          <p14:tracePt t="38768" x="5100638" y="2811463"/>
          <p14:tracePt t="38785" x="5118100" y="2811463"/>
          <p14:tracePt t="38801" x="5133975" y="2811463"/>
          <p14:tracePt t="38834" x="5149850" y="2811463"/>
          <p14:tracePt t="38951" x="5175250" y="2811463"/>
          <p14:tracePt t="38968" x="5192713" y="2811463"/>
          <p14:tracePt t="38985" x="5241925" y="2811463"/>
          <p14:tracePt t="39001" x="5275263" y="2811463"/>
          <p14:tracePt t="39018" x="5291138" y="2811463"/>
          <p14:tracePt t="39035" x="5324475" y="2811463"/>
          <p14:tracePt t="39051" x="5341938" y="2811463"/>
          <p14:tracePt t="39068" x="5357813" y="2811463"/>
          <p14:tracePt t="43139" x="5373688" y="2811463"/>
          <p14:tracePt t="43156" x="5424488" y="2811463"/>
          <p14:tracePt t="43170" x="5548313" y="2794000"/>
          <p14:tracePt t="43185" x="5614988" y="2794000"/>
          <p14:tracePt t="43202" x="5648325" y="2778125"/>
          <p14:tracePt t="43218" x="5738813" y="2760663"/>
          <p14:tracePt t="43235" x="5772150" y="2760663"/>
          <p14:tracePt t="43252" x="5805488" y="2744788"/>
          <p14:tracePt t="43284" x="5822950" y="2744788"/>
          <p14:tracePt t="43705" x="5805488" y="2744788"/>
          <p14:tracePt t="43718" x="5722938" y="2744788"/>
          <p14:tracePt t="43735" x="5648325" y="2744788"/>
          <p14:tracePt t="43751" x="5514975" y="2728913"/>
          <p14:tracePt t="43768" x="5448300" y="2728913"/>
          <p14:tracePt t="43785" x="5257800" y="2728913"/>
          <p14:tracePt t="43801" x="5118100" y="2728913"/>
          <p14:tracePt t="43818" x="5051425" y="2728913"/>
          <p14:tracePt t="43835" x="4827588" y="2728913"/>
          <p14:tracePt t="43852" x="4776788" y="2744788"/>
          <p14:tracePt t="43868" x="4586288" y="2744788"/>
          <p14:tracePt t="43885" x="4421188" y="2760663"/>
          <p14:tracePt t="43901" x="4346575" y="2760663"/>
          <p14:tracePt t="43918" x="4295775" y="2760663"/>
          <p14:tracePt t="43935" x="4179888" y="2760663"/>
          <p14:tracePt t="43951" x="4071938" y="2778125"/>
          <p14:tracePt t="43968" x="4038600" y="2794000"/>
          <p14:tracePt t="43985" x="3922713" y="2827338"/>
          <p14:tracePt t="44002" x="3873500" y="2844800"/>
          <p14:tracePt t="44018" x="3798888" y="2878138"/>
          <p14:tracePt t="44035" x="3598863" y="2952750"/>
          <p14:tracePt t="44051" x="3475038" y="2986088"/>
          <p14:tracePt t="44321" x="3359150" y="2986088"/>
          <p14:tracePt t="44335" x="3217863" y="2986088"/>
          <p14:tracePt t="44351" x="3052763" y="3001963"/>
          <p14:tracePt t="44368" x="2754313" y="3051175"/>
          <p14:tracePt t="44385" x="2636838" y="3084513"/>
          <p14:tracePt t="44401" x="2446338" y="3135313"/>
          <p14:tracePt t="44418" x="2379663" y="3151188"/>
          <p14:tracePt t="44435" x="2106613" y="3241675"/>
          <p14:tracePt t="44451" x="2024063" y="3259138"/>
          <p14:tracePt t="44468" x="1866900" y="3308350"/>
          <p14:tracePt t="44485" x="1749425" y="3341688"/>
          <p14:tracePt t="44501" x="1658938" y="3375025"/>
          <p14:tracePt t="44518" x="1543050" y="3408363"/>
          <p14:tracePt t="44535" x="1509713" y="3433763"/>
          <p14:tracePt t="44551" x="1476375" y="3449638"/>
          <p14:tracePt t="44568" x="1368425" y="3482975"/>
          <p14:tracePt t="44585" x="1301750" y="3516313"/>
          <p14:tracePt t="44601" x="1203325" y="3565525"/>
          <p14:tracePt t="44618" x="1111250" y="3616325"/>
          <p14:tracePt t="44635" x="1028700" y="3665538"/>
          <p14:tracePt t="44651" x="977900" y="3690938"/>
          <p14:tracePt t="44668" x="946150" y="3706813"/>
          <p14:tracePt t="44685" x="871538" y="3740150"/>
          <p14:tracePt t="44701" x="838200" y="3756025"/>
          <p14:tracePt t="44718" x="787400" y="3773488"/>
          <p14:tracePt t="44735" x="738188" y="3789363"/>
          <p14:tracePt t="44751" x="722313" y="3789363"/>
          <p14:tracePt t="44768" x="704850" y="3789363"/>
          <p14:tracePt t="44785" x="671513" y="3806825"/>
          <p14:tracePt t="44802" x="647700" y="3806825"/>
          <p14:tracePt t="44900" x="630238" y="3806825"/>
          <p14:tracePt t="44919" x="630238" y="3822700"/>
          <p14:tracePt t="44951" x="630238" y="3840163"/>
          <p14:tracePt t="45001" x="630238" y="3856038"/>
          <p14:tracePt t="45051" x="630238" y="3889375"/>
          <p14:tracePt t="45068" x="647700" y="3905250"/>
          <p14:tracePt t="45085" x="647700" y="3946525"/>
          <p14:tracePt t="45101" x="688975" y="3979863"/>
          <p14:tracePt t="45118" x="704850" y="3997325"/>
          <p14:tracePt t="45135" x="722313" y="4013200"/>
          <p14:tracePt t="45167" x="722313" y="4030663"/>
          <p14:tracePt t="45185" x="738188" y="4030663"/>
          <p14:tracePt t="45234" x="754063" y="4030663"/>
          <p14:tracePt t="45284" x="771525" y="4030663"/>
          <p14:tracePt t="45301" x="787400" y="4013200"/>
          <p14:tracePt t="45334" x="820738" y="4013200"/>
          <p14:tracePt t="45367" x="838200" y="3997325"/>
          <p14:tracePt t="45401" x="854075" y="3997325"/>
          <p14:tracePt t="45501" x="871538" y="3997325"/>
          <p14:tracePt t="45536" x="871538" y="3979863"/>
          <p14:tracePt t="45567" x="887413" y="3979863"/>
          <p14:tracePt t="45601" x="903288" y="3979863"/>
          <p14:tracePt t="45634" x="920750" y="3979863"/>
          <p14:tracePt t="45651" x="946150" y="3979863"/>
          <p14:tracePt t="45685" x="977900" y="3979863"/>
          <p14:tracePt t="45701" x="995363" y="3979863"/>
          <p14:tracePt t="45718" x="1044575" y="3979863"/>
          <p14:tracePt t="45735" x="1095375" y="3979863"/>
          <p14:tracePt t="45751" x="1144588" y="3979863"/>
          <p14:tracePt t="45768" x="1219200" y="3979863"/>
          <p14:tracePt t="45785" x="1268413" y="3979863"/>
          <p14:tracePt t="45801" x="1285875" y="3979863"/>
          <p14:tracePt t="45818" x="1301750" y="3979863"/>
          <p14:tracePt t="45835" x="1335088" y="3979863"/>
          <p14:tracePt t="45852" x="1368425" y="3979863"/>
          <p14:tracePt t="45884" x="1384300" y="3979863"/>
          <p14:tracePt t="45901" x="1401763" y="3979863"/>
          <p14:tracePt t="45918" x="1417638" y="3979863"/>
          <p14:tracePt t="45950" x="1450975" y="3979863"/>
          <p14:tracePt t="45968" x="1476375" y="3979863"/>
          <p14:tracePt t="45985" x="1509713" y="3979863"/>
          <p14:tracePt t="46002" x="1525588" y="3979863"/>
          <p14:tracePt t="46018" x="1543050" y="3979863"/>
          <p14:tracePt t="46035" x="1558925" y="3979863"/>
          <p14:tracePt t="46051" x="1592263" y="3979863"/>
          <p14:tracePt t="46084" x="1609725" y="3979863"/>
          <p14:tracePt t="46134" x="1625600" y="3979863"/>
          <p14:tracePt t="46317" x="1625600" y="3963988"/>
          <p14:tracePt t="46367" x="1625600" y="3946525"/>
          <p14:tracePt t="46551" x="1641475" y="3946525"/>
          <p14:tracePt t="46568" x="1658938" y="3946525"/>
          <p14:tracePt t="46585" x="1800225" y="3963988"/>
          <p14:tracePt t="46601" x="1882775" y="3963988"/>
          <p14:tracePt t="46618" x="1965325" y="3979863"/>
          <p14:tracePt t="46635" x="2206625" y="3997325"/>
          <p14:tracePt t="46651" x="2430463" y="4013200"/>
          <p14:tracePt t="46668" x="2571750" y="4046538"/>
          <p14:tracePt t="46685" x="2620963" y="4046538"/>
          <p14:tracePt t="46701" x="2720975" y="4079875"/>
          <p14:tracePt t="46718" x="2770188" y="4079875"/>
          <p14:tracePt t="46735" x="2795588" y="4097338"/>
          <p14:tracePt t="46751" x="2811463" y="4097338"/>
          <p14:tracePt t="46768" x="2844800" y="4097338"/>
          <p14:tracePt t="46785" x="2878138" y="4113213"/>
          <p14:tracePt t="46801" x="2894013" y="4113213"/>
          <p14:tracePt t="46818" x="2927350" y="4129088"/>
          <p14:tracePt t="46835" x="2960688" y="4129088"/>
          <p14:tracePt t="46851" x="2960688" y="4146550"/>
          <p14:tracePt t="46868" x="2978150" y="4146550"/>
          <p14:tracePt t="46885" x="2994025" y="4162425"/>
          <p14:tracePt t="46901" x="3009900" y="4162425"/>
          <p14:tracePt t="46918" x="3027363" y="4179888"/>
          <p14:tracePt t="46935" x="3052763" y="4179888"/>
          <p14:tracePt t="48794" x="3086100" y="4203700"/>
          <p14:tracePt t="48802" x="3135313" y="4203700"/>
          <p14:tracePt t="48818" x="3201988" y="4254500"/>
          <p14:tracePt t="48835" x="3325813" y="4321175"/>
          <p14:tracePt t="48852" x="3375025" y="4337050"/>
          <p14:tracePt t="48868" x="3492500" y="4419600"/>
          <p14:tracePt t="48885" x="3541713" y="4460875"/>
          <p14:tracePt t="48917" x="3557588" y="4478338"/>
          <p14:tracePt t="49318" x="3541713" y="4460875"/>
          <p14:tracePt t="49335" x="3508375" y="4437063"/>
          <p14:tracePt t="49351" x="3441700" y="4403725"/>
          <p14:tracePt t="49368" x="3408363" y="4386263"/>
          <p14:tracePt t="49385" x="3359150" y="4352925"/>
          <p14:tracePt t="49401" x="3325813" y="4337050"/>
          <p14:tracePt t="49884" x="3359150" y="4337050"/>
          <p14:tracePt t="49901" x="3459163" y="4321175"/>
          <p14:tracePt t="49918" x="3557588" y="4287838"/>
          <p14:tracePt t="49935" x="3732213" y="4254500"/>
          <p14:tracePt t="49951" x="3940175" y="4203700"/>
          <p14:tracePt t="49968" x="3989388" y="4203700"/>
          <p14:tracePt t="49984" x="4089400" y="4179888"/>
          <p14:tracePt t="50002" x="4164013" y="4179888"/>
          <p14:tracePt t="50018" x="4197350" y="4179888"/>
          <p14:tracePt t="50035" x="4229100" y="4179888"/>
          <p14:tracePt t="50051" x="4246563" y="4179888"/>
          <p14:tracePt t="50068" x="4279900" y="4179888"/>
          <p14:tracePt t="50100" x="4295775" y="4179888"/>
          <p14:tracePt t="50151" x="4313238" y="4179888"/>
          <p14:tracePt t="50168" x="4346575" y="4179888"/>
          <p14:tracePt t="50185" x="4362450" y="4179888"/>
          <p14:tracePt t="50201" x="4470400" y="4203700"/>
          <p14:tracePt t="50218" x="4537075" y="4221163"/>
          <p14:tracePt t="50235" x="4619625" y="4237038"/>
          <p14:tracePt t="50251" x="4660900" y="4254500"/>
          <p14:tracePt t="50268" x="4760913" y="4270375"/>
          <p14:tracePt t="50285" x="4776788" y="4287838"/>
          <p14:tracePt t="50301" x="4843463" y="4303713"/>
          <p14:tracePt t="50318" x="4918075" y="4337050"/>
          <p14:tracePt t="50335" x="4984750" y="4352925"/>
          <p14:tracePt t="50351" x="5000625" y="4370388"/>
          <p14:tracePt t="50368" x="5033963" y="4370388"/>
          <p14:tracePt t="50385" x="5033963" y="4386263"/>
          <p14:tracePt t="50401" x="5051425" y="4386263"/>
          <p14:tracePt t="50418" x="5067300" y="4403725"/>
          <p14:tracePt t="51986" x="5018088" y="4403725"/>
          <p14:tracePt t="52002" x="4951413" y="4403725"/>
          <p14:tracePt t="52018" x="4843463" y="4437063"/>
          <p14:tracePt t="52035" x="4794250" y="4437063"/>
          <p14:tracePt t="52051" x="4743450" y="4460875"/>
          <p14:tracePt t="52068" x="4645025" y="4494213"/>
          <p14:tracePt t="52085" x="4552950" y="4511675"/>
          <p14:tracePt t="52101" x="4470400" y="4527550"/>
          <p14:tracePt t="52118" x="4437063" y="4527550"/>
          <p14:tracePt t="52135" x="4346575" y="4545013"/>
          <p14:tracePt t="52151" x="4295775" y="4560888"/>
          <p14:tracePt t="52168" x="4246563" y="4576763"/>
          <p14:tracePt t="52185" x="4229100" y="4576763"/>
          <p14:tracePt t="52217" x="4229100" y="4594225"/>
          <p14:tracePt t="52250" x="4229100" y="4610100"/>
          <p14:tracePt t="52268" x="4229100" y="4627563"/>
          <p14:tracePt t="52285" x="4229100" y="4643438"/>
          <p14:tracePt t="52301" x="4229100" y="4718050"/>
          <p14:tracePt t="52318" x="4229100" y="4751388"/>
          <p14:tracePt t="52335" x="4229100" y="4784725"/>
          <p14:tracePt t="52351" x="4229100" y="4802188"/>
          <p14:tracePt t="52384" x="4246563" y="4818063"/>
          <p14:tracePt t="52434" x="4262438" y="4818063"/>
          <p14:tracePt t="52467" x="4279900" y="4818063"/>
          <p14:tracePt t="52485" x="4295775" y="4818063"/>
          <p14:tracePt t="52517" x="4313238" y="4818063"/>
          <p14:tracePt t="52535" x="4329113" y="4818063"/>
          <p14:tracePt t="52600" x="4346575" y="4818063"/>
          <p14:tracePt t="52928" x="4329113" y="4818063"/>
          <p14:tracePt t="53050" x="4329113" y="4833938"/>
          <p14:tracePt t="53068" x="4329113" y="4933950"/>
          <p14:tracePt t="53085" x="4329113" y="5008563"/>
          <p14:tracePt t="53101" x="4454525" y="5281613"/>
          <p14:tracePt t="53118" x="4603750" y="5589588"/>
          <p14:tracePt t="53135" x="4760913" y="5846763"/>
          <p14:tracePt t="53151" x="4935538" y="6086475"/>
          <p14:tracePt t="53668" x="4935538" y="5962650"/>
          <p14:tracePt t="53685" x="4935538" y="5795963"/>
          <p14:tracePt t="53701" x="4935538" y="5622925"/>
          <p14:tracePt t="53718" x="4935538" y="5522913"/>
          <p14:tracePt t="53734" x="4935538" y="5432425"/>
          <p14:tracePt t="53751" x="4935538" y="5399088"/>
          <p14:tracePt t="53768" x="4935538" y="5381625"/>
          <p14:tracePt t="53785" x="4935538" y="5365750"/>
          <p14:tracePt t="53817" x="4935538" y="5348288"/>
          <p14:tracePt t="53835" x="4918075" y="5332413"/>
          <p14:tracePt t="53851" x="4918075" y="5314950"/>
          <p14:tracePt t="53868" x="4918075" y="5299075"/>
          <p14:tracePt t="53885" x="4892675" y="5281613"/>
          <p14:tracePt t="53901" x="4892675" y="5265738"/>
          <p14:tracePt t="53934" x="4892675" y="5249863"/>
          <p14:tracePt t="53951" x="4892675" y="5191125"/>
          <p14:tracePt t="53968" x="4892675" y="5057775"/>
          <p14:tracePt t="53985" x="4892675" y="5008563"/>
          <p14:tracePt t="54002" x="4892675" y="4833938"/>
          <p14:tracePt t="54018" x="4892675" y="4802188"/>
          <p14:tracePt t="54035" x="4876800" y="4694238"/>
          <p14:tracePt t="54051" x="4876800" y="4627563"/>
          <p14:tracePt t="54068" x="4860925" y="4576763"/>
          <p14:tracePt t="54085" x="4843463" y="4545013"/>
          <p14:tracePt t="54101" x="4843463" y="4527550"/>
          <p14:tracePt t="54118" x="4827588" y="4511675"/>
          <p14:tracePt t="54151" x="4794250" y="4494213"/>
          <p14:tracePt t="54168" x="4776788" y="4478338"/>
          <p14:tracePt t="54185" x="4727575" y="4437063"/>
          <p14:tracePt t="54201" x="4660900" y="4386263"/>
          <p14:tracePt t="54218" x="4586288" y="4337050"/>
          <p14:tracePt t="54235" x="4519613" y="4303713"/>
          <p14:tracePt t="54251" x="4486275" y="4287838"/>
          <p14:tracePt t="54268" x="4421188" y="4254500"/>
          <p14:tracePt t="54284" x="4387850" y="4221163"/>
          <p14:tracePt t="54301" x="4346575" y="4221163"/>
          <p14:tracePt t="54318" x="4329113" y="4203700"/>
          <p14:tracePt t="54335" x="4295775" y="4203700"/>
          <p14:tracePt t="54555" x="4246563" y="4203700"/>
          <p14:tracePt t="54568" x="4213225" y="4203700"/>
          <p14:tracePt t="54585" x="4089400" y="4203700"/>
          <p14:tracePt t="54601" x="3956050" y="4203700"/>
          <p14:tracePt t="54618" x="3832225" y="4203700"/>
          <p14:tracePt t="54634" x="3698875" y="4203700"/>
          <p14:tracePt t="54651" x="3632200" y="4203700"/>
          <p14:tracePt t="54668" x="3582988" y="4203700"/>
          <p14:tracePt t="54685" x="3541713" y="4221163"/>
          <p14:tracePt t="54701" x="3508375" y="4221163"/>
          <p14:tracePt t="54718" x="3459163" y="4237038"/>
          <p14:tracePt t="54735" x="3441700" y="4237038"/>
          <p14:tracePt t="54751" x="3392488" y="4254500"/>
          <p14:tracePt t="54768" x="3325813" y="4254500"/>
          <p14:tracePt t="54785" x="3267075" y="4270375"/>
          <p14:tracePt t="54801" x="3235325" y="4287838"/>
          <p14:tracePt t="54818" x="3217863" y="4287838"/>
          <p14:tracePt t="54835" x="3201988" y="4287838"/>
          <p14:tracePt t="54851" x="3184525" y="4303713"/>
          <p14:tracePt t="54951" x="3184525" y="4321175"/>
          <p14:tracePt t="55934" x="3201988" y="4321175"/>
          <p14:tracePt t="55951" x="3201988" y="4337050"/>
          <p14:tracePt t="55984" x="3217863" y="4352925"/>
          <p14:tracePt t="56001" x="3235325" y="4352925"/>
          <p14:tracePt t="56018" x="3251200" y="4370388"/>
          <p14:tracePt t="56034" x="3267075" y="4386263"/>
          <p14:tracePt t="56051" x="3284538" y="4386263"/>
          <p14:tracePt t="56068" x="3284538" y="4403725"/>
          <p14:tracePt t="56084" x="3300413" y="4403725"/>
          <p14:tracePt t="56215" x="3300413" y="4419600"/>
          <p14:tracePt t="56227" x="3325813" y="4419600"/>
          <p14:tracePt t="56251" x="3341688" y="4437063"/>
          <p14:tracePt t="56268" x="3359150" y="4460875"/>
          <p14:tracePt t="56285" x="3408363" y="4494213"/>
          <p14:tracePt t="56301" x="3425825" y="4527550"/>
          <p14:tracePt t="56318" x="3459163" y="4545013"/>
          <p14:tracePt t="56350" x="3475038" y="4560888"/>
          <p14:tracePt t="56417" x="3492500" y="4576763"/>
          <p14:tracePt t="56451" x="3508375" y="4576763"/>
          <p14:tracePt t="56468" x="3508375" y="4594225"/>
          <p14:tracePt t="56485" x="3524250" y="4594225"/>
          <p14:tracePt t="56501" x="3541713" y="4627563"/>
          <p14:tracePt t="56518" x="3557588" y="4627563"/>
          <p14:tracePt t="56534" x="3557588" y="4660900"/>
          <p14:tracePt t="56551" x="3582988" y="4660900"/>
          <p14:tracePt t="56568" x="3582988" y="4676775"/>
          <p14:tracePt t="56585" x="3598863" y="4676775"/>
          <p14:tracePt t="56601" x="3598863" y="4694238"/>
          <p14:tracePt t="56618" x="3616325" y="4718050"/>
          <p14:tracePt t="56634" x="3616325" y="4751388"/>
          <p14:tracePt t="56652" x="3632200" y="4768850"/>
          <p14:tracePt t="56669" x="3632200" y="4802188"/>
          <p14:tracePt t="56685" x="3649663" y="4802188"/>
          <p14:tracePt t="56701" x="3649663" y="4818063"/>
          <p14:tracePt t="56718" x="3649663" y="4833938"/>
          <p14:tracePt t="56735" x="3649663" y="4851400"/>
          <p14:tracePt t="56767" x="3649663" y="4867275"/>
          <p14:tracePt t="56912" x="3649663" y="4884738"/>
          <p14:tracePt t="57112" x="3649663" y="4900613"/>
          <p14:tracePt t="57234" x="3649663" y="4918075"/>
          <p14:tracePt t="57279" x="3632200" y="4918075"/>
          <p14:tracePt t="57350" x="3632200" y="4933950"/>
          <p14:tracePt t="57434" x="3632200" y="4959350"/>
          <p14:tracePt t="57503" x="3632200" y="4975225"/>
          <p14:tracePt t="58934" x="3632200" y="4992688"/>
          <p14:tracePt t="58951" x="3649663" y="4992688"/>
          <p14:tracePt t="58984" x="3649663" y="5008563"/>
          <p14:tracePt t="59350" x="3649663" y="5026025"/>
          <p14:tracePt t="59450" x="3649663" y="5041900"/>
          <p14:tracePt t="59521" x="3649663" y="5057775"/>
          <p14:tracePt t="59603" x="3649663" y="5075238"/>
          <p14:tracePt t="59633" x="3632200" y="5091113"/>
          <p14:tracePt t="59651" x="3598863" y="5091113"/>
          <p14:tracePt t="59668" x="3582988" y="5108575"/>
          <p14:tracePt t="59685" x="3524250" y="5124450"/>
          <p14:tracePt t="59701" x="3475038" y="5141913"/>
          <p14:tracePt t="59718" x="3459163" y="5157788"/>
          <p14:tracePt t="59735" x="3359150" y="5175250"/>
          <p14:tracePt t="59751" x="3325813" y="5191125"/>
          <p14:tracePt t="59768" x="3267075" y="5191125"/>
          <p14:tracePt t="59784" x="3235325" y="5216525"/>
          <p14:tracePt t="59801" x="3217863" y="5216525"/>
          <p14:tracePt t="59818" x="3201988" y="5216525"/>
          <p14:tracePt t="60200" x="3217863" y="5216525"/>
          <p14:tracePt t="60255" x="3217863" y="5191125"/>
          <p14:tracePt t="60361" x="3235325" y="5191125"/>
          <p14:tracePt t="60467" x="3235325" y="5175250"/>
          <p14:tracePt t="60917" x="3251200" y="5175250"/>
          <p14:tracePt t="60936" x="3251200" y="5157788"/>
          <p14:tracePt t="61703" x="3267075" y="5157788"/>
          <p14:tracePt t="61734" x="3284538" y="5157788"/>
          <p14:tracePt t="61751" x="3300413" y="5157788"/>
          <p14:tracePt t="61768" x="3325813" y="5157788"/>
          <p14:tracePt t="61785" x="3359150" y="5157788"/>
          <p14:tracePt t="61801" x="3408363" y="5157788"/>
          <p14:tracePt t="61818" x="3425825" y="5157788"/>
          <p14:tracePt t="61834" x="3459163" y="5157788"/>
          <p14:tracePt t="61851" x="3475038" y="5157788"/>
          <p14:tracePt t="61868" x="3508375" y="5157788"/>
          <p14:tracePt t="61900" x="3541713" y="5157788"/>
          <p14:tracePt t="61918" x="3557588" y="5157788"/>
          <p14:tracePt t="61934" x="3598863" y="5157788"/>
          <p14:tracePt t="61951" x="3632200" y="5175250"/>
          <p14:tracePt t="61968" x="3665538" y="5175250"/>
          <p14:tracePt t="62001" x="3716338" y="5191125"/>
          <p14:tracePt t="62018" x="3748088" y="5191125"/>
          <p14:tracePt t="62035" x="3765550" y="5191125"/>
          <p14:tracePt t="62051" x="3781425" y="5191125"/>
          <p14:tracePt t="62084" x="3798888" y="5191125"/>
          <p14:tracePt t="62683" x="3798888" y="5216525"/>
          <p14:tracePt t="63167" x="3798888" y="5191125"/>
          <p14:tracePt t="63207" x="3781425" y="5191125"/>
          <p14:tracePt t="63684" x="3798888" y="5191125"/>
          <p14:tracePt t="63750" x="3814763" y="5175250"/>
          <p14:tracePt t="63783" x="3832225" y="5175250"/>
          <p14:tracePt t="63801" x="3856038" y="5157788"/>
          <p14:tracePt t="63818" x="3873500" y="5157788"/>
          <p14:tracePt t="64084" x="3856038" y="5157788"/>
          <p14:tracePt t="64150" x="3832225" y="5157788"/>
          <p14:tracePt t="64200" x="3814763" y="5157788"/>
          <p14:tracePt t="64218" x="3814763" y="5141913"/>
          <p14:tracePt t="64251" x="3781425" y="5141913"/>
          <p14:tracePt t="64268" x="3765550" y="5124450"/>
          <p14:tracePt t="64285" x="3732213" y="5108575"/>
          <p14:tracePt t="64301" x="3698875" y="5075238"/>
          <p14:tracePt t="64318" x="3683000" y="5075238"/>
          <p14:tracePt t="64335" x="3665538" y="5057775"/>
          <p14:tracePt t="66100" x="3649663" y="5057775"/>
          <p14:tracePt t="66150" x="3632200" y="5057775"/>
          <p14:tracePt t="66217" x="3616325" y="5057775"/>
          <p14:tracePt t="66294" x="3616325" y="5075238"/>
          <p14:tracePt t="66326" x="3598863" y="5075238"/>
          <p14:tracePt t="66392" x="3582988" y="5075238"/>
          <p14:tracePt t="66434" x="3557588" y="5091113"/>
          <p14:tracePt t="66451" x="3541713" y="5091113"/>
          <p14:tracePt t="66468" x="3508375" y="5091113"/>
          <p14:tracePt t="66485" x="3475038" y="5091113"/>
          <p14:tracePt t="66501" x="3459163" y="5091113"/>
          <p14:tracePt t="66518" x="3425825" y="5091113"/>
          <p14:tracePt t="66535" x="3408363" y="5091113"/>
          <p14:tracePt t="66551" x="3392488" y="5091113"/>
          <p14:tracePt t="66568" x="3375025" y="5091113"/>
          <p14:tracePt t="66584" x="3359150" y="5091113"/>
          <p14:tracePt t="66601" x="3341688" y="5091113"/>
          <p14:tracePt t="66634" x="3325813" y="5091113"/>
          <p14:tracePt t="66685" x="3300413" y="5091113"/>
          <p14:tracePt t="66701" x="3284538" y="5091113"/>
          <p14:tracePt t="66718" x="3284538" y="5108575"/>
          <p14:tracePt t="66750" x="3267075" y="5108575"/>
          <p14:tracePt t="66979" x="3251200" y="5108575"/>
          <p14:tracePt t="67001" x="3217863" y="5124450"/>
          <p14:tracePt t="67018" x="3184525" y="5124450"/>
          <p14:tracePt t="67035" x="3135313" y="5157788"/>
          <p14:tracePt t="67051" x="3086100" y="5175250"/>
          <p14:tracePt t="67068" x="3027363" y="5216525"/>
          <p14:tracePt t="67085" x="2994025" y="5232400"/>
          <p14:tracePt t="67101" x="2944813" y="5265738"/>
          <p14:tracePt t="67118" x="2911475" y="5299075"/>
          <p14:tracePt t="67135" x="2828925" y="5365750"/>
          <p14:tracePt t="67151" x="2720975" y="5473700"/>
          <p14:tracePt t="67168" x="2587625" y="5572125"/>
          <p14:tracePt t="67184" x="2497138" y="5622925"/>
          <p14:tracePt t="67201" x="2413000" y="5672138"/>
          <p14:tracePt t="67218" x="2363788" y="5705475"/>
          <p14:tracePt t="67235" x="2330450" y="5730875"/>
          <p14:tracePt t="67251" x="2281238" y="5746750"/>
          <p14:tracePt t="67268" x="2206625" y="5780088"/>
          <p14:tracePt t="67285" x="2155825" y="5795963"/>
          <p14:tracePt t="67301" x="2106613" y="5813425"/>
          <p14:tracePt t="67318" x="2057400" y="5829300"/>
          <p14:tracePt t="67335" x="2006600" y="5829300"/>
          <p14:tracePt t="67351" x="1982788" y="5846763"/>
          <p14:tracePt t="67368" x="1931988" y="5846763"/>
          <p14:tracePt t="67384" x="1898650" y="5862638"/>
          <p14:tracePt t="67401" x="1866900" y="5862638"/>
          <p14:tracePt t="67418" x="1816100" y="5880100"/>
          <p14:tracePt t="67434" x="1782763" y="5895975"/>
          <p14:tracePt t="67451" x="1766888" y="5895975"/>
          <p14:tracePt t="67468" x="1749425" y="5895975"/>
          <p14:tracePt t="67484" x="1733550" y="5895975"/>
          <p14:tracePt t="67501" x="1708150" y="5895975"/>
          <p14:tracePt t="67518" x="1692275" y="5911850"/>
          <p14:tracePt t="67535" x="1674813" y="5911850"/>
          <p14:tracePt t="67551" x="1658938" y="5929313"/>
          <p14:tracePt t="67650" x="1658938" y="5945188"/>
          <p14:tracePt t="67709" x="1674813" y="5945188"/>
          <p14:tracePt t="67767" x="1692275" y="5945188"/>
          <p14:tracePt t="67784" x="1708150" y="5945188"/>
          <p14:tracePt t="67801" x="1733550" y="5945188"/>
          <p14:tracePt t="67818" x="1749425" y="5945188"/>
          <p14:tracePt t="67834" x="1782763" y="5945188"/>
          <p14:tracePt t="67851" x="1800225" y="5945188"/>
          <p14:tracePt t="67868" x="1816100" y="5945188"/>
          <p14:tracePt t="67900" x="1833563" y="5945188"/>
          <p14:tracePt t="68015" x="1849438" y="5945188"/>
          <p14:tracePt t="68141" x="1866900" y="5945188"/>
          <p14:tracePt t="68267" x="1882775" y="5945188"/>
          <p14:tracePt t="68369" x="1898650" y="5945188"/>
          <p14:tracePt t="68528" x="1882775" y="5945188"/>
          <p14:tracePt t="68567" x="1866900" y="5945188"/>
          <p14:tracePt t="68600" x="1849438" y="5945188"/>
          <p14:tracePt t="68650" x="1833563" y="5945188"/>
          <p14:tracePt t="68793" x="1849438" y="5945188"/>
          <p14:tracePt t="68850" x="1866900" y="5945188"/>
          <p14:tracePt t="68957" x="1882775" y="5945188"/>
          <p14:tracePt t="69001" x="1898650" y="5945188"/>
          <p14:tracePt t="69034" x="1916113" y="5945188"/>
          <p14:tracePt t="69051" x="1931988" y="5945188"/>
          <p14:tracePt t="69068" x="1949450" y="5945188"/>
          <p14:tracePt t="69084" x="1982788" y="5945188"/>
          <p14:tracePt t="69101" x="2006600" y="5945188"/>
          <p14:tracePt t="69118" x="2024063" y="5945188"/>
          <p14:tracePt t="69134" x="2039938" y="5945188"/>
          <p14:tracePt t="69151" x="2057400" y="5945188"/>
          <p14:tracePt t="69184" x="2090738" y="5945188"/>
          <p14:tracePt t="69201" x="2122488" y="5945188"/>
          <p14:tracePt t="69218" x="2139950" y="5945188"/>
          <p14:tracePt t="69235" x="2155825" y="5945188"/>
          <p14:tracePt t="69251" x="2173288" y="5945188"/>
          <p14:tracePt t="69268" x="2189163" y="5945188"/>
          <p14:tracePt t="69285" x="2206625" y="5945188"/>
          <p14:tracePt t="69301" x="2222500" y="5945188"/>
          <p14:tracePt t="69350" x="2239963" y="5945188"/>
          <p14:tracePt t="69384" x="2263775" y="5945188"/>
          <p14:tracePt t="69450" x="2281238" y="5945188"/>
          <p14:tracePt t="69500" x="2297113" y="5945188"/>
          <p14:tracePt t="69534" x="2314575" y="5945188"/>
          <p14:tracePt t="69551" x="2330450" y="5945188"/>
          <p14:tracePt t="69584" x="2347913" y="5945188"/>
          <p14:tracePt t="69601" x="2363788" y="5945188"/>
          <p14:tracePt t="69618" x="2379663" y="5945188"/>
          <p14:tracePt t="69650" x="2397125" y="5962650"/>
          <p14:tracePt t="70775" x="2413000" y="5962650"/>
          <p14:tracePt t="70785" x="2430463" y="5962650"/>
          <p14:tracePt t="70801" x="2463800" y="5962650"/>
          <p14:tracePt t="70818" x="2554288" y="5962650"/>
          <p14:tracePt t="70834" x="2603500" y="5988050"/>
          <p14:tracePt t="70851" x="2670175" y="5988050"/>
          <p14:tracePt t="70868" x="2754313" y="6003925"/>
          <p14:tracePt t="70885" x="2894013" y="6003925"/>
          <p14:tracePt t="70901" x="2944813" y="6003925"/>
          <p14:tracePt t="70918" x="3086100" y="6003925"/>
          <p14:tracePt t="70935" x="3341688" y="6003925"/>
          <p14:tracePt t="70951" x="3408363" y="6019800"/>
          <p14:tracePt t="70968" x="3616325" y="6019800"/>
          <p14:tracePt t="70984" x="3683000" y="6019800"/>
          <p14:tracePt t="71001" x="3781425" y="6037263"/>
          <p14:tracePt t="71018" x="3856038" y="6037263"/>
          <p14:tracePt t="71034" x="3889375" y="6037263"/>
          <p14:tracePt t="71051" x="3956050" y="6037263"/>
          <p14:tracePt t="71068" x="4005263" y="6053138"/>
          <p14:tracePt t="71084" x="4071938" y="6053138"/>
          <p14:tracePt t="71101" x="4130675" y="6053138"/>
          <p14:tracePt t="71118" x="4179888" y="6053138"/>
          <p14:tracePt t="71134" x="4229100" y="6070600"/>
          <p14:tracePt t="71151" x="4262438" y="6070600"/>
          <p14:tracePt t="71168" x="4387850" y="6070600"/>
          <p14:tracePt t="71184" x="4470400" y="6070600"/>
          <p14:tracePt t="71201" x="4537075" y="6070600"/>
          <p14:tracePt t="71218" x="4645025" y="6070600"/>
          <p14:tracePt t="71234" x="4743450" y="6070600"/>
          <p14:tracePt t="71251" x="4843463" y="6070600"/>
          <p14:tracePt t="71268" x="4984750" y="6070600"/>
          <p14:tracePt t="71284" x="5118100" y="6070600"/>
          <p14:tracePt t="71301" x="5275263" y="6070600"/>
          <p14:tracePt t="71318" x="5308600" y="6070600"/>
          <p14:tracePt t="71335" x="5407025" y="6070600"/>
          <p14:tracePt t="71351" x="5514975" y="6070600"/>
          <p14:tracePt t="71368" x="5581650" y="6070600"/>
          <p14:tracePt t="71385" x="5599113" y="6070600"/>
          <p14:tracePt t="71401" x="5630863" y="6070600"/>
          <p14:tracePt t="71418" x="5664200" y="6070600"/>
          <p14:tracePt t="71434" x="5705475" y="6070600"/>
          <p14:tracePt t="71451" x="5738813" y="6053138"/>
          <p14:tracePt t="71468" x="5805488" y="6053138"/>
          <p14:tracePt t="71484" x="5854700" y="6037263"/>
          <p14:tracePt t="71501" x="5921375" y="6003925"/>
          <p14:tracePt t="71518" x="5954713" y="5988050"/>
          <p14:tracePt t="71534" x="5980113" y="5988050"/>
          <p14:tracePt t="71551" x="6029325" y="5962650"/>
          <p14:tracePt t="71568" x="6062663" y="5945188"/>
          <p14:tracePt t="71585" x="6096000" y="5929313"/>
          <p14:tracePt t="71601" x="6129338" y="5929313"/>
          <p14:tracePt t="71618" x="6145213" y="5911850"/>
          <p14:tracePt t="71650" x="6178550" y="5911850"/>
          <p14:tracePt t="71668" x="6178550" y="5895975"/>
          <p14:tracePt t="71685" x="6211888" y="5895975"/>
          <p14:tracePt t="71701" x="6253163" y="5895975"/>
          <p14:tracePt t="71718" x="6270625" y="5895975"/>
          <p14:tracePt t="71734" x="6286500" y="5880100"/>
          <p14:tracePt t="71767" x="6303963" y="5880100"/>
          <p14:tracePt t="71800" x="6319838" y="5880100"/>
          <p14:tracePt t="71818" x="6337300" y="5880100"/>
          <p14:tracePt t="71850" x="6353175" y="5880100"/>
          <p14:tracePt t="71937" x="6337300" y="5880100"/>
          <p14:tracePt t="71967" x="6319838" y="5880100"/>
          <p14:tracePt t="72000" x="6303963" y="5880100"/>
          <p14:tracePt t="72050" x="6286500" y="5880100"/>
          <p14:tracePt t="72084" x="6270625" y="5880100"/>
          <p14:tracePt t="72101" x="6211888" y="5895975"/>
          <p14:tracePt t="72118" x="6145213" y="5911850"/>
          <p14:tracePt t="72135" x="6046788" y="5945188"/>
          <p14:tracePt t="72151" x="5954713" y="5962650"/>
          <p14:tracePt t="72168" x="5905500" y="5988050"/>
          <p14:tracePt t="72184" x="5805488" y="5988050"/>
          <p14:tracePt t="72201" x="5738813" y="5988050"/>
          <p14:tracePt t="72218" x="5648325" y="5988050"/>
          <p14:tracePt t="72235" x="5614988" y="5988050"/>
          <p14:tracePt t="72251" x="5532438" y="5988050"/>
          <p14:tracePt t="72268" x="5407025" y="5988050"/>
          <p14:tracePt t="72285" x="5308600" y="5962650"/>
          <p14:tracePt t="72301" x="5224463" y="5929313"/>
          <p14:tracePt t="72318" x="5100638" y="5880100"/>
          <p14:tracePt t="72334" x="4860925" y="5780088"/>
          <p14:tracePt t="72351" x="4570413" y="5622925"/>
          <p14:tracePt t="72368" x="4329113" y="5489575"/>
          <p14:tracePt t="72384" x="4071938" y="5314950"/>
          <p14:tracePt t="72401" x="3956050" y="5249863"/>
          <p14:tracePt t="72418" x="3748088" y="5108575"/>
          <p14:tracePt t="72435" x="3582988" y="4959350"/>
          <p14:tracePt t="72451" x="3425825" y="4833938"/>
          <p14:tracePt t="72468" x="3325813" y="4768850"/>
          <p14:tracePt t="72484" x="3235325" y="4718050"/>
          <p14:tracePt t="72501" x="3184525" y="4676775"/>
          <p14:tracePt t="72518" x="3151188" y="4676775"/>
          <p14:tracePt t="72534" x="3151188" y="4660900"/>
          <p14:tracePt t="72667" x="3168650" y="4660900"/>
          <p14:tracePt t="72717" x="3184525" y="4660900"/>
          <p14:tracePt t="72734" x="3201988" y="4660900"/>
          <p14:tracePt t="72767" x="3217863" y="4660900"/>
          <p14:tracePt t="72800" x="3235325" y="4660900"/>
          <p14:tracePt t="72818" x="3267075" y="4660900"/>
          <p14:tracePt t="72835" x="3325813" y="4660900"/>
          <p14:tracePt t="72851" x="3341688" y="4660900"/>
          <p14:tracePt t="72868" x="3392488" y="4660900"/>
          <p14:tracePt t="72884" x="3441700" y="4660900"/>
          <p14:tracePt t="72901" x="3492500" y="4676775"/>
          <p14:tracePt t="72918" x="3557588" y="4694238"/>
          <p14:tracePt t="72935" x="3616325" y="4718050"/>
          <p14:tracePt t="72951" x="3632200" y="4735513"/>
          <p14:tracePt t="72968" x="3665538" y="4751388"/>
          <p14:tracePt t="72984" x="3683000" y="4768850"/>
          <p14:tracePt t="73017" x="3698875" y="4784725"/>
          <p14:tracePt t="73035" x="3716338" y="4784725"/>
          <p14:tracePt t="73051" x="3732213" y="4833938"/>
          <p14:tracePt t="73068" x="3765550" y="4884738"/>
          <p14:tracePt t="73085" x="3781425" y="4918075"/>
          <p14:tracePt t="73101" x="3781425" y="4933950"/>
          <p14:tracePt t="73118" x="3798888" y="4959350"/>
          <p14:tracePt t="73134" x="3798888" y="4975225"/>
          <p14:tracePt t="73151" x="3798888" y="4992688"/>
          <p14:tracePt t="73184" x="3798888" y="5008563"/>
          <p14:tracePt t="73217" x="3798888" y="5026025"/>
          <p14:tracePt t="73250" x="3798888" y="5057775"/>
          <p14:tracePt t="73268" x="3781425" y="5075238"/>
          <p14:tracePt t="73284" x="3748088" y="5124450"/>
          <p14:tracePt t="73301" x="3732213" y="5141913"/>
          <p14:tracePt t="73318" x="3732213" y="5157788"/>
          <p14:tracePt t="73334" x="3716338" y="5191125"/>
          <p14:tracePt t="73351" x="3698875" y="5216525"/>
          <p14:tracePt t="73368" x="3683000" y="5216525"/>
          <p14:tracePt t="73384" x="3683000" y="5232400"/>
          <p14:tracePt t="73401" x="3665538" y="5232400"/>
          <p14:tracePt t="73450" x="3649663" y="5232400"/>
          <p14:tracePt t="73556" x="3665538" y="5232400"/>
          <p14:tracePt t="73600" x="3683000" y="5232400"/>
          <p14:tracePt t="73634" x="3698875" y="5216525"/>
          <p14:tracePt t="73651" x="3716338" y="5191125"/>
          <p14:tracePt t="73668" x="3732213" y="5191125"/>
          <p14:tracePt t="73685" x="3748088" y="5175250"/>
          <p14:tracePt t="73701" x="3765550" y="5175250"/>
          <p14:tracePt t="73734" x="3765550" y="5157788"/>
          <p14:tracePt t="73751" x="3781425" y="5141913"/>
          <p14:tracePt t="73768" x="3781425" y="5124450"/>
          <p14:tracePt t="73784" x="3798888" y="5124450"/>
          <p14:tracePt t="73801" x="3832225" y="5091113"/>
          <p14:tracePt t="73818" x="3856038" y="5057775"/>
          <p14:tracePt t="73834" x="3889375" y="5026025"/>
          <p14:tracePt t="73851" x="3940175" y="4975225"/>
          <p14:tracePt t="73868" x="3973513" y="4933950"/>
          <p14:tracePt t="73884" x="3989388" y="4900613"/>
          <p14:tracePt t="73901" x="4022725" y="4884738"/>
          <p14:tracePt t="73918" x="4022725" y="4867275"/>
          <p14:tracePt t="73934" x="4038600" y="4851400"/>
          <p14:tracePt t="73951" x="4071938" y="4833938"/>
          <p14:tracePt t="73968" x="4089400" y="4802188"/>
          <p14:tracePt t="74001" x="4089400" y="4784725"/>
          <p14:tracePt t="74134" x="4071938" y="4784725"/>
          <p14:tracePt t="74167" x="4056063" y="4784725"/>
          <p14:tracePt t="74184" x="4038600" y="4784725"/>
          <p14:tracePt t="74201" x="4022725" y="4768850"/>
          <p14:tracePt t="74234" x="4005263" y="4768850"/>
          <p14:tracePt t="74251" x="3973513" y="4768850"/>
          <p14:tracePt t="74268" x="3940175" y="4768850"/>
          <p14:tracePt t="74285" x="3922713" y="4768850"/>
          <p14:tracePt t="74301" x="3856038" y="4751388"/>
          <p14:tracePt t="74318" x="3798888" y="4735513"/>
          <p14:tracePt t="74335" x="3748088" y="4718050"/>
          <p14:tracePt t="74351" x="3716338" y="4718050"/>
          <p14:tracePt t="74368" x="3698875" y="4694238"/>
          <p14:tracePt t="74384" x="3683000" y="4694238"/>
          <p14:tracePt t="74469" x="3698875" y="4694238"/>
          <p14:tracePt t="74500" x="3716338" y="4694238"/>
          <p14:tracePt t="74518" x="3732213" y="4694238"/>
          <p14:tracePt t="74534" x="3798888" y="4718050"/>
          <p14:tracePt t="74551" x="3832225" y="4718050"/>
          <p14:tracePt t="74568" x="3889375" y="4735513"/>
          <p14:tracePt t="74584" x="3940175" y="4751388"/>
          <p14:tracePt t="74601" x="3973513" y="4751388"/>
          <p14:tracePt t="74618" x="3989388" y="4768850"/>
          <p14:tracePt t="74634" x="4005263" y="4768850"/>
          <p14:tracePt t="74651" x="4022725" y="4784725"/>
          <p14:tracePt t="74685" x="4038600" y="4802188"/>
          <p14:tracePt t="74701" x="4038600" y="4818063"/>
          <p14:tracePt t="74718" x="4038600" y="4851400"/>
          <p14:tracePt t="74734" x="4038600" y="4867275"/>
          <p14:tracePt t="74751" x="4038600" y="4900613"/>
          <p14:tracePt t="74768" x="4038600" y="4959350"/>
          <p14:tracePt t="74784" x="4038600" y="5008563"/>
          <p14:tracePt t="74801" x="4038600" y="5075238"/>
          <p14:tracePt t="74818" x="4038600" y="5124450"/>
          <p14:tracePt t="74834" x="4022725" y="5175250"/>
          <p14:tracePt t="74851" x="4005263" y="5249863"/>
          <p14:tracePt t="74868" x="3989388" y="5299075"/>
          <p14:tracePt t="74884" x="3956050" y="5348288"/>
          <p14:tracePt t="74901" x="3940175" y="5399088"/>
          <p14:tracePt t="74918" x="3906838" y="5473700"/>
          <p14:tracePt t="74934" x="3856038" y="5522913"/>
          <p14:tracePt t="74951" x="3832225" y="5556250"/>
          <p14:tracePt t="74968" x="3814763" y="5572125"/>
          <p14:tracePt t="74984" x="3798888" y="5589588"/>
          <p14:tracePt t="75400" x="3732213" y="5589588"/>
          <p14:tracePt t="75418" x="3665538" y="5589588"/>
          <p14:tracePt t="75434" x="3632200" y="5605463"/>
          <p14:tracePt t="75451" x="3582988" y="5605463"/>
          <p14:tracePt t="75468" x="3508375" y="5622925"/>
          <p14:tracePt t="75485" x="3475038" y="5622925"/>
          <p14:tracePt t="75501" x="3459163" y="5638800"/>
          <p14:tracePt t="75634" x="3475038" y="5638800"/>
          <p14:tracePt t="75651" x="3492500" y="5638800"/>
          <p14:tracePt t="75668" x="3557588" y="5638800"/>
          <p14:tracePt t="75685" x="3665538" y="5622925"/>
          <p14:tracePt t="75701" x="3748088" y="5589588"/>
          <p14:tracePt t="75718" x="3814763" y="5589588"/>
          <p14:tracePt t="75734" x="3856038" y="5572125"/>
          <p14:tracePt t="75751" x="3873500" y="5556250"/>
          <p14:tracePt t="75784" x="3889375" y="5556250"/>
          <p14:tracePt t="75817" x="3906838" y="5556250"/>
          <p14:tracePt t="75850" x="3922713" y="5556250"/>
          <p14:tracePt t="75884" x="3956050" y="5538788"/>
          <p14:tracePt t="75901" x="3973513" y="5538788"/>
          <p14:tracePt t="75918" x="4022725" y="5538788"/>
          <p14:tracePt t="75934" x="4071938" y="5522913"/>
          <p14:tracePt t="75951" x="4113213" y="5522913"/>
          <p14:tracePt t="75968" x="4130675" y="5522913"/>
          <p14:tracePt t="76000" x="4146550" y="5522913"/>
          <p14:tracePt t="78346" x="4146550" y="5507038"/>
          <p14:tracePt t="78354" x="4146550" y="5432425"/>
          <p14:tracePt t="78368" x="4146550" y="5381625"/>
          <p14:tracePt t="78384" x="4229100" y="5191125"/>
          <p14:tracePt t="78401" x="4346575" y="4900613"/>
          <p14:tracePt t="78418" x="4454525" y="4694238"/>
          <p14:tracePt t="78435" x="4570413" y="4460875"/>
          <p14:tracePt t="78451" x="4743450" y="4146550"/>
          <p14:tracePt t="78468" x="5018088" y="3740150"/>
          <p14:tracePt t="78484" x="5341938" y="3135313"/>
          <p14:tracePt t="78501" x="5738813" y="2397125"/>
          <p14:tracePt t="78518" x="5872163" y="2089150"/>
          <p14:tracePt t="78534" x="6062663" y="1641475"/>
          <p14:tracePt t="78551" x="6196013" y="1127125"/>
          <p14:tracePt t="78568" x="6286500" y="496888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126D6-5236-6C57-DFB7-AD4F725E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7F8AC951-0EC8-7AA1-8EA1-C8805516CFAA}"/>
              </a:ext>
            </a:extLst>
          </p:cNvPr>
          <p:cNvSpPr/>
          <p:nvPr/>
        </p:nvSpPr>
        <p:spPr>
          <a:xfrm>
            <a:off x="1564139" y="2475693"/>
            <a:ext cx="3708104" cy="5980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2E59923-6FAA-284D-72DF-3FE352CC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 구현 방법</a:t>
            </a:r>
            <a:r>
              <a:rPr lang="en-US" altLang="ko-KR" b="1" dirty="0"/>
              <a:t> – Keccak state </a:t>
            </a:r>
            <a:r>
              <a:rPr lang="ko-KR" altLang="en-US" b="1" dirty="0"/>
              <a:t>병렬배치 후 </a:t>
            </a:r>
            <a:r>
              <a:rPr lang="en-US" altLang="ko-KR" b="1" dirty="0"/>
              <a:t>XOR</a:t>
            </a:r>
            <a:endParaRPr lang="ko-KR" altLang="en-US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A62E3F-F330-CFE9-1731-BA7256F35003}"/>
              </a:ext>
            </a:extLst>
          </p:cNvPr>
          <p:cNvSpPr/>
          <p:nvPr/>
        </p:nvSpPr>
        <p:spPr>
          <a:xfrm>
            <a:off x="1626758" y="2576917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A0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C44ECB-721F-8BBC-ADB9-BF7CF7B1C7AB}"/>
              </a:ext>
            </a:extLst>
          </p:cNvPr>
          <p:cNvSpPr/>
          <p:nvPr/>
        </p:nvSpPr>
        <p:spPr>
          <a:xfrm>
            <a:off x="2231831" y="2576917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A1</a:t>
            </a:r>
            <a:endParaRPr kumimoji="1"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9C4F43-AA33-DF46-D998-4E018948143E}"/>
              </a:ext>
            </a:extLst>
          </p:cNvPr>
          <p:cNvSpPr/>
          <p:nvPr/>
        </p:nvSpPr>
        <p:spPr>
          <a:xfrm>
            <a:off x="2836904" y="2576916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</a:t>
            </a:r>
            <a:endParaRPr kumimoji="1"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2A64FD-465C-277B-BFF8-BA08E79BC3F3}"/>
              </a:ext>
            </a:extLst>
          </p:cNvPr>
          <p:cNvSpPr/>
          <p:nvPr/>
        </p:nvSpPr>
        <p:spPr>
          <a:xfrm>
            <a:off x="4032731" y="2576916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A23</a:t>
            </a:r>
            <a:endParaRPr kumimoji="1"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0A5266-6E32-BB28-D972-D01AE4C66DEF}"/>
              </a:ext>
            </a:extLst>
          </p:cNvPr>
          <p:cNvSpPr/>
          <p:nvPr/>
        </p:nvSpPr>
        <p:spPr>
          <a:xfrm>
            <a:off x="4637804" y="2576915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A24</a:t>
            </a:r>
            <a:endParaRPr kumimoji="1"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AEBA6-5395-F7CC-59E5-F2F301F6905F}"/>
              </a:ext>
            </a:extLst>
          </p:cNvPr>
          <p:cNvSpPr txBox="1"/>
          <p:nvPr/>
        </p:nvSpPr>
        <p:spPr>
          <a:xfrm>
            <a:off x="3494145" y="257691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FC58B18-8F94-2002-C72E-DBE3BEDE4684}"/>
              </a:ext>
            </a:extLst>
          </p:cNvPr>
          <p:cNvSpPr/>
          <p:nvPr/>
        </p:nvSpPr>
        <p:spPr>
          <a:xfrm>
            <a:off x="1626758" y="3199505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A0</a:t>
            </a:r>
            <a:endParaRPr kumimoji="1"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72979B-392A-8BCE-3772-4E0C464B20BA}"/>
              </a:ext>
            </a:extLst>
          </p:cNvPr>
          <p:cNvSpPr/>
          <p:nvPr/>
        </p:nvSpPr>
        <p:spPr>
          <a:xfrm>
            <a:off x="2231831" y="3199505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A1</a:t>
            </a:r>
            <a:endParaRPr kumimoji="1"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9659DB-199E-607F-0A4E-F9080E72B4A6}"/>
              </a:ext>
            </a:extLst>
          </p:cNvPr>
          <p:cNvSpPr/>
          <p:nvPr/>
        </p:nvSpPr>
        <p:spPr>
          <a:xfrm>
            <a:off x="2836904" y="3199504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</a:t>
            </a:r>
            <a:endParaRPr kumimoji="1"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0BD1BE-C46D-7A45-CB96-66471A7452FD}"/>
              </a:ext>
            </a:extLst>
          </p:cNvPr>
          <p:cNvSpPr/>
          <p:nvPr/>
        </p:nvSpPr>
        <p:spPr>
          <a:xfrm>
            <a:off x="4032731" y="3199504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A23</a:t>
            </a:r>
            <a:endParaRPr kumimoji="1"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31ECB9-BABB-D670-C2CF-E11BE16B5D0C}"/>
              </a:ext>
            </a:extLst>
          </p:cNvPr>
          <p:cNvSpPr/>
          <p:nvPr/>
        </p:nvSpPr>
        <p:spPr>
          <a:xfrm>
            <a:off x="4637804" y="3199503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A24</a:t>
            </a:r>
            <a:endParaRPr kumimoji="1"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8AE7FD-C5B6-744C-9D1E-DCDE7AE98C5E}"/>
              </a:ext>
            </a:extLst>
          </p:cNvPr>
          <p:cNvSpPr txBox="1"/>
          <p:nvPr/>
        </p:nvSpPr>
        <p:spPr>
          <a:xfrm>
            <a:off x="3494145" y="31995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ADDA54-0E3B-EE3C-5359-B814F8F5D042}"/>
              </a:ext>
            </a:extLst>
          </p:cNvPr>
          <p:cNvSpPr/>
          <p:nvPr/>
        </p:nvSpPr>
        <p:spPr>
          <a:xfrm>
            <a:off x="1626758" y="3864430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A0</a:t>
            </a:r>
            <a:endParaRPr kumimoji="1" lang="ko-KR" altLang="en-US" sz="14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CF83B9-8B37-92CA-9EE1-2B51858EA8C1}"/>
              </a:ext>
            </a:extLst>
          </p:cNvPr>
          <p:cNvSpPr/>
          <p:nvPr/>
        </p:nvSpPr>
        <p:spPr>
          <a:xfrm>
            <a:off x="2231831" y="3864430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A1</a:t>
            </a:r>
            <a:endParaRPr kumimoji="1" lang="ko-KR" altLang="en-US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A238DCB-D8F7-87AC-D7A2-B2C763D9A204}"/>
              </a:ext>
            </a:extLst>
          </p:cNvPr>
          <p:cNvSpPr/>
          <p:nvPr/>
        </p:nvSpPr>
        <p:spPr>
          <a:xfrm>
            <a:off x="2836904" y="3864429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</a:t>
            </a:r>
            <a:endParaRPr kumimoji="1"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5BAF0E3-DA54-5B56-D6F0-77A7B2475421}"/>
              </a:ext>
            </a:extLst>
          </p:cNvPr>
          <p:cNvSpPr/>
          <p:nvPr/>
        </p:nvSpPr>
        <p:spPr>
          <a:xfrm>
            <a:off x="4032731" y="3864429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A23</a:t>
            </a:r>
            <a:endParaRPr kumimoji="1"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9F394E-42B1-72FC-2436-B7CD0A34765C}"/>
              </a:ext>
            </a:extLst>
          </p:cNvPr>
          <p:cNvSpPr/>
          <p:nvPr/>
        </p:nvSpPr>
        <p:spPr>
          <a:xfrm>
            <a:off x="4637804" y="3864428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A24</a:t>
            </a:r>
            <a:endParaRPr kumimoji="1"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89607B-C44E-4D90-4F9C-38E119CD7995}"/>
              </a:ext>
            </a:extLst>
          </p:cNvPr>
          <p:cNvSpPr txBox="1"/>
          <p:nvPr/>
        </p:nvSpPr>
        <p:spPr>
          <a:xfrm>
            <a:off x="3494145" y="38644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950DA2D-A685-2052-4FAE-EA255A922C5B}"/>
              </a:ext>
            </a:extLst>
          </p:cNvPr>
          <p:cNvSpPr/>
          <p:nvPr/>
        </p:nvSpPr>
        <p:spPr>
          <a:xfrm>
            <a:off x="1626758" y="4572793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A0</a:t>
            </a:r>
            <a:endParaRPr kumimoji="1"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879851-BF7F-B01F-EF0F-80EA0095AB05}"/>
              </a:ext>
            </a:extLst>
          </p:cNvPr>
          <p:cNvSpPr/>
          <p:nvPr/>
        </p:nvSpPr>
        <p:spPr>
          <a:xfrm>
            <a:off x="2231831" y="4572793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A1</a:t>
            </a:r>
            <a:endParaRPr kumimoji="1"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E9B5B5D-2201-1C2A-2CDB-CF6125CBD810}"/>
              </a:ext>
            </a:extLst>
          </p:cNvPr>
          <p:cNvSpPr/>
          <p:nvPr/>
        </p:nvSpPr>
        <p:spPr>
          <a:xfrm>
            <a:off x="2836904" y="4572792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</a:t>
            </a:r>
            <a:endParaRPr kumimoji="1" lang="ko-KR" altLang="en-US" sz="14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762611B-E203-0CEA-20B2-35B0D47FD16E}"/>
              </a:ext>
            </a:extLst>
          </p:cNvPr>
          <p:cNvSpPr/>
          <p:nvPr/>
        </p:nvSpPr>
        <p:spPr>
          <a:xfrm>
            <a:off x="4032731" y="4572792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A23</a:t>
            </a:r>
            <a:endParaRPr kumimoji="1" lang="ko-KR" altLang="en-US" sz="14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B0C2A0-C12B-56F3-9F2E-46FF852F7839}"/>
              </a:ext>
            </a:extLst>
          </p:cNvPr>
          <p:cNvSpPr/>
          <p:nvPr/>
        </p:nvSpPr>
        <p:spPr>
          <a:xfrm>
            <a:off x="4637804" y="4572791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A24</a:t>
            </a:r>
            <a:endParaRPr kumimoji="1"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837BCE-AF06-1C0C-EA51-37F64F5D2F66}"/>
              </a:ext>
            </a:extLst>
          </p:cNvPr>
          <p:cNvSpPr txBox="1"/>
          <p:nvPr/>
        </p:nvSpPr>
        <p:spPr>
          <a:xfrm>
            <a:off x="3494145" y="457279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2CC795-75CF-D386-54D4-F6698C17D2E3}"/>
              </a:ext>
            </a:extLst>
          </p:cNvPr>
          <p:cNvSpPr txBox="1"/>
          <p:nvPr/>
        </p:nvSpPr>
        <p:spPr>
          <a:xfrm>
            <a:off x="810696" y="258807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state0</a:t>
            </a:r>
            <a:endParaRPr kumimoji="1"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992467-5976-E763-30BD-CBFD97FE1C2C}"/>
              </a:ext>
            </a:extLst>
          </p:cNvPr>
          <p:cNvSpPr txBox="1"/>
          <p:nvPr/>
        </p:nvSpPr>
        <p:spPr>
          <a:xfrm>
            <a:off x="778255" y="3209486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state1</a:t>
            </a:r>
            <a:endParaRPr kumimoji="1"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8B59190-DFC7-E80D-3340-E6466FE27DC4}"/>
              </a:ext>
            </a:extLst>
          </p:cNvPr>
          <p:cNvSpPr txBox="1"/>
          <p:nvPr/>
        </p:nvSpPr>
        <p:spPr>
          <a:xfrm>
            <a:off x="810695" y="3876803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state2</a:t>
            </a:r>
            <a:endParaRPr kumimoji="1"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2E6B6D-E876-7D92-8216-DBA2DB77D001}"/>
              </a:ext>
            </a:extLst>
          </p:cNvPr>
          <p:cNvSpPr txBox="1"/>
          <p:nvPr/>
        </p:nvSpPr>
        <p:spPr>
          <a:xfrm>
            <a:off x="810695" y="457928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state3</a:t>
            </a:r>
            <a:endParaRPr kumimoji="1"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F7166CA-B823-CD83-BF07-D5350513DA73}"/>
              </a:ext>
            </a:extLst>
          </p:cNvPr>
          <p:cNvSpPr/>
          <p:nvPr/>
        </p:nvSpPr>
        <p:spPr>
          <a:xfrm>
            <a:off x="7797311" y="2302892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A0</a:t>
            </a:r>
            <a:endParaRPr kumimoji="1" lang="ko-KR" altLang="en-US" sz="14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9CF6136-2B29-ED55-A514-23248FB8D5BF}"/>
              </a:ext>
            </a:extLst>
          </p:cNvPr>
          <p:cNvSpPr/>
          <p:nvPr/>
        </p:nvSpPr>
        <p:spPr>
          <a:xfrm>
            <a:off x="8402384" y="2302892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A0</a:t>
            </a:r>
            <a:endParaRPr kumimoji="1" lang="ko-KR" altLang="en-US" sz="14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E05D251-CFE3-3E44-20E5-61E333E4A321}"/>
              </a:ext>
            </a:extLst>
          </p:cNvPr>
          <p:cNvSpPr/>
          <p:nvPr/>
        </p:nvSpPr>
        <p:spPr>
          <a:xfrm>
            <a:off x="9007457" y="2302891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A0</a:t>
            </a:r>
            <a:endParaRPr kumimoji="1" lang="ko-KR" altLang="en-US" sz="14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67BD774-C80F-DDDC-8183-221CFE5041BA}"/>
              </a:ext>
            </a:extLst>
          </p:cNvPr>
          <p:cNvSpPr/>
          <p:nvPr/>
        </p:nvSpPr>
        <p:spPr>
          <a:xfrm>
            <a:off x="9612530" y="2302891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A0</a:t>
            </a:r>
            <a:endParaRPr kumimoji="1" lang="ko-KR" alt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44E2E8-A0A8-27DC-D2A4-E4300C52E6F3}"/>
              </a:ext>
            </a:extLst>
          </p:cNvPr>
          <p:cNvSpPr txBox="1"/>
          <p:nvPr/>
        </p:nvSpPr>
        <p:spPr>
          <a:xfrm>
            <a:off x="6981249" y="2314049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ymm0</a:t>
            </a:r>
            <a:endParaRPr kumimoji="1"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F86BB2C-8F9E-1C35-BCA6-6D797631D9E6}"/>
              </a:ext>
            </a:extLst>
          </p:cNvPr>
          <p:cNvSpPr/>
          <p:nvPr/>
        </p:nvSpPr>
        <p:spPr>
          <a:xfrm>
            <a:off x="7797311" y="2954610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A1</a:t>
            </a:r>
            <a:endParaRPr kumimoji="1" lang="ko-KR" altLang="en-US" sz="14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AA9FE27-2B76-D9CB-AC3F-CBD2BB49D16D}"/>
              </a:ext>
            </a:extLst>
          </p:cNvPr>
          <p:cNvSpPr/>
          <p:nvPr/>
        </p:nvSpPr>
        <p:spPr>
          <a:xfrm>
            <a:off x="8402384" y="2954610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A1</a:t>
            </a:r>
            <a:endParaRPr kumimoji="1" lang="ko-KR" altLang="en-US" sz="1400" dirty="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805E9B5-CF9A-EF82-B8EA-808043DE7F10}"/>
              </a:ext>
            </a:extLst>
          </p:cNvPr>
          <p:cNvSpPr/>
          <p:nvPr/>
        </p:nvSpPr>
        <p:spPr>
          <a:xfrm>
            <a:off x="9007457" y="2954609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A1</a:t>
            </a:r>
            <a:endParaRPr kumimoji="1" lang="ko-KR" altLang="en-US" sz="14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77A6E70-F6CF-728A-72D7-266DE70CF0D3}"/>
              </a:ext>
            </a:extLst>
          </p:cNvPr>
          <p:cNvSpPr/>
          <p:nvPr/>
        </p:nvSpPr>
        <p:spPr>
          <a:xfrm>
            <a:off x="9612530" y="2954609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A1</a:t>
            </a:r>
            <a:endParaRPr kumimoji="1"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9CA68D-F587-FFE1-E261-C1DE9D1454F9}"/>
              </a:ext>
            </a:extLst>
          </p:cNvPr>
          <p:cNvSpPr txBox="1"/>
          <p:nvPr/>
        </p:nvSpPr>
        <p:spPr>
          <a:xfrm>
            <a:off x="6936384" y="296604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ymm1</a:t>
            </a:r>
            <a:endParaRPr kumimoji="1"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BB7A456-B380-C54E-0A20-3DE9EC3725B3}"/>
              </a:ext>
            </a:extLst>
          </p:cNvPr>
          <p:cNvSpPr/>
          <p:nvPr/>
        </p:nvSpPr>
        <p:spPr>
          <a:xfrm>
            <a:off x="7806574" y="3607873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</a:t>
            </a:r>
            <a:endParaRPr kumimoji="1" lang="ko-KR" altLang="en-US" sz="14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D539DD2-97FF-AD2B-35DF-8D7BF37B411B}"/>
              </a:ext>
            </a:extLst>
          </p:cNvPr>
          <p:cNvSpPr/>
          <p:nvPr/>
        </p:nvSpPr>
        <p:spPr>
          <a:xfrm>
            <a:off x="8411647" y="3607873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</a:t>
            </a:r>
            <a:endParaRPr kumimoji="1"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A69388B-4200-B431-BF3E-A0D7BE053968}"/>
              </a:ext>
            </a:extLst>
          </p:cNvPr>
          <p:cNvSpPr/>
          <p:nvPr/>
        </p:nvSpPr>
        <p:spPr>
          <a:xfrm>
            <a:off x="9016720" y="3607872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</a:t>
            </a:r>
            <a:endParaRPr kumimoji="1"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9D24028-71EF-BE23-B444-B74C989E22DA}"/>
              </a:ext>
            </a:extLst>
          </p:cNvPr>
          <p:cNvSpPr/>
          <p:nvPr/>
        </p:nvSpPr>
        <p:spPr>
          <a:xfrm>
            <a:off x="9621793" y="3607872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</a:t>
            </a:r>
            <a:endParaRPr kumimoji="1"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A66FD9-96B3-15B7-B234-57B5C36A0770}"/>
              </a:ext>
            </a:extLst>
          </p:cNvPr>
          <p:cNvSpPr txBox="1"/>
          <p:nvPr/>
        </p:nvSpPr>
        <p:spPr>
          <a:xfrm>
            <a:off x="6930352" y="361903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ymm2</a:t>
            </a:r>
            <a:endParaRPr kumimoji="1"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DD872E9-ED11-A502-048D-20AB378C9A6E}"/>
              </a:ext>
            </a:extLst>
          </p:cNvPr>
          <p:cNvSpPr/>
          <p:nvPr/>
        </p:nvSpPr>
        <p:spPr>
          <a:xfrm>
            <a:off x="7790990" y="4594648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A24</a:t>
            </a:r>
            <a:endParaRPr kumimoji="1" lang="ko-KR" altLang="en-US" sz="14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E0E6B02-9525-EBEE-6884-A6EF8BE14E39}"/>
              </a:ext>
            </a:extLst>
          </p:cNvPr>
          <p:cNvSpPr/>
          <p:nvPr/>
        </p:nvSpPr>
        <p:spPr>
          <a:xfrm>
            <a:off x="8396063" y="4594648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A24</a:t>
            </a:r>
            <a:endParaRPr kumimoji="1" lang="ko-KR" altLang="en-US" sz="14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3C5725B-C56F-93AC-983C-DE00B3A70BD3}"/>
              </a:ext>
            </a:extLst>
          </p:cNvPr>
          <p:cNvSpPr/>
          <p:nvPr/>
        </p:nvSpPr>
        <p:spPr>
          <a:xfrm>
            <a:off x="9001136" y="4594647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A24</a:t>
            </a:r>
            <a:endParaRPr kumimoji="1" lang="ko-KR" altLang="en-US" sz="1400" dirty="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2729459-16AB-EFCF-61C8-FCF4DD91CB41}"/>
              </a:ext>
            </a:extLst>
          </p:cNvPr>
          <p:cNvSpPr/>
          <p:nvPr/>
        </p:nvSpPr>
        <p:spPr>
          <a:xfrm>
            <a:off x="9606209" y="4594647"/>
            <a:ext cx="53415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A24</a:t>
            </a:r>
            <a:endParaRPr kumimoji="1"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93402C-CFFD-6752-2314-EEB550147C89}"/>
              </a:ext>
            </a:extLst>
          </p:cNvPr>
          <p:cNvSpPr txBox="1"/>
          <p:nvPr/>
        </p:nvSpPr>
        <p:spPr>
          <a:xfrm>
            <a:off x="6877824" y="4605805"/>
            <a:ext cx="94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ymm24</a:t>
            </a:r>
            <a:endParaRPr kumimoji="1"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123AA1-4618-2860-FB9C-1E985E328389}"/>
              </a:ext>
            </a:extLst>
          </p:cNvPr>
          <p:cNvSpPr txBox="1"/>
          <p:nvPr/>
        </p:nvSpPr>
        <p:spPr>
          <a:xfrm rot="5400000">
            <a:off x="7868628" y="415168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26A167-826B-C474-C395-85EDC0B22B2A}"/>
              </a:ext>
            </a:extLst>
          </p:cNvPr>
          <p:cNvSpPr txBox="1"/>
          <p:nvPr/>
        </p:nvSpPr>
        <p:spPr>
          <a:xfrm rot="5400000">
            <a:off x="8491678" y="415168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BB4F20-5622-E290-FEE4-3C4F19AC7653}"/>
              </a:ext>
            </a:extLst>
          </p:cNvPr>
          <p:cNvSpPr txBox="1"/>
          <p:nvPr/>
        </p:nvSpPr>
        <p:spPr>
          <a:xfrm rot="5400000">
            <a:off x="9098298" y="415168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8841E5B-07A1-F099-F4B2-DD29A20D378E}"/>
              </a:ext>
            </a:extLst>
          </p:cNvPr>
          <p:cNvSpPr txBox="1"/>
          <p:nvPr/>
        </p:nvSpPr>
        <p:spPr>
          <a:xfrm rot="5400000">
            <a:off x="9706026" y="4151686"/>
            <a:ext cx="415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401AC42-6791-1386-CFD6-01332CC6A5AB}"/>
              </a:ext>
            </a:extLst>
          </p:cNvPr>
          <p:cNvSpPr txBox="1"/>
          <p:nvPr/>
        </p:nvSpPr>
        <p:spPr>
          <a:xfrm rot="5400000">
            <a:off x="7187771" y="415168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…</a:t>
            </a:r>
            <a:endParaRPr kumimoji="1" lang="ko-KR" altLang="en-US" dirty="0"/>
          </a:p>
        </p:txBody>
      </p:sp>
      <p:sp>
        <p:nvSpPr>
          <p:cNvPr id="71" name="오른쪽 화살표[R] 70">
            <a:extLst>
              <a:ext uri="{FF2B5EF4-FFF2-40B4-BE49-F238E27FC236}">
                <a16:creationId xmlns:a16="http://schemas.microsoft.com/office/drawing/2014/main" id="{B48A2090-C5B4-135A-E516-66B22C132D51}"/>
              </a:ext>
            </a:extLst>
          </p:cNvPr>
          <p:cNvSpPr/>
          <p:nvPr/>
        </p:nvSpPr>
        <p:spPr>
          <a:xfrm>
            <a:off x="5773413" y="3536165"/>
            <a:ext cx="718242" cy="3258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75" name="구부러진 연결선[U] 74">
            <a:extLst>
              <a:ext uri="{FF2B5EF4-FFF2-40B4-BE49-F238E27FC236}">
                <a16:creationId xmlns:a16="http://schemas.microsoft.com/office/drawing/2014/main" id="{B14B9597-5A28-0FDA-1BD7-BEAC67056727}"/>
              </a:ext>
            </a:extLst>
          </p:cNvPr>
          <p:cNvCxnSpPr>
            <a:stCxn id="4" idx="0"/>
          </p:cNvCxnSpPr>
          <p:nvPr/>
        </p:nvCxnSpPr>
        <p:spPr>
          <a:xfrm rot="5400000" flipH="1" flipV="1">
            <a:off x="1924922" y="2270008"/>
            <a:ext cx="275823" cy="33799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CD81B713-3CED-9A0E-5F5D-9ABB4DF92C4C}"/>
              </a:ext>
            </a:extLst>
          </p:cNvPr>
          <p:cNvSpPr txBox="1"/>
          <p:nvPr/>
        </p:nvSpPr>
        <p:spPr>
          <a:xfrm>
            <a:off x="2231831" y="211847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64bit</a:t>
            </a:r>
            <a:endParaRPr kumimoji="1"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8170C9-C05F-C275-335D-2EFEDD9A959C}"/>
              </a:ext>
            </a:extLst>
          </p:cNvPr>
          <p:cNvSpPr txBox="1"/>
          <p:nvPr/>
        </p:nvSpPr>
        <p:spPr>
          <a:xfrm>
            <a:off x="689891" y="5461740"/>
            <a:ext cx="104812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000" dirty="0"/>
              <a:t>256bit YMM</a:t>
            </a:r>
            <a:r>
              <a:rPr kumimoji="1" lang="ko-KR" altLang="en-US" sz="2000" dirty="0"/>
              <a:t>레지스터에 </a:t>
            </a:r>
            <a:r>
              <a:rPr kumimoji="1" lang="en-US" altLang="ko-KR" sz="2000" dirty="0"/>
              <a:t>4</a:t>
            </a:r>
            <a:r>
              <a:rPr kumimoji="1" lang="ko-KR" altLang="en-US" sz="2000" dirty="0"/>
              <a:t>개의 </a:t>
            </a:r>
            <a:r>
              <a:rPr kumimoji="1" lang="en-US" altLang="ko-KR" sz="2000" dirty="0"/>
              <a:t>Keccak state</a:t>
            </a:r>
            <a:r>
              <a:rPr kumimoji="1" lang="ko-KR" altLang="en-US" sz="2000" dirty="0" err="1"/>
              <a:t>를</a:t>
            </a:r>
            <a:r>
              <a:rPr kumimoji="1" lang="ko-KR" altLang="en-US" sz="2000" dirty="0"/>
              <a:t> 병렬 배치</a:t>
            </a:r>
            <a:endParaRPr kumimoji="1"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000" dirty="0"/>
              <a:t>하나의 명령으로 </a:t>
            </a:r>
            <a:r>
              <a:rPr kumimoji="1" lang="en-US" altLang="ko-KR" sz="2000" dirty="0"/>
              <a:t>4</a:t>
            </a:r>
            <a:r>
              <a:rPr kumimoji="1" lang="ko-KR" altLang="en-US" sz="2000" dirty="0"/>
              <a:t>개의  </a:t>
            </a:r>
            <a:r>
              <a:rPr kumimoji="1" lang="en-US" altLang="ko-KR" sz="2000" dirty="0"/>
              <a:t>Keccak state</a:t>
            </a:r>
            <a:r>
              <a:rPr kumimoji="1" lang="ko-KR" altLang="en-US" sz="2000" dirty="0" err="1"/>
              <a:t>에</a:t>
            </a:r>
            <a:r>
              <a:rPr kumimoji="1" lang="ko-KR" altLang="en-US" sz="2000" dirty="0"/>
              <a:t> 같은 연산을 동시에 수행 가능</a:t>
            </a:r>
            <a:endParaRPr kumimoji="1" lang="en-US" altLang="ko-KR" sz="2000" dirty="0"/>
          </a:p>
          <a:p>
            <a:pPr marL="800100" lvl="1" indent="-342900">
              <a:buFont typeface="Wingdings" pitchFamily="2" charset="2"/>
              <a:buChar char="Ø"/>
            </a:pPr>
            <a:r>
              <a:rPr kumimoji="1" lang="en-US" altLang="ko-KR" sz="2000" dirty="0"/>
              <a:t>YMM</a:t>
            </a:r>
            <a:r>
              <a:rPr kumimoji="1" lang="ko-KR" altLang="en-US" sz="2000" dirty="0" err="1"/>
              <a:t>으로</a:t>
            </a:r>
            <a:r>
              <a:rPr kumimoji="1" lang="ko-KR" altLang="en-US" sz="2000" dirty="0"/>
              <a:t> 옮긴 후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각 데이터</a:t>
            </a:r>
            <a:r>
              <a:rPr kumimoji="1" lang="en-US" altLang="ko-KR" sz="2000" dirty="0"/>
              <a:t>(A0)</a:t>
            </a:r>
            <a:r>
              <a:rPr kumimoji="1" lang="ko-KR" altLang="en-US" sz="2000" dirty="0" err="1"/>
              <a:t>를</a:t>
            </a:r>
            <a:r>
              <a:rPr kumimoji="1" lang="ko-KR" altLang="en-US" sz="2000" dirty="0"/>
              <a:t> 원본 메시지 데이터</a:t>
            </a:r>
            <a:r>
              <a:rPr kumimoji="1" lang="en-US" altLang="ko-KR" sz="2000" dirty="0"/>
              <a:t>(input)</a:t>
            </a:r>
            <a:r>
              <a:rPr kumimoji="1" lang="ko-KR" altLang="en-US" sz="2000" dirty="0"/>
              <a:t>와 </a:t>
            </a:r>
            <a:r>
              <a:rPr kumimoji="1" lang="en-US" altLang="ko-KR" sz="2000" dirty="0"/>
              <a:t>XOR</a:t>
            </a:r>
            <a:r>
              <a:rPr kumimoji="1" lang="ko-KR" altLang="en-US" sz="2000" dirty="0"/>
              <a:t>연산</a:t>
            </a:r>
            <a:r>
              <a:rPr kumimoji="1" lang="en-US" altLang="ko-KR" sz="2000" dirty="0"/>
              <a:t>(</a:t>
            </a:r>
            <a:r>
              <a:rPr kumimoji="1" lang="ko-KR" altLang="en-US" sz="2000" dirty="0"/>
              <a:t>병렬진행</a:t>
            </a:r>
            <a:r>
              <a:rPr kumimoji="1" lang="en-US" altLang="ko-KR" sz="2000" dirty="0"/>
              <a:t>)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C2979D-51BC-FEC7-AE9E-DFF06EFC787F}"/>
              </a:ext>
            </a:extLst>
          </p:cNvPr>
          <p:cNvSpPr/>
          <p:nvPr/>
        </p:nvSpPr>
        <p:spPr>
          <a:xfrm>
            <a:off x="1559934" y="3110000"/>
            <a:ext cx="3708104" cy="5980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F12DE97-FDE1-6294-F358-A1F5076F8C11}"/>
              </a:ext>
            </a:extLst>
          </p:cNvPr>
          <p:cNvSpPr/>
          <p:nvPr/>
        </p:nvSpPr>
        <p:spPr>
          <a:xfrm>
            <a:off x="1559934" y="3772138"/>
            <a:ext cx="3708104" cy="5980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2B68E6F-0F62-E56B-5854-92582FC55D28}"/>
              </a:ext>
            </a:extLst>
          </p:cNvPr>
          <p:cNvSpPr/>
          <p:nvPr/>
        </p:nvSpPr>
        <p:spPr>
          <a:xfrm>
            <a:off x="1559934" y="4465357"/>
            <a:ext cx="3708104" cy="5980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C37F059-72FA-F229-010E-0BEA6EE28477}"/>
              </a:ext>
            </a:extLst>
          </p:cNvPr>
          <p:cNvSpPr/>
          <p:nvPr/>
        </p:nvSpPr>
        <p:spPr>
          <a:xfrm>
            <a:off x="7752446" y="2242359"/>
            <a:ext cx="2434772" cy="5238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D76A7CA-E73C-D8EB-9968-E22311215B6E}"/>
              </a:ext>
            </a:extLst>
          </p:cNvPr>
          <p:cNvSpPr/>
          <p:nvPr/>
        </p:nvSpPr>
        <p:spPr>
          <a:xfrm>
            <a:off x="7756862" y="2877691"/>
            <a:ext cx="2434772" cy="5238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321A7DE-BF14-7DC8-7890-0FCF66EBC5F0}"/>
              </a:ext>
            </a:extLst>
          </p:cNvPr>
          <p:cNvSpPr/>
          <p:nvPr/>
        </p:nvSpPr>
        <p:spPr>
          <a:xfrm>
            <a:off x="7764478" y="3527755"/>
            <a:ext cx="2434772" cy="5238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0DB522B-800B-5D6E-9136-1F4D315E9889}"/>
              </a:ext>
            </a:extLst>
          </p:cNvPr>
          <p:cNvSpPr/>
          <p:nvPr/>
        </p:nvSpPr>
        <p:spPr>
          <a:xfrm>
            <a:off x="7759686" y="4522446"/>
            <a:ext cx="2434772" cy="5238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D0FD484-4B46-CCCE-0D8C-A578CB41A330}"/>
              </a:ext>
            </a:extLst>
          </p:cNvPr>
          <p:cNvSpPr/>
          <p:nvPr/>
        </p:nvSpPr>
        <p:spPr>
          <a:xfrm>
            <a:off x="720179" y="2133749"/>
            <a:ext cx="4812019" cy="3143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836E6E7-49ED-7E1E-0AE0-CF2118E3C44E}"/>
              </a:ext>
            </a:extLst>
          </p:cNvPr>
          <p:cNvSpPr/>
          <p:nvPr/>
        </p:nvSpPr>
        <p:spPr>
          <a:xfrm>
            <a:off x="6715371" y="2100980"/>
            <a:ext cx="3813575" cy="31438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2826F3-F52B-29B5-14BD-4E50004B6425}"/>
              </a:ext>
            </a:extLst>
          </p:cNvPr>
          <p:cNvSpPr txBox="1"/>
          <p:nvPr/>
        </p:nvSpPr>
        <p:spPr>
          <a:xfrm>
            <a:off x="6694122" y="1753105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YMM Register</a:t>
            </a:r>
            <a:endParaRPr kumimoji="1"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BC059C3-E85F-9F2A-5553-2C2889387D2C}"/>
              </a:ext>
            </a:extLst>
          </p:cNvPr>
          <p:cNvSpPr txBox="1"/>
          <p:nvPr/>
        </p:nvSpPr>
        <p:spPr>
          <a:xfrm>
            <a:off x="689891" y="1752347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State Memory</a:t>
            </a:r>
            <a:endParaRPr kumimoji="1" lang="ko-KR" alt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A7FB2B-AF0D-7F18-44B1-692AD58F3269}"/>
              </a:ext>
            </a:extLst>
          </p:cNvPr>
          <p:cNvSpPr txBox="1"/>
          <p:nvPr/>
        </p:nvSpPr>
        <p:spPr>
          <a:xfrm>
            <a:off x="5575526" y="3918860"/>
            <a:ext cx="1178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400" b="1" dirty="0"/>
              <a:t>vmovdqu64</a:t>
            </a:r>
            <a:endParaRPr kumimoji="1" lang="ko-KR" altLang="en-US" sz="1400" b="1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B865E95-D19B-D018-84BB-03006834405A}"/>
              </a:ext>
            </a:extLst>
          </p:cNvPr>
          <p:cNvSpPr/>
          <p:nvPr/>
        </p:nvSpPr>
        <p:spPr>
          <a:xfrm>
            <a:off x="8823020" y="1108921"/>
            <a:ext cx="68636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input0</a:t>
            </a:r>
            <a:endParaRPr kumimoji="1" lang="ko-KR" altLang="en-US" sz="1400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4105AE9-9982-60A7-23F4-E67B27FEAA5C}"/>
              </a:ext>
            </a:extLst>
          </p:cNvPr>
          <p:cNvSpPr/>
          <p:nvPr/>
        </p:nvSpPr>
        <p:spPr>
          <a:xfrm>
            <a:off x="9568144" y="1108920"/>
            <a:ext cx="68636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input1</a:t>
            </a:r>
            <a:endParaRPr kumimoji="1" lang="ko-KR" altLang="en-US" sz="1400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16B9E21-F58F-4475-3CE1-56BE2F727B80}"/>
              </a:ext>
            </a:extLst>
          </p:cNvPr>
          <p:cNvSpPr/>
          <p:nvPr/>
        </p:nvSpPr>
        <p:spPr>
          <a:xfrm>
            <a:off x="10327290" y="1108920"/>
            <a:ext cx="68636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input2</a:t>
            </a:r>
            <a:endParaRPr kumimoji="1" lang="ko-KR" altLang="en-US" sz="1400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4F3AFC9-11ED-62C7-BD60-25E7C9D8F16F}"/>
              </a:ext>
            </a:extLst>
          </p:cNvPr>
          <p:cNvSpPr/>
          <p:nvPr/>
        </p:nvSpPr>
        <p:spPr>
          <a:xfrm>
            <a:off x="11077222" y="1108920"/>
            <a:ext cx="686363" cy="389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input3</a:t>
            </a:r>
            <a:endParaRPr kumimoji="1" lang="ko-KR" altLang="en-US" sz="1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E673BD9-10D4-AB19-D795-20B558D5CCF4}"/>
              </a:ext>
            </a:extLst>
          </p:cNvPr>
          <p:cNvSpPr txBox="1"/>
          <p:nvPr/>
        </p:nvSpPr>
        <p:spPr>
          <a:xfrm>
            <a:off x="7634346" y="1120078"/>
            <a:ext cx="1216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Tmp</a:t>
            </a:r>
            <a:r>
              <a:rPr kumimoji="1" lang="en-US" altLang="ko-KR" dirty="0"/>
              <a:t> </a:t>
            </a:r>
            <a:r>
              <a:rPr kumimoji="1" lang="en-US" altLang="ko-KR" dirty="0" err="1"/>
              <a:t>ymm</a:t>
            </a:r>
            <a:endParaRPr kumimoji="1" lang="ko-KR" altLang="en-US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88438C6-64EB-8A5D-BFD3-D6D41AECE38B}"/>
              </a:ext>
            </a:extLst>
          </p:cNvPr>
          <p:cNvSpPr/>
          <p:nvPr/>
        </p:nvSpPr>
        <p:spPr>
          <a:xfrm>
            <a:off x="8791715" y="1036719"/>
            <a:ext cx="2988365" cy="5238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19950EC-EC62-64C6-8AA2-5E82821C0A9F}"/>
              </a:ext>
            </a:extLst>
          </p:cNvPr>
          <p:cNvSpPr txBox="1"/>
          <p:nvPr/>
        </p:nvSpPr>
        <p:spPr>
          <a:xfrm>
            <a:off x="8823020" y="1684629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/>
              <a:t>XOR</a:t>
            </a:r>
            <a:endParaRPr kumimoji="1" lang="ko-KR" altLang="en-US" sz="1100" dirty="0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B45D85B1-4D55-1D53-2F4F-2E1548211086}"/>
              </a:ext>
            </a:extLst>
          </p:cNvPr>
          <p:cNvCxnSpPr>
            <a:stCxn id="72" idx="2"/>
            <a:endCxn id="40" idx="0"/>
          </p:cNvCxnSpPr>
          <p:nvPr/>
        </p:nvCxnSpPr>
        <p:spPr>
          <a:xfrm flipH="1">
            <a:off x="8064388" y="1498220"/>
            <a:ext cx="1101814" cy="8046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5F6CE986-4B95-FB98-B7B3-3F27EDD9C747}"/>
              </a:ext>
            </a:extLst>
          </p:cNvPr>
          <p:cNvCxnSpPr>
            <a:stCxn id="73" idx="2"/>
            <a:endCxn id="41" idx="0"/>
          </p:cNvCxnSpPr>
          <p:nvPr/>
        </p:nvCxnSpPr>
        <p:spPr>
          <a:xfrm flipH="1">
            <a:off x="8669461" y="1498219"/>
            <a:ext cx="1241865" cy="8046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F7B6F40D-5B4D-D66C-A526-DCA10F2F852C}"/>
              </a:ext>
            </a:extLst>
          </p:cNvPr>
          <p:cNvCxnSpPr>
            <a:stCxn id="79" idx="2"/>
            <a:endCxn id="42" idx="0"/>
          </p:cNvCxnSpPr>
          <p:nvPr/>
        </p:nvCxnSpPr>
        <p:spPr>
          <a:xfrm flipH="1">
            <a:off x="9274534" y="1498219"/>
            <a:ext cx="1395938" cy="8046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D9C8CB99-C9C3-EB89-DDEF-C610C40D1D1F}"/>
              </a:ext>
            </a:extLst>
          </p:cNvPr>
          <p:cNvCxnSpPr>
            <a:endCxn id="43" idx="0"/>
          </p:cNvCxnSpPr>
          <p:nvPr/>
        </p:nvCxnSpPr>
        <p:spPr>
          <a:xfrm flipH="1">
            <a:off x="9879607" y="1498219"/>
            <a:ext cx="1540796" cy="8046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AF77E6F3-A3E0-3E61-31A7-88C154CB8BB6}"/>
              </a:ext>
            </a:extLst>
          </p:cNvPr>
          <p:cNvSpPr txBox="1"/>
          <p:nvPr/>
        </p:nvSpPr>
        <p:spPr>
          <a:xfrm>
            <a:off x="9420485" y="1751883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/>
              <a:t>XOR</a:t>
            </a:r>
            <a:endParaRPr kumimoji="1" lang="ko-KR" altLang="en-US" sz="11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E5AD758-8C83-B111-927D-8D3C1369695E}"/>
              </a:ext>
            </a:extLst>
          </p:cNvPr>
          <p:cNvSpPr txBox="1"/>
          <p:nvPr/>
        </p:nvSpPr>
        <p:spPr>
          <a:xfrm>
            <a:off x="10009087" y="1823611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dirty="0"/>
              <a:t>XOR</a:t>
            </a:r>
            <a:endParaRPr kumimoji="1" lang="ko-KR" altLang="en-US" sz="1100" dirty="0"/>
          </a:p>
        </p:txBody>
      </p:sp>
      <p:pic>
        <p:nvPicPr>
          <p:cNvPr id="103" name="오디오 102">
            <a:extLst>
              <a:ext uri="{FF2B5EF4-FFF2-40B4-BE49-F238E27FC236}">
                <a16:creationId xmlns:a16="http://schemas.microsoft.com/office/drawing/2014/main" id="{2B76E1DF-7C33-47F7-2A06-11E3E6A735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35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4720"/>
    </mc:Choice>
    <mc:Fallback>
      <p:transition spd="slow" advTm="1147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9" x="2106613" y="1127125"/>
          <p14:tracePt t="89" x="2106613" y="1111250"/>
          <p14:tracePt t="122" x="2106613" y="1095375"/>
          <p14:tracePt t="139" x="2122488" y="1095375"/>
          <p14:tracePt t="155" x="2122488" y="1077913"/>
          <p14:tracePt t="172" x="2239963" y="1044575"/>
          <p14:tracePt t="189" x="2363788" y="1011238"/>
          <p14:tracePt t="206" x="2446338" y="1011238"/>
          <p14:tracePt t="222" x="2513013" y="1011238"/>
          <p14:tracePt t="239" x="2603500" y="1011238"/>
          <p14:tracePt t="255" x="2670175" y="1044575"/>
          <p14:tracePt t="272" x="2720975" y="1111250"/>
          <p14:tracePt t="289" x="2811463" y="1252538"/>
          <p14:tracePt t="305" x="2911475" y="1443038"/>
          <p14:tracePt t="322" x="2944813" y="1525588"/>
          <p14:tracePt t="339" x="2960688" y="1558925"/>
          <p14:tracePt t="355" x="2994025" y="1608138"/>
          <p14:tracePt t="372" x="2994025" y="1625600"/>
          <p14:tracePt t="389" x="3009900" y="1625600"/>
          <p14:tracePt t="405" x="3009900" y="1641475"/>
          <p14:tracePt t="672" x="3009900" y="1625600"/>
          <p14:tracePt t="755" x="3027363" y="1608138"/>
          <p14:tracePt t="788" x="3052763" y="1608138"/>
          <p14:tracePt t="805" x="3068638" y="1592263"/>
          <p14:tracePt t="838" x="3086100" y="1576388"/>
          <p14:tracePt t="872" x="3101975" y="1576388"/>
          <p14:tracePt t="1334" x="3117850" y="1576388"/>
          <p14:tracePt t="1342" x="3168650" y="1576388"/>
          <p14:tracePt t="1355" x="3251200" y="1576388"/>
          <p14:tracePt t="1371" x="3557588" y="1576388"/>
          <p14:tracePt t="1388" x="3922713" y="1576388"/>
          <p14:tracePt t="1405" x="4164013" y="1576388"/>
          <p14:tracePt t="1421" x="4470400" y="1592263"/>
          <p14:tracePt t="1438" x="4711700" y="1625600"/>
          <p14:tracePt t="1455" x="4827588" y="1666875"/>
          <p14:tracePt t="1472" x="4918075" y="1666875"/>
          <p14:tracePt t="1488" x="4951413" y="1682750"/>
          <p14:tracePt t="1505" x="4967288" y="1682750"/>
          <p14:tracePt t="1537" x="4984750" y="1682750"/>
          <p14:tracePt t="1555" x="5000625" y="1682750"/>
          <p14:tracePt t="1572" x="5033963" y="1682750"/>
          <p14:tracePt t="1588" x="5118100" y="1625600"/>
          <p14:tracePt t="1605" x="5224463" y="1576388"/>
          <p14:tracePt t="1622" x="5357813" y="1525588"/>
          <p14:tracePt t="1638" x="5514975" y="1476375"/>
          <p14:tracePt t="1655" x="5648325" y="1443038"/>
          <p14:tracePt t="1672" x="5805488" y="1443038"/>
          <p14:tracePt t="1688" x="5872163" y="1443038"/>
          <p14:tracePt t="1705" x="6013450" y="1443038"/>
          <p14:tracePt t="1722" x="6096000" y="1476375"/>
          <p14:tracePt t="1738" x="6129338" y="1509713"/>
          <p14:tracePt t="4215" x="6129338" y="1492250"/>
          <p14:tracePt t="4223" x="6129338" y="1476375"/>
          <p14:tracePt t="4238" x="6129338" y="1443038"/>
          <p14:tracePt t="4255" x="6129338" y="1409700"/>
          <p14:tracePt t="4272" x="6129338" y="1350963"/>
          <p14:tracePt t="4288" x="6129338" y="1335088"/>
          <p14:tracePt t="4305" x="6129338" y="1319213"/>
          <p14:tracePt t="4611" x="6145213" y="1319213"/>
          <p14:tracePt t="4637" x="6145213" y="1301750"/>
          <p14:tracePt t="10627" x="6145213" y="1319213"/>
          <p14:tracePt t="10655" x="6145213" y="1335088"/>
          <p14:tracePt t="10672" x="6129338" y="1384300"/>
          <p14:tracePt t="10688" x="6129338" y="1409700"/>
          <p14:tracePt t="10705" x="6111875" y="1425575"/>
          <p14:tracePt t="10722" x="6096000" y="1443038"/>
          <p14:tracePt t="10738" x="6096000" y="1458913"/>
          <p14:tracePt t="10755" x="6080125" y="1476375"/>
          <p14:tracePt t="10772" x="6080125" y="1492250"/>
          <p14:tracePt t="10788" x="6062663" y="1492250"/>
          <p14:tracePt t="10821" x="6062663" y="1509713"/>
          <p14:tracePt t="11363" x="6046788" y="1543050"/>
          <p14:tracePt t="11372" x="6046788" y="1592263"/>
          <p14:tracePt t="11388" x="6013450" y="1666875"/>
          <p14:tracePt t="11405" x="5980113" y="1782763"/>
          <p14:tracePt t="11422" x="5938838" y="1957388"/>
          <p14:tracePt t="11438" x="5888038" y="2073275"/>
          <p14:tracePt t="11455" x="5854700" y="2214563"/>
          <p14:tracePt t="11471" x="5838825" y="2281238"/>
          <p14:tracePt t="11488" x="5822950" y="2397125"/>
          <p14:tracePt t="11505" x="5822950" y="2520950"/>
          <p14:tracePt t="11522" x="5805488" y="2620963"/>
          <p14:tracePt t="11538" x="5805488" y="2695575"/>
          <p14:tracePt t="11555" x="5805488" y="2778125"/>
          <p14:tracePt t="11571" x="5805488" y="2844800"/>
          <p14:tracePt t="11588" x="5805488" y="2878138"/>
          <p14:tracePt t="11605" x="5789613" y="2894013"/>
          <p14:tracePt t="11621" x="5789613" y="2935288"/>
          <p14:tracePt t="11638" x="5789613" y="3017838"/>
          <p14:tracePt t="11655" x="5805488" y="3051175"/>
          <p14:tracePt t="11942" x="5805488" y="3068638"/>
          <p14:tracePt t="11955" x="5805488" y="3135313"/>
          <p14:tracePt t="11971" x="5789613" y="3225800"/>
          <p14:tracePt t="11988" x="5789613" y="3449638"/>
          <p14:tracePt t="12005" x="5789613" y="3756025"/>
          <p14:tracePt t="12021" x="5789613" y="3822700"/>
          <p14:tracePt t="12038" x="5805488" y="4013200"/>
          <p14:tracePt t="12055" x="5805488" y="4097338"/>
          <p14:tracePt t="12072" x="5822950" y="4146550"/>
          <p14:tracePt t="12088" x="5822950" y="4203700"/>
          <p14:tracePt t="12105" x="5838825" y="4221163"/>
          <p14:tracePt t="12122" x="5838825" y="4237038"/>
          <p14:tracePt t="12199" x="5838825" y="4254500"/>
          <p14:tracePt t="12237" x="5838825" y="4287838"/>
          <p14:tracePt t="12255" x="5838825" y="4321175"/>
          <p14:tracePt t="12271" x="5838825" y="4419600"/>
          <p14:tracePt t="12288" x="5838825" y="4545013"/>
          <p14:tracePt t="12305" x="5838825" y="4643438"/>
          <p14:tracePt t="12321" x="5838825" y="4751388"/>
          <p14:tracePt t="12338" x="5854700" y="4818063"/>
          <p14:tracePt t="12355" x="5854700" y="4833938"/>
          <p14:tracePt t="12372" x="5854700" y="4851400"/>
          <p14:tracePt t="12421" x="5854700" y="4833938"/>
          <p14:tracePt t="12438" x="5872163" y="4802188"/>
          <p14:tracePt t="12455" x="5872163" y="4735513"/>
          <p14:tracePt t="12472" x="5888038" y="4718050"/>
          <p14:tracePt t="12488" x="5888038" y="4643438"/>
          <p14:tracePt t="12505" x="5905500" y="4610100"/>
          <p14:tracePt t="12522" x="5905500" y="4594225"/>
          <p14:tracePt t="12538" x="5905500" y="4576763"/>
          <p14:tracePt t="12587" x="5905500" y="4560888"/>
          <p14:tracePt t="12688" x="5905500" y="4545013"/>
          <p14:tracePt t="12737" x="5888038" y="4527550"/>
          <p14:tracePt t="13145" x="5872163" y="4511675"/>
          <p14:tracePt t="13155" x="5854700" y="4494213"/>
          <p14:tracePt t="13171" x="5838825" y="4460875"/>
          <p14:tracePt t="13188" x="5822950" y="4460875"/>
          <p14:tracePt t="13205" x="5805488" y="4437063"/>
          <p14:tracePt t="13237" x="5789613" y="4437063"/>
          <p14:tracePt t="13255" x="5789613" y="4419600"/>
          <p14:tracePt t="13271" x="5772150" y="4419600"/>
          <p14:tracePt t="13288" x="5772150" y="4403725"/>
          <p14:tracePt t="13321" x="5756275" y="4386263"/>
          <p14:tracePt t="13524" x="5738813" y="4386263"/>
          <p14:tracePt t="13544" x="5738813" y="4370388"/>
          <p14:tracePt t="13944" x="5722938" y="4370388"/>
          <p14:tracePt t="13971" x="5722938" y="4352925"/>
          <p14:tracePt t="13988" x="5681663" y="4352925"/>
          <p14:tracePt t="14005" x="5664200" y="4337050"/>
          <p14:tracePt t="14021" x="5648325" y="4321175"/>
          <p14:tracePt t="14054" x="5630863" y="4321175"/>
          <p14:tracePt t="14170" x="5648325" y="4321175"/>
          <p14:tracePt t="14188" x="5664200" y="4321175"/>
          <p14:tracePt t="14205" x="5722938" y="4321175"/>
          <p14:tracePt t="14221" x="5838825" y="4321175"/>
          <p14:tracePt t="14238" x="5921375" y="4321175"/>
          <p14:tracePt t="14255" x="5995988" y="4321175"/>
          <p14:tracePt t="14271" x="6129338" y="4321175"/>
          <p14:tracePt t="14288" x="6178550" y="4321175"/>
          <p14:tracePt t="14305" x="6237288" y="4321175"/>
          <p14:tracePt t="14321" x="6270625" y="4321175"/>
          <p14:tracePt t="14338" x="6286500" y="4321175"/>
          <p14:tracePt t="14355" x="6353175" y="4321175"/>
          <p14:tracePt t="14371" x="6386513" y="4303713"/>
          <p14:tracePt t="14388" x="6453188" y="4303713"/>
          <p14:tracePt t="14405" x="6527800" y="4287838"/>
          <p14:tracePt t="14422" x="6577013" y="4270375"/>
          <p14:tracePt t="14454" x="6592888" y="4270375"/>
          <p14:tracePt t="14544" x="6577013" y="4270375"/>
          <p14:tracePt t="14556" x="6561138" y="4270375"/>
          <p14:tracePt t="14570" x="6486525" y="4287838"/>
          <p14:tracePt t="14588" x="6419850" y="4287838"/>
          <p14:tracePt t="14605" x="6286500" y="4303713"/>
          <p14:tracePt t="14622" x="6253163" y="4303713"/>
          <p14:tracePt t="14638" x="6145213" y="4321175"/>
          <p14:tracePt t="14655" x="6046788" y="4321175"/>
          <p14:tracePt t="14671" x="5954713" y="4321175"/>
          <p14:tracePt t="14688" x="5905500" y="4321175"/>
          <p14:tracePt t="14705" x="5872163" y="4321175"/>
          <p14:tracePt t="14721" x="5838825" y="4321175"/>
          <p14:tracePt t="14738" x="5805488" y="4321175"/>
          <p14:tracePt t="14755" x="5772150" y="4321175"/>
          <p14:tracePt t="14771" x="5738813" y="4321175"/>
          <p14:tracePt t="14788" x="5681663" y="4303713"/>
          <p14:tracePt t="14805" x="5664200" y="4303713"/>
          <p14:tracePt t="14821" x="5648325" y="4303713"/>
          <p14:tracePt t="14838" x="5630863" y="4303713"/>
          <p14:tracePt t="14939" x="5648325" y="4303713"/>
          <p14:tracePt t="14956" x="5681663" y="4303713"/>
          <p14:tracePt t="14970" x="5722938" y="4303713"/>
          <p14:tracePt t="14988" x="5789613" y="4303713"/>
          <p14:tracePt t="15005" x="5872163" y="4303713"/>
          <p14:tracePt t="15022" x="5980113" y="4303713"/>
          <p14:tracePt t="15038" x="6029325" y="4303713"/>
          <p14:tracePt t="15055" x="6062663" y="4303713"/>
          <p14:tracePt t="15071" x="6129338" y="4303713"/>
          <p14:tracePt t="15088" x="6178550" y="4303713"/>
          <p14:tracePt t="15105" x="6237288" y="4303713"/>
          <p14:tracePt t="15121" x="6253163" y="4303713"/>
          <p14:tracePt t="15138" x="6270625" y="4303713"/>
          <p14:tracePt t="15155" x="6303963" y="4303713"/>
          <p14:tracePt t="15171" x="6337300" y="4287838"/>
          <p14:tracePt t="15188" x="6386513" y="4287838"/>
          <p14:tracePt t="15205" x="6419850" y="4287838"/>
          <p14:tracePt t="15221" x="6453188" y="4287838"/>
          <p14:tracePt t="15238" x="6469063" y="4270375"/>
          <p14:tracePt t="15331" x="6453188" y="4270375"/>
          <p14:tracePt t="15339" x="6435725" y="4270375"/>
          <p14:tracePt t="15355" x="6402388" y="4270375"/>
          <p14:tracePt t="15371" x="6337300" y="4270375"/>
          <p14:tracePt t="15388" x="6253163" y="4270375"/>
          <p14:tracePt t="15405" x="6178550" y="4270375"/>
          <p14:tracePt t="15422" x="6111875" y="4270375"/>
          <p14:tracePt t="15438" x="6062663" y="4270375"/>
          <p14:tracePt t="15455" x="6013450" y="4270375"/>
          <p14:tracePt t="15472" x="5980113" y="4270375"/>
          <p14:tracePt t="15488" x="5938838" y="4270375"/>
          <p14:tracePt t="15505" x="5905500" y="4270375"/>
          <p14:tracePt t="15588" x="5905500" y="4254500"/>
          <p14:tracePt t="15605" x="5921375" y="4254500"/>
          <p14:tracePt t="15832" x="5921375" y="4237038"/>
          <p14:tracePt t="15840" x="5921375" y="4203700"/>
          <p14:tracePt t="15854" x="5921375" y="4162425"/>
          <p14:tracePt t="15872" x="5888038" y="4097338"/>
          <p14:tracePt t="15888" x="5838825" y="3963988"/>
          <p14:tracePt t="15905" x="5722938" y="3632200"/>
          <p14:tracePt t="15921" x="5481638" y="3084513"/>
          <p14:tracePt t="15938" x="5448300" y="2968625"/>
          <p14:tracePt t="15955" x="5291138" y="2587625"/>
          <p14:tracePt t="15972" x="5208588" y="2363788"/>
          <p14:tracePt t="15988" x="5133975" y="2181225"/>
          <p14:tracePt t="16005" x="5084763" y="2073275"/>
          <p14:tracePt t="16021" x="5000625" y="1898650"/>
          <p14:tracePt t="16038" x="4951413" y="1800225"/>
          <p14:tracePt t="16055" x="4860925" y="1700213"/>
          <p14:tracePt t="16071" x="4810125" y="1625600"/>
          <p14:tracePt t="16088" x="4743450" y="1576388"/>
          <p14:tracePt t="16105" x="4660900" y="1558925"/>
          <p14:tracePt t="16121" x="4552950" y="1543050"/>
          <p14:tracePt t="16138" x="4403725" y="1509713"/>
          <p14:tracePt t="16156" x="4262438" y="1492250"/>
          <p14:tracePt t="16171" x="4197350" y="1476375"/>
          <p14:tracePt t="16188" x="3889375" y="1476375"/>
          <p14:tracePt t="16205" x="3698875" y="1476375"/>
          <p14:tracePt t="16221" x="3475038" y="1476375"/>
          <p14:tracePt t="16239" x="3267075" y="1476375"/>
          <p14:tracePt t="16255" x="3151188" y="1509713"/>
          <p14:tracePt t="16271" x="3027363" y="1509713"/>
          <p14:tracePt t="16288" x="2978150" y="1525588"/>
          <p14:tracePt t="16305" x="2878138" y="1558925"/>
          <p14:tracePt t="16591" x="2860675" y="1558925"/>
          <p14:tracePt t="16605" x="2828925" y="1592263"/>
          <p14:tracePt t="16622" x="2754313" y="1666875"/>
          <p14:tracePt t="16638" x="2687638" y="1716088"/>
          <p14:tracePt t="16655" x="2654300" y="1749425"/>
          <p14:tracePt t="16671" x="2603500" y="1782763"/>
          <p14:tracePt t="16688" x="2538413" y="1800225"/>
          <p14:tracePt t="16705" x="2463800" y="1800225"/>
          <p14:tracePt t="16721" x="2397125" y="1800225"/>
          <p14:tracePt t="16738" x="2363788" y="1766888"/>
          <p14:tracePt t="16755" x="2314575" y="1716088"/>
          <p14:tracePt t="16787" x="2297113" y="1700213"/>
          <p14:tracePt t="16839" x="2297113" y="1682750"/>
          <p14:tracePt t="16904" x="2297113" y="1666875"/>
          <p14:tracePt t="16937" x="2330450" y="1641475"/>
          <p14:tracePt t="16955" x="2446338" y="1625600"/>
          <p14:tracePt t="16971" x="2603500" y="1608138"/>
          <p14:tracePt t="16988" x="2736850" y="1592263"/>
          <p14:tracePt t="17005" x="2927350" y="1576388"/>
          <p14:tracePt t="17021" x="3151188" y="1558925"/>
          <p14:tracePt t="17038" x="3375025" y="1525588"/>
          <p14:tracePt t="17055" x="3716338" y="1492250"/>
          <p14:tracePt t="17071" x="4022725" y="1458913"/>
          <p14:tracePt t="17088" x="4552950" y="1425575"/>
          <p14:tracePt t="17105" x="4810125" y="1425575"/>
          <p14:tracePt t="17122" x="5067300" y="1425575"/>
          <p14:tracePt t="17138" x="5175250" y="1425575"/>
          <p14:tracePt t="17156" x="5291138" y="1443038"/>
          <p14:tracePt t="17172" x="5357813" y="1458913"/>
          <p14:tracePt t="17188" x="5407025" y="1476375"/>
          <p14:tracePt t="17205" x="5424488" y="1492250"/>
          <p14:tracePt t="17237" x="5448300" y="1509713"/>
          <p14:tracePt t="17255" x="5465763" y="1525588"/>
          <p14:tracePt t="17271" x="5465763" y="1558925"/>
          <p14:tracePt t="17288" x="5481638" y="1592263"/>
          <p14:tracePt t="17305" x="5499100" y="1625600"/>
          <p14:tracePt t="17321" x="5514975" y="1666875"/>
          <p14:tracePt t="17338" x="5514975" y="1682750"/>
          <p14:tracePt t="17355" x="5532438" y="1682750"/>
          <p14:tracePt t="17371" x="5532438" y="1716088"/>
          <p14:tracePt t="17388" x="5532438" y="1733550"/>
          <p14:tracePt t="17405" x="5548313" y="1749425"/>
          <p14:tracePt t="17421" x="5548313" y="1766888"/>
          <p14:tracePt t="17438" x="5548313" y="1782763"/>
          <p14:tracePt t="17471" x="5548313" y="1800225"/>
          <p14:tracePt t="17541" x="5565775" y="1800225"/>
          <p14:tracePt t="17587" x="5565775" y="1816100"/>
          <p14:tracePt t="17605" x="5581650" y="1831975"/>
          <p14:tracePt t="17621" x="5599113" y="1849438"/>
          <p14:tracePt t="17638" x="5630863" y="1882775"/>
          <p14:tracePt t="17655" x="5664200" y="1924050"/>
          <p14:tracePt t="17954" x="5681663" y="1924050"/>
          <p14:tracePt t="17971" x="5756275" y="1924050"/>
          <p14:tracePt t="17988" x="5888038" y="1882775"/>
          <p14:tracePt t="18005" x="6062663" y="1849438"/>
          <p14:tracePt t="18021" x="6303963" y="1800225"/>
          <p14:tracePt t="18038" x="6543675" y="1766888"/>
          <p14:tracePt t="18055" x="6726238" y="1766888"/>
          <p14:tracePt t="18072" x="6850063" y="1766888"/>
          <p14:tracePt t="18088" x="6900863" y="1782763"/>
          <p14:tracePt t="18105" x="6934200" y="1816100"/>
          <p14:tracePt t="18121" x="6983413" y="1849438"/>
          <p14:tracePt t="18138" x="7016750" y="1882775"/>
          <p14:tracePt t="18156" x="7073900" y="1957388"/>
          <p14:tracePt t="18171" x="7124700" y="2039938"/>
          <p14:tracePt t="18188" x="7140575" y="2073275"/>
          <p14:tracePt t="18205" x="7207250" y="2163763"/>
          <p14:tracePt t="18221" x="7256463" y="2214563"/>
          <p14:tracePt t="18238" x="7299325" y="2263775"/>
          <p14:tracePt t="18255" x="7315200" y="2281238"/>
          <p14:tracePt t="18272" x="7331075" y="2297113"/>
          <p14:tracePt t="18389" x="7348538" y="2297113"/>
          <p14:tracePt t="18564" x="7364413" y="2297113"/>
          <p14:tracePt t="18671" x="7381875" y="2297113"/>
          <p14:tracePt t="18704" x="7397750" y="2297113"/>
          <p14:tracePt t="18737" x="7415213" y="2297113"/>
          <p14:tracePt t="18787" x="7431088" y="2297113"/>
          <p14:tracePt t="18805" x="7448550" y="2297113"/>
          <p14:tracePt t="18837" x="7464425" y="2281238"/>
          <p14:tracePt t="19290" x="7480300" y="2281238"/>
          <p14:tracePt t="19445" x="7497763" y="2281238"/>
          <p14:tracePt t="19487" x="7513638" y="2281238"/>
          <p14:tracePt t="19505" x="7513638" y="2263775"/>
          <p14:tracePt t="19521" x="7546975" y="2263775"/>
          <p14:tracePt t="19538" x="7572375" y="2263775"/>
          <p14:tracePt t="19555" x="7588250" y="2263775"/>
          <p14:tracePt t="19571" x="7639050" y="2263775"/>
          <p14:tracePt t="19588" x="7654925" y="2263775"/>
          <p14:tracePt t="19605" x="7688263" y="2263775"/>
          <p14:tracePt t="19621" x="7737475" y="2263775"/>
          <p14:tracePt t="19638" x="7788275" y="2263775"/>
          <p14:tracePt t="19655" x="7829550" y="2263775"/>
          <p14:tracePt t="19687" x="7845425" y="2263775"/>
          <p14:tracePt t="19721" x="7862888" y="2263775"/>
          <p14:tracePt t="20456" x="7829550" y="2263775"/>
          <p14:tracePt t="20471" x="7754938" y="2263775"/>
          <p14:tracePt t="20488" x="7605713" y="2263775"/>
          <p14:tracePt t="20505" x="7381875" y="2263775"/>
          <p14:tracePt t="20522" x="6967538" y="2263775"/>
          <p14:tracePt t="20538" x="6784975" y="2263775"/>
          <p14:tracePt t="20555" x="6469063" y="2297113"/>
          <p14:tracePt t="20571" x="6162675" y="2346325"/>
          <p14:tracePt t="20588" x="6062663" y="2379663"/>
          <p14:tracePt t="20605" x="5954713" y="2397125"/>
          <p14:tracePt t="20621" x="5938838" y="2397125"/>
          <p14:tracePt t="20638" x="5872163" y="2438400"/>
          <p14:tracePt t="20654" x="5822950" y="2438400"/>
          <p14:tracePt t="20671" x="5772150" y="2471738"/>
          <p14:tracePt t="20688" x="5705475" y="2505075"/>
          <p14:tracePt t="20705" x="5681663" y="2505075"/>
          <p14:tracePt t="20721" x="5599113" y="2554288"/>
          <p14:tracePt t="21072" x="5565775" y="2554288"/>
          <p14:tracePt t="21088" x="5548313" y="2554288"/>
          <p14:tracePt t="21105" x="5499100" y="2554288"/>
          <p14:tracePt t="21122" x="5291138" y="2587625"/>
          <p14:tracePt t="21138" x="5175250" y="2603500"/>
          <p14:tracePt t="21155" x="4860925" y="2603500"/>
          <p14:tracePt t="21171" x="4727575" y="2603500"/>
          <p14:tracePt t="21188" x="4586288" y="2587625"/>
          <p14:tracePt t="21205" x="4519613" y="2570163"/>
          <p14:tracePt t="21221" x="4454525" y="2570163"/>
          <p14:tracePt t="21238" x="4421188" y="2554288"/>
          <p14:tracePt t="21255" x="4387850" y="2554288"/>
          <p14:tracePt t="21272" x="4362450" y="2536825"/>
          <p14:tracePt t="21288" x="4329113" y="2536825"/>
          <p14:tracePt t="21305" x="4313238" y="2520950"/>
          <p14:tracePt t="21337" x="4295775" y="2520950"/>
          <p14:tracePt t="21390" x="4295775" y="2505075"/>
          <p14:tracePt t="21437" x="4295775" y="2487613"/>
          <p14:tracePt t="21455" x="4279900" y="2471738"/>
          <p14:tracePt t="21472" x="4213225" y="2420938"/>
          <p14:tracePt t="21488" x="4113213" y="2379663"/>
          <p14:tracePt t="21505" x="3906838" y="2312988"/>
          <p14:tracePt t="21521" x="3732213" y="2281238"/>
          <p14:tracePt t="21538" x="3541713" y="2247900"/>
          <p14:tracePt t="21555" x="3392488" y="2230438"/>
          <p14:tracePt t="21571" x="3251200" y="2230438"/>
          <p14:tracePt t="21588" x="3135313" y="2230438"/>
          <p14:tracePt t="21605" x="2994025" y="2230438"/>
          <p14:tracePt t="21621" x="2911475" y="2230438"/>
          <p14:tracePt t="21638" x="2828925" y="2230438"/>
          <p14:tracePt t="21655" x="2770188" y="2230438"/>
          <p14:tracePt t="21671" x="2736850" y="2230438"/>
          <p14:tracePt t="21688" x="2720975" y="2230438"/>
          <p14:tracePt t="22858" x="2687638" y="2230438"/>
          <p14:tracePt t="22872" x="2654300" y="2230438"/>
          <p14:tracePt t="22888" x="2571750" y="2230438"/>
          <p14:tracePt t="22905" x="2446338" y="2247900"/>
          <p14:tracePt t="22921" x="2330450" y="2281238"/>
          <p14:tracePt t="22938" x="2222500" y="2297113"/>
          <p14:tracePt t="22955" x="2139950" y="2312988"/>
          <p14:tracePt t="22971" x="2073275" y="2346325"/>
          <p14:tracePt t="22988" x="2024063" y="2363788"/>
          <p14:tracePt t="23005" x="1931988" y="2420938"/>
          <p14:tracePt t="23021" x="1866900" y="2471738"/>
          <p14:tracePt t="23038" x="1833563" y="2520950"/>
          <p14:tracePt t="23055" x="1749425" y="2603500"/>
          <p14:tracePt t="23071" x="1708150" y="2654300"/>
          <p14:tracePt t="23088" x="1674813" y="2678113"/>
          <p14:tracePt t="23105" x="1674813" y="2695575"/>
          <p14:tracePt t="23213" x="1674813" y="2711450"/>
          <p14:tracePt t="23237" x="1674813" y="2728913"/>
          <p14:tracePt t="23255" x="1658938" y="2744788"/>
          <p14:tracePt t="23271" x="1641475" y="2778125"/>
          <p14:tracePt t="23288" x="1625600" y="2811463"/>
          <p14:tracePt t="23305" x="1625600" y="2827338"/>
          <p14:tracePt t="23321" x="1609725" y="2844800"/>
          <p14:tracePt t="23380" x="1609725" y="2860675"/>
          <p14:tracePt t="23421" x="1609725" y="2878138"/>
          <p14:tracePt t="23438" x="1609725" y="2894013"/>
          <p14:tracePt t="23471" x="1625600" y="2935288"/>
          <p14:tracePt t="23488" x="1641475" y="2935288"/>
          <p14:tracePt t="24347" x="1641475" y="2911475"/>
          <p14:tracePt t="24355" x="1641475" y="2894013"/>
          <p14:tracePt t="24370" x="1641475" y="2878138"/>
          <p14:tracePt t="24388" x="1641475" y="2827338"/>
          <p14:tracePt t="24405" x="1641475" y="2811463"/>
          <p14:tracePt t="24421" x="1641475" y="2760663"/>
          <p14:tracePt t="24438" x="1641475" y="2744788"/>
          <p14:tracePt t="24455" x="1641475" y="2728913"/>
          <p14:tracePt t="24637" x="1641475" y="2711450"/>
          <p14:tracePt t="24823" x="1641475" y="2695575"/>
          <p14:tracePt t="24854" x="1641475" y="2678113"/>
          <p14:tracePt t="24871" x="1641475" y="2654300"/>
          <p14:tracePt t="24888" x="1641475" y="2636838"/>
          <p14:tracePt t="24905" x="1658938" y="2620963"/>
          <p14:tracePt t="25064" x="1658938" y="2636838"/>
          <p14:tracePt t="25162" x="1658938" y="2620963"/>
          <p14:tracePt t="25171" x="1658938" y="2603500"/>
          <p14:tracePt t="25204" x="1658938" y="2587625"/>
          <p14:tracePt t="25221" x="1658938" y="2570163"/>
          <p14:tracePt t="25371" x="1658938" y="2587625"/>
          <p14:tracePt t="25404" x="1641475" y="2620963"/>
          <p14:tracePt t="25421" x="1641475" y="2654300"/>
          <p14:tracePt t="25454" x="1625600" y="2711450"/>
          <p14:tracePt t="25472" x="1609725" y="2760663"/>
          <p14:tracePt t="25488" x="1609725" y="2794000"/>
          <p14:tracePt t="25505" x="1592263" y="2827338"/>
          <p14:tracePt t="25521" x="1592263" y="2844800"/>
          <p14:tracePt t="25538" x="1592263" y="2878138"/>
          <p14:tracePt t="25555" x="1592263" y="2894013"/>
          <p14:tracePt t="25571" x="1576388" y="2935288"/>
          <p14:tracePt t="25588" x="1576388" y="2952750"/>
          <p14:tracePt t="25605" x="1576388" y="2986088"/>
          <p14:tracePt t="25621" x="1576388" y="3001963"/>
          <p14:tracePt t="25638" x="1576388" y="3035300"/>
          <p14:tracePt t="25687" x="1576388" y="3051175"/>
          <p14:tracePt t="25754" x="1592263" y="3068638"/>
          <p14:tracePt t="25771" x="1641475" y="3068638"/>
          <p14:tracePt t="25788" x="1708150" y="3084513"/>
          <p14:tracePt t="25805" x="1782763" y="3101975"/>
          <p14:tracePt t="25821" x="1866900" y="3117850"/>
          <p14:tracePt t="25838" x="1965325" y="3117850"/>
          <p14:tracePt t="25854" x="2073275" y="3117850"/>
          <p14:tracePt t="25871" x="2173288" y="3117850"/>
          <p14:tracePt t="25888" x="2281238" y="3117850"/>
          <p14:tracePt t="25905" x="2347913" y="3117850"/>
          <p14:tracePt t="25921" x="2379663" y="3117850"/>
          <p14:tracePt t="25938" x="2430463" y="3117850"/>
          <p14:tracePt t="25955" x="2446338" y="3117850"/>
          <p14:tracePt t="25971" x="2479675" y="3117850"/>
          <p14:tracePt t="25988" x="2497138" y="3117850"/>
          <p14:tracePt t="26005" x="2513013" y="3117850"/>
          <p14:tracePt t="26021" x="2538413" y="3117850"/>
          <p14:tracePt t="26038" x="2554288" y="3117850"/>
          <p14:tracePt t="26055" x="2587625" y="3117850"/>
          <p14:tracePt t="26071" x="2654300" y="3117850"/>
          <p14:tracePt t="26088" x="2736850" y="3135313"/>
          <p14:tracePt t="26105" x="2844800" y="3151188"/>
          <p14:tracePt t="26121" x="2927350" y="3167063"/>
          <p14:tracePt t="26138" x="2994025" y="3192463"/>
          <p14:tracePt t="26155" x="3027363" y="3209925"/>
          <p14:tracePt t="26171" x="3086100" y="3225800"/>
          <p14:tracePt t="26188" x="3101975" y="3225800"/>
          <p14:tracePt t="26205" x="3151188" y="3225800"/>
          <p14:tracePt t="26221" x="3217863" y="3225800"/>
          <p14:tracePt t="26238" x="3284538" y="3225800"/>
          <p14:tracePt t="26255" x="3341688" y="3225800"/>
          <p14:tracePt t="26271" x="3425825" y="3225800"/>
          <p14:tracePt t="26288" x="3524250" y="3225800"/>
          <p14:tracePt t="26305" x="3665538" y="3225800"/>
          <p14:tracePt t="26321" x="3748088" y="3209925"/>
          <p14:tracePt t="26338" x="3798888" y="3209925"/>
          <p14:tracePt t="26355" x="3856038" y="3209925"/>
          <p14:tracePt t="26371" x="3889375" y="3209925"/>
          <p14:tracePt t="26388" x="3906838" y="3192463"/>
          <p14:tracePt t="26405" x="3973513" y="3192463"/>
          <p14:tracePt t="26421" x="4005263" y="3192463"/>
          <p14:tracePt t="26438" x="4089400" y="3192463"/>
          <p14:tracePt t="26455" x="4179888" y="3192463"/>
          <p14:tracePt t="26472" x="4213225" y="3192463"/>
          <p14:tracePt t="26488" x="4279900" y="3192463"/>
          <p14:tracePt t="26505" x="4362450" y="3192463"/>
          <p14:tracePt t="26521" x="4454525" y="3192463"/>
          <p14:tracePt t="26538" x="4537075" y="3192463"/>
          <p14:tracePt t="26555" x="4645025" y="3192463"/>
          <p14:tracePt t="26571" x="4776788" y="3192463"/>
          <p14:tracePt t="26588" x="4810125" y="3192463"/>
          <p14:tracePt t="26605" x="4918075" y="3192463"/>
          <p14:tracePt t="26621" x="5000625" y="3192463"/>
          <p14:tracePt t="26638" x="5067300" y="3192463"/>
          <p14:tracePt t="26655" x="5118100" y="3192463"/>
          <p14:tracePt t="26671" x="5149850" y="3192463"/>
          <p14:tracePt t="26688" x="5208588" y="3192463"/>
          <p14:tracePt t="26705" x="5241925" y="3192463"/>
          <p14:tracePt t="26721" x="5275263" y="3192463"/>
          <p14:tracePt t="26738" x="5291138" y="3167063"/>
          <p14:tracePt t="26755" x="5308600" y="3167063"/>
          <p14:tracePt t="26771" x="5324475" y="3167063"/>
          <p14:tracePt t="26804" x="5341938" y="3167063"/>
          <p14:tracePt t="26837" x="5341938" y="3151188"/>
          <p14:tracePt t="27121" x="5341938" y="3135313"/>
          <p14:tracePt t="27138" x="5341938" y="3117850"/>
          <p14:tracePt t="27155" x="5341938" y="3068638"/>
          <p14:tracePt t="27171" x="5341938" y="3017838"/>
          <p14:tracePt t="27188" x="5341938" y="2986088"/>
          <p14:tracePt t="27205" x="5341938" y="2968625"/>
          <p14:tracePt t="27221" x="5341938" y="2952750"/>
          <p14:tracePt t="27254" x="5341938" y="2935288"/>
          <p14:tracePt t="27271" x="5341938" y="2894013"/>
          <p14:tracePt t="27288" x="5341938" y="2878138"/>
          <p14:tracePt t="27305" x="5324475" y="2844800"/>
          <p14:tracePt t="27321" x="5324475" y="2811463"/>
          <p14:tracePt t="27338" x="5308600" y="2760663"/>
          <p14:tracePt t="27355" x="5291138" y="2711450"/>
          <p14:tracePt t="27371" x="5291138" y="2678113"/>
          <p14:tracePt t="27404" x="5275263" y="2654300"/>
          <p14:tracePt t="27471" x="5241925" y="2654300"/>
          <p14:tracePt t="27488" x="5208588" y="2654300"/>
          <p14:tracePt t="27505" x="5118100" y="2654300"/>
          <p14:tracePt t="27521" x="4984750" y="2654300"/>
          <p14:tracePt t="27538" x="4827588" y="2654300"/>
          <p14:tracePt t="27555" x="4603750" y="2654300"/>
          <p14:tracePt t="27571" x="4387850" y="2654300"/>
          <p14:tracePt t="27588" x="4164013" y="2654300"/>
          <p14:tracePt t="27605" x="3940175" y="2654300"/>
          <p14:tracePt t="27621" x="3814763" y="2654300"/>
          <p14:tracePt t="27638" x="3698875" y="2654300"/>
          <p14:tracePt t="27655" x="3492500" y="2636838"/>
          <p14:tracePt t="27671" x="3459163" y="2636838"/>
          <p14:tracePt t="27688" x="3392488" y="2620963"/>
          <p14:tracePt t="27705" x="3341688" y="2603500"/>
          <p14:tracePt t="27721" x="3300413" y="2603500"/>
          <p14:tracePt t="27738" x="3284538" y="2603500"/>
          <p14:tracePt t="27755" x="3267075" y="2603500"/>
          <p14:tracePt t="27771" x="3251200" y="2603500"/>
          <p14:tracePt t="27788" x="3217863" y="2603500"/>
          <p14:tracePt t="27805" x="3168650" y="2603500"/>
          <p14:tracePt t="27821" x="3135313" y="2603500"/>
          <p14:tracePt t="27838" x="3086100" y="2603500"/>
          <p14:tracePt t="27855" x="3027363" y="2603500"/>
          <p14:tracePt t="27871" x="2978150" y="2603500"/>
          <p14:tracePt t="27888" x="2878138" y="2603500"/>
          <p14:tracePt t="27905" x="2770188" y="2603500"/>
          <p14:tracePt t="27921" x="2687638" y="2603500"/>
          <p14:tracePt t="27938" x="2587625" y="2603500"/>
          <p14:tracePt t="27955" x="2513013" y="2603500"/>
          <p14:tracePt t="27971" x="2463800" y="2603500"/>
          <p14:tracePt t="27988" x="2430463" y="2603500"/>
          <p14:tracePt t="28005" x="2413000" y="2603500"/>
          <p14:tracePt t="28021" x="2397125" y="2603500"/>
          <p14:tracePt t="28054" x="2379663" y="2603500"/>
          <p14:tracePt t="28104" x="2347913" y="2603500"/>
          <p14:tracePt t="28121" x="2314575" y="2603500"/>
          <p14:tracePt t="28138" x="2297113" y="2603500"/>
          <p14:tracePt t="28155" x="2263775" y="2603500"/>
          <p14:tracePt t="28171" x="2239963" y="2603500"/>
          <p14:tracePt t="28204" x="2222500" y="2603500"/>
          <p14:tracePt t="28254" x="2206625" y="2603500"/>
          <p14:tracePt t="28287" x="2189163" y="2603500"/>
          <p14:tracePt t="28305" x="2173288" y="2603500"/>
          <p14:tracePt t="28321" x="2139950" y="2603500"/>
          <p14:tracePt t="28354" x="2122488" y="2603500"/>
          <p14:tracePt t="28371" x="2106613" y="2603500"/>
          <p14:tracePt t="28870" x="2155825" y="2603500"/>
          <p14:tracePt t="28888" x="2281238" y="2603500"/>
          <p14:tracePt t="28905" x="2463800" y="2554288"/>
          <p14:tracePt t="28921" x="2736850" y="2505075"/>
          <p14:tracePt t="28938" x="2878138" y="2487613"/>
          <p14:tracePt t="28955" x="3027363" y="2471738"/>
          <p14:tracePt t="28971" x="3168650" y="2454275"/>
          <p14:tracePt t="28988" x="3267075" y="2454275"/>
          <p14:tracePt t="29004" x="3359150" y="2438400"/>
          <p14:tracePt t="29021" x="3459163" y="2438400"/>
          <p14:tracePt t="29038" x="3582988" y="2438400"/>
          <p14:tracePt t="29055" x="3665538" y="2438400"/>
          <p14:tracePt t="29071" x="3814763" y="2471738"/>
          <p14:tracePt t="29088" x="3889375" y="2487613"/>
          <p14:tracePt t="29105" x="4005263" y="2520950"/>
          <p14:tracePt t="29121" x="4130675" y="2570163"/>
          <p14:tracePt t="29138" x="4229100" y="2603500"/>
          <p14:tracePt t="29155" x="4295775" y="2620963"/>
          <p14:tracePt t="29171" x="4329113" y="2636838"/>
          <p14:tracePt t="29188" x="4346575" y="2654300"/>
          <p14:tracePt t="29205" x="4387850" y="2654300"/>
          <p14:tracePt t="29221" x="4403725" y="2654300"/>
          <p14:tracePt t="29238" x="4486275" y="2654300"/>
          <p14:tracePt t="29255" x="4586288" y="2654300"/>
          <p14:tracePt t="29271" x="4645025" y="2654300"/>
          <p14:tracePt t="29288" x="4776788" y="2654300"/>
          <p14:tracePt t="29305" x="4984750" y="2678113"/>
          <p14:tracePt t="29321" x="5033963" y="2711450"/>
          <p14:tracePt t="29338" x="5051425" y="2728913"/>
          <p14:tracePt t="29355" x="5100638" y="2760663"/>
          <p14:tracePt t="29371" x="5133975" y="2794000"/>
          <p14:tracePt t="29388" x="5133975" y="2811463"/>
          <p14:tracePt t="30221" x="5133975" y="2844800"/>
          <p14:tracePt t="30238" x="5100638" y="2986088"/>
          <p14:tracePt t="30255" x="5018088" y="3101975"/>
          <p14:tracePt t="30271" x="4918075" y="3225800"/>
          <p14:tracePt t="30288" x="4776788" y="3308350"/>
          <p14:tracePt t="30305" x="4678363" y="3359150"/>
          <p14:tracePt t="30321" x="4387850" y="3449638"/>
          <p14:tracePt t="30338" x="4056063" y="3516313"/>
          <p14:tracePt t="30355" x="3889375" y="3532188"/>
          <p14:tracePt t="30371" x="3441700" y="3549650"/>
          <p14:tracePt t="30388" x="2587625" y="3467100"/>
          <p14:tracePt t="30405" x="2173288" y="3359150"/>
          <p14:tracePt t="30421" x="1982788" y="3308350"/>
          <p14:tracePt t="30438" x="1708150" y="3259138"/>
          <p14:tracePt t="30455" x="1658938" y="3225800"/>
          <p14:tracePt t="30472" x="1609725" y="3209925"/>
          <p14:tracePt t="30488" x="1576388" y="3167063"/>
          <p14:tracePt t="30993" x="1592263" y="3167063"/>
          <p14:tracePt t="31005" x="1609725" y="3167063"/>
          <p14:tracePt t="31021" x="1641475" y="3167063"/>
          <p14:tracePt t="31038" x="1766888" y="3167063"/>
          <p14:tracePt t="31054" x="1898650" y="3167063"/>
          <p14:tracePt t="31071" x="1965325" y="3167063"/>
          <p14:tracePt t="31088" x="2106613" y="3167063"/>
          <p14:tracePt t="31105" x="2189163" y="3167063"/>
          <p14:tracePt t="31121" x="2239963" y="3167063"/>
          <p14:tracePt t="31138" x="2314575" y="3167063"/>
          <p14:tracePt t="31155" x="2347913" y="3167063"/>
          <p14:tracePt t="31171" x="2379663" y="3167063"/>
          <p14:tracePt t="31188" x="2397125" y="3167063"/>
          <p14:tracePt t="31221" x="2413000" y="3167063"/>
          <p14:tracePt t="31556" x="2446338" y="3135313"/>
          <p14:tracePt t="31571" x="2513013" y="3101975"/>
          <p14:tracePt t="31588" x="2587625" y="3068638"/>
          <p14:tracePt t="31605" x="3009900" y="2952750"/>
          <p14:tracePt t="31621" x="3683000" y="2878138"/>
          <p14:tracePt t="31638" x="4113213" y="2878138"/>
          <p14:tracePt t="31655" x="4229100" y="2878138"/>
          <p14:tracePt t="31671" x="4486275" y="2878138"/>
          <p14:tracePt t="31688" x="4743450" y="2911475"/>
          <p14:tracePt t="31705" x="4860925" y="2935288"/>
          <p14:tracePt t="31721" x="4935538" y="2935288"/>
          <p14:tracePt t="31738" x="5018088" y="2935288"/>
          <p14:tracePt t="31755" x="5100638" y="2935288"/>
          <p14:tracePt t="31771" x="5133975" y="2935288"/>
          <p14:tracePt t="31788" x="5175250" y="2935288"/>
          <p14:tracePt t="31805" x="5208588" y="2935288"/>
          <p14:tracePt t="31821" x="5241925" y="2952750"/>
          <p14:tracePt t="31838" x="5291138" y="2986088"/>
          <p14:tracePt t="31855" x="5324475" y="3001963"/>
          <p14:tracePt t="31871" x="5341938" y="3017838"/>
          <p14:tracePt t="31888" x="5391150" y="3068638"/>
          <p14:tracePt t="31920" x="5407025" y="3084513"/>
          <p14:tracePt t="31938" x="5424488" y="3101975"/>
          <p14:tracePt t="32371" x="5357813" y="3101975"/>
          <p14:tracePt t="32388" x="5175250" y="3101975"/>
          <p14:tracePt t="32405" x="5084763" y="3101975"/>
          <p14:tracePt t="32421" x="4694238" y="3068638"/>
          <p14:tracePt t="32438" x="4022725" y="2986088"/>
          <p14:tracePt t="32455" x="3683000" y="2968625"/>
          <p14:tracePt t="32471" x="3392488" y="2952750"/>
          <p14:tracePt t="32488" x="3325813" y="2952750"/>
          <p14:tracePt t="32505" x="2770188" y="2952750"/>
          <p14:tracePt t="32521" x="2571750" y="2952750"/>
          <p14:tracePt t="32538" x="2397125" y="2952750"/>
          <p14:tracePt t="32555" x="2122488" y="2986088"/>
          <p14:tracePt t="32571" x="1982788" y="3001963"/>
          <p14:tracePt t="32588" x="1916113" y="3017838"/>
          <p14:tracePt t="32605" x="1816100" y="3035300"/>
          <p14:tracePt t="32621" x="1766888" y="3051175"/>
          <p14:tracePt t="32638" x="1733550" y="3051175"/>
          <p14:tracePt t="32655" x="1708150" y="3051175"/>
          <p14:tracePt t="32687" x="1692275" y="3051175"/>
          <p14:tracePt t="32705" x="1674813" y="3068638"/>
          <p14:tracePt t="32721" x="1641475" y="3084513"/>
          <p14:tracePt t="32738" x="1609725" y="3084513"/>
          <p14:tracePt t="32754" x="1558925" y="3101975"/>
          <p14:tracePt t="32771" x="1509713" y="3135313"/>
          <p14:tracePt t="32788" x="1435100" y="3151188"/>
          <p14:tracePt t="32805" x="1384300" y="3167063"/>
          <p14:tracePt t="32821" x="1384300" y="3192463"/>
          <p14:tracePt t="32838" x="1352550" y="3209925"/>
          <p14:tracePt t="32871" x="1335088" y="3209925"/>
          <p14:tracePt t="32888" x="1335088" y="3225800"/>
          <p14:tracePt t="32920" x="1335088" y="3241675"/>
          <p14:tracePt t="32975" x="1335088" y="3259138"/>
          <p14:tracePt t="33060" x="1335088" y="3275013"/>
          <p14:tracePt t="33073" x="1335088" y="3292475"/>
          <p14:tracePt t="33088" x="1335088" y="3308350"/>
          <p14:tracePt t="33105" x="1335088" y="3359150"/>
          <p14:tracePt t="33121" x="1335088" y="3433763"/>
          <p14:tracePt t="33138" x="1384300" y="3498850"/>
          <p14:tracePt t="33155" x="1401763" y="3532188"/>
          <p14:tracePt t="33171" x="1435100" y="3598863"/>
          <p14:tracePt t="33188" x="1476375" y="3648075"/>
          <p14:tracePt t="33205" x="1492250" y="3690938"/>
          <p14:tracePt t="33254" x="1509713" y="3706813"/>
          <p14:tracePt t="33313" x="1525588" y="3706813"/>
          <p14:tracePt t="33346" x="1558925" y="3706813"/>
          <p14:tracePt t="33358" x="1609725" y="3706813"/>
          <p14:tracePt t="33371" x="1658938" y="3706813"/>
          <p14:tracePt t="33388" x="1833563" y="3706813"/>
          <p14:tracePt t="33405" x="2024063" y="3706813"/>
          <p14:tracePt t="33421" x="2139950" y="3706813"/>
          <p14:tracePt t="33438" x="2189163" y="3706813"/>
          <p14:tracePt t="33455" x="2281238" y="3706813"/>
          <p14:tracePt t="33471" x="2314575" y="3706813"/>
          <p14:tracePt t="33488" x="2347913" y="3706813"/>
          <p14:tracePt t="33521" x="2379663" y="3706813"/>
          <p14:tracePt t="33538" x="2413000" y="3706813"/>
          <p14:tracePt t="33555" x="2497138" y="3722688"/>
          <p14:tracePt t="33571" x="2587625" y="3740150"/>
          <p14:tracePt t="33588" x="2654300" y="3773488"/>
          <p14:tracePt t="33605" x="2703513" y="3773488"/>
          <p14:tracePt t="33621" x="2720975" y="3789363"/>
          <p14:tracePt t="33638" x="2736850" y="3806825"/>
          <p14:tracePt t="33671" x="2770188" y="3806825"/>
          <p14:tracePt t="33688" x="2828925" y="3822700"/>
          <p14:tracePt t="33705" x="2927350" y="3822700"/>
          <p14:tracePt t="33721" x="2994025" y="3840163"/>
          <p14:tracePt t="33738" x="3151188" y="3856038"/>
          <p14:tracePt t="33755" x="3341688" y="3856038"/>
          <p14:tracePt t="33771" x="3408363" y="3856038"/>
          <p14:tracePt t="33788" x="3524250" y="3856038"/>
          <p14:tracePt t="33805" x="3632200" y="3856038"/>
          <p14:tracePt t="33821" x="3716338" y="3856038"/>
          <p14:tracePt t="33838" x="3765550" y="3856038"/>
          <p14:tracePt t="33855" x="3832225" y="3856038"/>
          <p14:tracePt t="33871" x="3922713" y="3856038"/>
          <p14:tracePt t="33888" x="4038600" y="3856038"/>
          <p14:tracePt t="33905" x="4089400" y="3856038"/>
          <p14:tracePt t="33921" x="4179888" y="3856038"/>
          <p14:tracePt t="33938" x="4313238" y="3856038"/>
          <p14:tracePt t="33955" x="4329113" y="3856038"/>
          <p14:tracePt t="33971" x="4454525" y="3856038"/>
          <p14:tracePt t="33988" x="4486275" y="3856038"/>
          <p14:tracePt t="34005" x="4552950" y="3840163"/>
          <p14:tracePt t="34021" x="4586288" y="3822700"/>
          <p14:tracePt t="34038" x="4660900" y="3806825"/>
          <p14:tracePt t="34055" x="4743450" y="3806825"/>
          <p14:tracePt t="34071" x="4760913" y="3789363"/>
          <p14:tracePt t="34088" x="4843463" y="3789363"/>
          <p14:tracePt t="34105" x="4918075" y="3789363"/>
          <p14:tracePt t="34121" x="5018088" y="3789363"/>
          <p14:tracePt t="34138" x="5118100" y="3789363"/>
          <p14:tracePt t="34155" x="5133975" y="3773488"/>
          <p14:tracePt t="34171" x="5175250" y="3756025"/>
          <p14:tracePt t="34188" x="5257800" y="3740150"/>
          <p14:tracePt t="34204" x="5275263" y="3740150"/>
          <p14:tracePt t="34221" x="5308600" y="3722688"/>
          <p14:tracePt t="34238" x="5324475" y="3722688"/>
          <p14:tracePt t="34357" x="5324475" y="3706813"/>
          <p14:tracePt t="34404" x="5324475" y="3690938"/>
          <p14:tracePt t="34421" x="5324475" y="3665538"/>
          <p14:tracePt t="34438" x="5324475" y="3648075"/>
          <p14:tracePt t="34504" x="5324475" y="3632200"/>
          <p14:tracePt t="34537" x="5324475" y="3616325"/>
          <p14:tracePt t="34555" x="5324475" y="3598863"/>
          <p14:tracePt t="34571" x="5324475" y="3565525"/>
          <p14:tracePt t="34588" x="5308600" y="3549650"/>
          <p14:tracePt t="34605" x="5308600" y="3532188"/>
          <p14:tracePt t="34621" x="5291138" y="3516313"/>
          <p14:tracePt t="34638" x="5291138" y="3482975"/>
          <p14:tracePt t="34654" x="5291138" y="3449638"/>
          <p14:tracePt t="34671" x="5291138" y="3408363"/>
          <p14:tracePt t="34688" x="5291138" y="3375025"/>
          <p14:tracePt t="34705" x="5291138" y="3359150"/>
          <p14:tracePt t="34721" x="5291138" y="3341688"/>
          <p14:tracePt t="34770" x="5291138" y="3325813"/>
          <p14:tracePt t="34804" x="5291138" y="3308350"/>
          <p14:tracePt t="34821" x="5291138" y="3292475"/>
          <p14:tracePt t="34854" x="5275263" y="3275013"/>
          <p14:tracePt t="34887" x="5257800" y="3275013"/>
          <p14:tracePt t="34905" x="5241925" y="3259138"/>
          <p14:tracePt t="34921" x="5224463" y="3259138"/>
          <p14:tracePt t="34938" x="5175250" y="3259138"/>
          <p14:tracePt t="34955" x="5118100" y="3259138"/>
          <p14:tracePt t="34971" x="5018088" y="3259138"/>
          <p14:tracePt t="34988" x="4935538" y="3259138"/>
          <p14:tracePt t="35005" x="4727575" y="3259138"/>
          <p14:tracePt t="35021" x="4660900" y="3259138"/>
          <p14:tracePt t="35038" x="4362450" y="3259138"/>
          <p14:tracePt t="35054" x="4295775" y="3259138"/>
          <p14:tracePt t="35071" x="4038600" y="3308350"/>
          <p14:tracePt t="35088" x="3956050" y="3341688"/>
          <p14:tracePt t="35105" x="3798888" y="3359150"/>
          <p14:tracePt t="35121" x="3716338" y="3375025"/>
          <p14:tracePt t="35138" x="3524250" y="3390900"/>
          <p14:tracePt t="35155" x="3359150" y="3390900"/>
          <p14:tracePt t="35171" x="3235325" y="3390900"/>
          <p14:tracePt t="35188" x="3135313" y="3390900"/>
          <p14:tracePt t="35205" x="3052763" y="3390900"/>
          <p14:tracePt t="35221" x="2911475" y="3390900"/>
          <p14:tracePt t="35238" x="2811463" y="3375025"/>
          <p14:tracePt t="35255" x="2687638" y="3359150"/>
          <p14:tracePt t="35271" x="2636838" y="3341688"/>
          <p14:tracePt t="35288" x="2497138" y="3325813"/>
          <p14:tracePt t="35304" x="2363788" y="3308350"/>
          <p14:tracePt t="35321" x="2281238" y="3308350"/>
          <p14:tracePt t="35338" x="2222500" y="3308350"/>
          <p14:tracePt t="35355" x="2155825" y="3308350"/>
          <p14:tracePt t="35371" x="2122488" y="3308350"/>
          <p14:tracePt t="35388" x="2090738" y="3292475"/>
          <p14:tracePt t="35404" x="2024063" y="3292475"/>
          <p14:tracePt t="35421" x="1949450" y="3275013"/>
          <p14:tracePt t="35438" x="1916113" y="3275013"/>
          <p14:tracePt t="35455" x="1849438" y="3259138"/>
          <p14:tracePt t="35471" x="1833563" y="3259138"/>
          <p14:tracePt t="35488" x="1800225" y="3259138"/>
          <p14:tracePt t="35505" x="1782763" y="3241675"/>
          <p14:tracePt t="35699" x="1800225" y="3241675"/>
          <p14:tracePt t="35937" x="1800225" y="3259138"/>
          <p14:tracePt t="35971" x="1800225" y="3275013"/>
          <p14:tracePt t="35988" x="1800225" y="3325813"/>
          <p14:tracePt t="36005" x="1800225" y="3359150"/>
          <p14:tracePt t="36021" x="1800225" y="3390900"/>
          <p14:tracePt t="36038" x="1816100" y="3408363"/>
          <p14:tracePt t="36054" x="1816100" y="3449638"/>
          <p14:tracePt t="36104" x="1816100" y="3467100"/>
          <p14:tracePt t="36237" x="1816100" y="3498850"/>
          <p14:tracePt t="36254" x="1816100" y="3532188"/>
          <p14:tracePt t="36271" x="1816100" y="3549650"/>
          <p14:tracePt t="36304" x="1816100" y="3565525"/>
          <p14:tracePt t="37093" x="1833563" y="3565525"/>
          <p14:tracePt t="37105" x="1849438" y="3565525"/>
          <p14:tracePt t="37121" x="1898650" y="3565525"/>
          <p14:tracePt t="37138" x="1982788" y="3598863"/>
          <p14:tracePt t="37155" x="2106613" y="3632200"/>
          <p14:tracePt t="37171" x="2155825" y="3648075"/>
          <p14:tracePt t="37188" x="2222500" y="3665538"/>
          <p14:tracePt t="37205" x="2314575" y="3690938"/>
          <p14:tracePt t="37221" x="2379663" y="3706813"/>
          <p14:tracePt t="37238" x="2413000" y="3706813"/>
          <p14:tracePt t="37255" x="2513013" y="3706813"/>
          <p14:tracePt t="37271" x="2603500" y="3706813"/>
          <p14:tracePt t="37288" x="2670175" y="3706813"/>
          <p14:tracePt t="37305" x="2770188" y="3706813"/>
          <p14:tracePt t="37321" x="2878138" y="3706813"/>
          <p14:tracePt t="37338" x="3009900" y="3706813"/>
          <p14:tracePt t="37354" x="3052763" y="3706813"/>
          <p14:tracePt t="37371" x="3135313" y="3706813"/>
          <p14:tracePt t="37388" x="3184525" y="3706813"/>
          <p14:tracePt t="37405" x="3284538" y="3706813"/>
          <p14:tracePt t="37421" x="3425825" y="3706813"/>
          <p14:tracePt t="37438" x="3508375" y="3706813"/>
          <p14:tracePt t="37455" x="3683000" y="3722688"/>
          <p14:tracePt t="37472" x="3832225" y="3722688"/>
          <p14:tracePt t="37488" x="3873500" y="3740150"/>
          <p14:tracePt t="37505" x="3973513" y="3740150"/>
          <p14:tracePt t="37521" x="4022725" y="3740150"/>
          <p14:tracePt t="37538" x="4056063" y="3740150"/>
          <p14:tracePt t="37571" x="4071938" y="3740150"/>
          <p14:tracePt t="37588" x="4089400" y="3740150"/>
          <p14:tracePt t="37605" x="4113213" y="3740150"/>
          <p14:tracePt t="37654" x="4130675" y="3740150"/>
          <p14:tracePt t="37671" x="4146550" y="3740150"/>
          <p14:tracePt t="37688" x="4164013" y="3740150"/>
          <p14:tracePt t="37704" x="4179888" y="3740150"/>
          <p14:tracePt t="37721" x="4197350" y="3722688"/>
          <p14:tracePt t="37754" x="4213225" y="3722688"/>
          <p14:tracePt t="37771" x="4229100" y="3722688"/>
          <p14:tracePt t="37788" x="4262438" y="3722688"/>
          <p14:tracePt t="37804" x="4346575" y="3722688"/>
          <p14:tracePt t="37821" x="4454525" y="3722688"/>
          <p14:tracePt t="37838" x="4586288" y="3722688"/>
          <p14:tracePt t="37854" x="4645025" y="3740150"/>
          <p14:tracePt t="37871" x="4760913" y="3756025"/>
          <p14:tracePt t="37888" x="4827588" y="3756025"/>
          <p14:tracePt t="37905" x="4892675" y="3773488"/>
          <p14:tracePt t="37921" x="4935538" y="3773488"/>
          <p14:tracePt t="37938" x="4951413" y="3773488"/>
          <p14:tracePt t="37954" x="4967288" y="3773488"/>
          <p14:tracePt t="39030" x="4951413" y="3773488"/>
          <p14:tracePt t="39039" x="4892675" y="3789363"/>
          <p14:tracePt t="39053" x="4794250" y="3822700"/>
          <p14:tracePt t="39071" x="4645025" y="3905250"/>
          <p14:tracePt t="39088" x="4519613" y="3979863"/>
          <p14:tracePt t="39105" x="4362450" y="4030663"/>
          <p14:tracePt t="39121" x="4279900" y="4064000"/>
          <p14:tracePt t="39138" x="4130675" y="4113213"/>
          <p14:tracePt t="39155" x="4005263" y="4146550"/>
          <p14:tracePt t="39171" x="3889375" y="4162425"/>
          <p14:tracePt t="39188" x="3798888" y="4203700"/>
          <p14:tracePt t="39204" x="3716338" y="4221163"/>
          <p14:tracePt t="39221" x="3632200" y="4237038"/>
          <p14:tracePt t="39238" x="3541713" y="4254500"/>
          <p14:tracePt t="39255" x="3459163" y="4254500"/>
          <p14:tracePt t="39271" x="3375025" y="4270375"/>
          <p14:tracePt t="39288" x="3267075" y="4287838"/>
          <p14:tracePt t="39304" x="3117850" y="4287838"/>
          <p14:tracePt t="39321" x="2960688" y="4303713"/>
          <p14:tracePt t="39338" x="2770188" y="4303713"/>
          <p14:tracePt t="39354" x="2636838" y="4303713"/>
          <p14:tracePt t="39371" x="2446338" y="4303713"/>
          <p14:tracePt t="39388" x="2222500" y="4303713"/>
          <p14:tracePt t="39405" x="2122488" y="4303713"/>
          <p14:tracePt t="39421" x="1833563" y="4254500"/>
          <p14:tracePt t="39438" x="1749425" y="4254500"/>
          <p14:tracePt t="39455" x="1708150" y="4237038"/>
          <p14:tracePt t="39471" x="1576388" y="4203700"/>
          <p14:tracePt t="39488" x="1543050" y="4179888"/>
          <p14:tracePt t="39505" x="1525588" y="4179888"/>
          <p14:tracePt t="39572" x="1525588" y="4162425"/>
          <p14:tracePt t="39687" x="1525588" y="4146550"/>
          <p14:tracePt t="39721" x="1525588" y="4129088"/>
          <p14:tracePt t="39738" x="1525588" y="4113213"/>
          <p14:tracePt t="39755" x="1525588" y="4064000"/>
          <p14:tracePt t="39771" x="1525588" y="3997325"/>
          <p14:tracePt t="39788" x="1509713" y="3946525"/>
          <p14:tracePt t="39805" x="1492250" y="3905250"/>
          <p14:tracePt t="39821" x="1476375" y="3871913"/>
          <p14:tracePt t="39838" x="1450975" y="3840163"/>
          <p14:tracePt t="39855" x="1435100" y="3840163"/>
          <p14:tracePt t="39904" x="1417638" y="3840163"/>
          <p14:tracePt t="40005" x="1417638" y="3856038"/>
          <p14:tracePt t="40054" x="1417638" y="3871913"/>
          <p14:tracePt t="40071" x="1417638" y="3905250"/>
          <p14:tracePt t="40088" x="1417638" y="3946525"/>
          <p14:tracePt t="40104" x="1435100" y="3997325"/>
          <p14:tracePt t="40137" x="1435100" y="4030663"/>
          <p14:tracePt t="40155" x="1435100" y="4046538"/>
          <p14:tracePt t="40171" x="1450975" y="4046538"/>
          <p14:tracePt t="40204" x="1450975" y="4064000"/>
          <p14:tracePt t="40221" x="1450975" y="4079875"/>
          <p14:tracePt t="40238" x="1450975" y="4097338"/>
          <p14:tracePt t="40255" x="1476375" y="4129088"/>
          <p14:tracePt t="40271" x="1476375" y="4146550"/>
          <p14:tracePt t="40288" x="1476375" y="4179888"/>
          <p14:tracePt t="40304" x="1492250" y="4221163"/>
          <p14:tracePt t="40321" x="1492250" y="4237038"/>
          <p14:tracePt t="40354" x="1492250" y="4254500"/>
          <p14:tracePt t="40482" x="1509713" y="4254500"/>
          <p14:tracePt t="40555" x="1525588" y="4254500"/>
          <p14:tracePt t="40571" x="1576388" y="4254500"/>
          <p14:tracePt t="40588" x="1641475" y="4237038"/>
          <p14:tracePt t="40605" x="1733550" y="4221163"/>
          <p14:tracePt t="40621" x="1866900" y="4203700"/>
          <p14:tracePt t="40638" x="2024063" y="4162425"/>
          <p14:tracePt t="40654" x="2122488" y="4162425"/>
          <p14:tracePt t="40671" x="2239963" y="4162425"/>
          <p14:tracePt t="40688" x="2297113" y="4162425"/>
          <p14:tracePt t="40704" x="2363788" y="4162425"/>
          <p14:tracePt t="40721" x="2413000" y="4162425"/>
          <p14:tracePt t="40738" x="2479675" y="4162425"/>
          <p14:tracePt t="40755" x="2538413" y="4162425"/>
          <p14:tracePt t="40771" x="2654300" y="4179888"/>
          <p14:tracePt t="40788" x="2795588" y="4221163"/>
          <p14:tracePt t="40805" x="2878138" y="4237038"/>
          <p14:tracePt t="40821" x="3086100" y="4254500"/>
          <p14:tracePt t="40838" x="3151188" y="4270375"/>
          <p14:tracePt t="40855" x="3267075" y="4287838"/>
          <p14:tracePt t="40871" x="3408363" y="4287838"/>
          <p14:tracePt t="40888" x="3508375" y="4287838"/>
          <p14:tracePt t="40905" x="3598863" y="4303713"/>
          <p14:tracePt t="40921" x="3698875" y="4303713"/>
          <p14:tracePt t="40938" x="3732213" y="4303713"/>
          <p14:tracePt t="40954" x="3832225" y="4303713"/>
          <p14:tracePt t="40971" x="3922713" y="4303713"/>
          <p14:tracePt t="40988" x="3973513" y="4303713"/>
          <p14:tracePt t="41004" x="4022725" y="4303713"/>
          <p14:tracePt t="41021" x="4089400" y="4303713"/>
          <p14:tracePt t="41038" x="4113213" y="4303713"/>
          <p14:tracePt t="41054" x="4146550" y="4303713"/>
          <p14:tracePt t="41071" x="4179888" y="4287838"/>
          <p14:tracePt t="41088" x="4229100" y="4287838"/>
          <p14:tracePt t="41104" x="4279900" y="4287838"/>
          <p14:tracePt t="41121" x="4329113" y="4287838"/>
          <p14:tracePt t="41138" x="4387850" y="4287838"/>
          <p14:tracePt t="41155" x="4437063" y="4287838"/>
          <p14:tracePt t="41171" x="4454525" y="4287838"/>
          <p14:tracePt t="41188" x="4503738" y="4287838"/>
          <p14:tracePt t="41204" x="4552950" y="4287838"/>
          <p14:tracePt t="41221" x="4619625" y="4270375"/>
          <p14:tracePt t="41238" x="4660900" y="4270375"/>
          <p14:tracePt t="41254" x="4711700" y="4270375"/>
          <p14:tracePt t="41271" x="4743450" y="4254500"/>
          <p14:tracePt t="41288" x="4760913" y="4254500"/>
          <p14:tracePt t="41305" x="4776788" y="4254500"/>
          <p14:tracePt t="41379" x="4794250" y="4254500"/>
          <p14:tracePt t="41404" x="4810125" y="4254500"/>
          <p14:tracePt t="41421" x="4860925" y="4254500"/>
          <p14:tracePt t="41438" x="4918075" y="4287838"/>
          <p14:tracePt t="41454" x="4951413" y="4287838"/>
          <p14:tracePt t="41471" x="5000625" y="4303713"/>
          <p14:tracePt t="41488" x="5033963" y="4321175"/>
          <p14:tracePt t="41505" x="5051425" y="4321175"/>
          <p14:tracePt t="41521" x="5067300" y="4321175"/>
          <p14:tracePt t="41721" x="5067300" y="4303713"/>
          <p14:tracePt t="41738" x="5067300" y="4287838"/>
          <p14:tracePt t="41755" x="5067300" y="4254500"/>
          <p14:tracePt t="41771" x="5067300" y="4237038"/>
          <p14:tracePt t="41788" x="5067300" y="4179888"/>
          <p14:tracePt t="41820" x="5067300" y="4162425"/>
          <p14:tracePt t="41880" x="5067300" y="4146550"/>
          <p14:tracePt t="41920" x="5067300" y="4129088"/>
          <p14:tracePt t="41938" x="5067300" y="4097338"/>
          <p14:tracePt t="41955" x="5067300" y="4079875"/>
          <p14:tracePt t="41971" x="5067300" y="4046538"/>
          <p14:tracePt t="41988" x="5067300" y="4030663"/>
          <p14:tracePt t="42005" x="5067300" y="4013200"/>
          <p14:tracePt t="42021" x="5067300" y="3997325"/>
          <p14:tracePt t="42087" x="5067300" y="3979863"/>
          <p14:tracePt t="42104" x="5067300" y="3963988"/>
          <p14:tracePt t="42121" x="5067300" y="3922713"/>
          <p14:tracePt t="42138" x="5067300" y="3905250"/>
          <p14:tracePt t="42155" x="5067300" y="3871913"/>
          <p14:tracePt t="42171" x="5067300" y="3856038"/>
          <p14:tracePt t="42188" x="5067300" y="3840163"/>
          <p14:tracePt t="42357" x="5033963" y="3840163"/>
          <p14:tracePt t="42371" x="5000625" y="3840163"/>
          <p14:tracePt t="42388" x="4892675" y="3840163"/>
          <p14:tracePt t="42405" x="4776788" y="3840163"/>
          <p14:tracePt t="42421" x="4727575" y="3840163"/>
          <p14:tracePt t="42438" x="4586288" y="3856038"/>
          <p14:tracePt t="42455" x="4519613" y="3856038"/>
          <p14:tracePt t="42472" x="4387850" y="3871913"/>
          <p14:tracePt t="42488" x="4213225" y="3905250"/>
          <p14:tracePt t="42504" x="4164013" y="3905250"/>
          <p14:tracePt t="42521" x="4071938" y="3922713"/>
          <p14:tracePt t="42538" x="3956050" y="3922713"/>
          <p14:tracePt t="42554" x="3856038" y="3922713"/>
          <p14:tracePt t="42571" x="3781425" y="3922713"/>
          <p14:tracePt t="42588" x="3683000" y="3922713"/>
          <p14:tracePt t="42604" x="3598863" y="3946525"/>
          <p14:tracePt t="42621" x="3524250" y="3946525"/>
          <p14:tracePt t="42638" x="3459163" y="3946525"/>
          <p14:tracePt t="42655" x="3359150" y="3946525"/>
          <p14:tracePt t="42671" x="3267075" y="3946525"/>
          <p14:tracePt t="42688" x="3168650" y="3946525"/>
          <p14:tracePt t="42704" x="3086100" y="3946525"/>
          <p14:tracePt t="42721" x="3027363" y="3922713"/>
          <p14:tracePt t="42738" x="2894013" y="3905250"/>
          <p14:tracePt t="42755" x="2754313" y="3889375"/>
          <p14:tracePt t="42771" x="2620963" y="3889375"/>
          <p14:tracePt t="42788" x="2497138" y="3889375"/>
          <p14:tracePt t="42805" x="2430463" y="3889375"/>
          <p14:tracePt t="42821" x="2363788" y="3889375"/>
          <p14:tracePt t="42838" x="2297113" y="3889375"/>
          <p14:tracePt t="42855" x="2239963" y="3889375"/>
          <p14:tracePt t="42871" x="2222500" y="3889375"/>
          <p14:tracePt t="42888" x="2206625" y="3889375"/>
          <p14:tracePt t="42905" x="2189163" y="3889375"/>
          <p14:tracePt t="43540" x="2206625" y="3889375"/>
          <p14:tracePt t="43555" x="2281238" y="3856038"/>
          <p14:tracePt t="43571" x="2554288" y="3756025"/>
          <p14:tracePt t="43588" x="3101975" y="3598863"/>
          <p14:tracePt t="43604" x="3989388" y="3433763"/>
          <p14:tracePt t="43621" x="4519613" y="3390900"/>
          <p14:tracePt t="43638" x="4843463" y="3375025"/>
          <p14:tracePt t="43655" x="5407025" y="3375025"/>
          <p14:tracePt t="43671" x="5738813" y="3359150"/>
          <p14:tracePt t="43688" x="6096000" y="3325813"/>
          <p14:tracePt t="43705" x="6211888" y="3308350"/>
          <p14:tracePt t="43721" x="6353175" y="3292475"/>
          <p14:tracePt t="43738" x="6453188" y="3275013"/>
          <p14:tracePt t="43755" x="6510338" y="3259138"/>
          <p14:tracePt t="43771" x="6527800" y="3241675"/>
          <p14:tracePt t="43788" x="6543675" y="3241675"/>
          <p14:tracePt t="43903" x="6543675" y="3225800"/>
          <p14:tracePt t="43937" x="6543675" y="3209925"/>
          <p14:tracePt t="43954" x="6543675" y="3192463"/>
          <p14:tracePt t="43971" x="6510338" y="3151188"/>
          <p14:tracePt t="43988" x="6435725" y="3101975"/>
          <p14:tracePt t="44004" x="6319838" y="3051175"/>
          <p14:tracePt t="44021" x="6162675" y="3001963"/>
          <p14:tracePt t="44038" x="6029325" y="2968625"/>
          <p14:tracePt t="44054" x="5921375" y="2935288"/>
          <p14:tracePt t="44071" x="5789613" y="2894013"/>
          <p14:tracePt t="44088" x="5681663" y="2878138"/>
          <p14:tracePt t="44104" x="5630863" y="2860675"/>
          <p14:tracePt t="44121" x="5614988" y="2860675"/>
          <p14:tracePt t="44155" x="5599113" y="2860675"/>
          <p14:tracePt t="44171" x="5548313" y="2860675"/>
          <p14:tracePt t="44498" x="5565775" y="2860675"/>
          <p14:tracePt t="44510" x="5630863" y="2860675"/>
          <p14:tracePt t="44520" x="5681663" y="2860675"/>
          <p14:tracePt t="44538" x="5789613" y="2860675"/>
          <p14:tracePt t="44555" x="5921375" y="2860675"/>
          <p14:tracePt t="44571" x="6046788" y="2878138"/>
          <p14:tracePt t="44588" x="6096000" y="2911475"/>
          <p14:tracePt t="44604" x="6162675" y="2952750"/>
          <p14:tracePt t="44621" x="6196013" y="3001963"/>
          <p14:tracePt t="44638" x="6196013" y="3035300"/>
          <p14:tracePt t="44654" x="6080125" y="3084513"/>
          <p14:tracePt t="44671" x="5921375" y="3151188"/>
          <p14:tracePt t="44688" x="5838825" y="3167063"/>
          <p14:tracePt t="44705" x="5722938" y="3225800"/>
          <p14:tracePt t="44721" x="5614988" y="3241675"/>
          <p14:tracePt t="44738" x="5548313" y="3259138"/>
          <p14:tracePt t="44755" x="5514975" y="3259138"/>
          <p14:tracePt t="44771" x="5465763" y="3275013"/>
          <p14:tracePt t="44788" x="5448300" y="3275013"/>
          <p14:tracePt t="44805" x="5448300" y="3292475"/>
          <p14:tracePt t="44970" x="5465763" y="3292475"/>
          <p14:tracePt t="44988" x="5499100" y="3292475"/>
          <p14:tracePt t="45005" x="5548313" y="3341688"/>
          <p14:tracePt t="45021" x="5599113" y="3375025"/>
          <p14:tracePt t="45038" x="5614988" y="3375025"/>
          <p14:tracePt t="45055" x="5630863" y="3408363"/>
          <p14:tracePt t="45071" x="5664200" y="3482975"/>
          <p14:tracePt t="45088" x="5705475" y="3549650"/>
          <p14:tracePt t="45104" x="5738813" y="3665538"/>
          <p14:tracePt t="45121" x="5756275" y="3756025"/>
          <p14:tracePt t="45138" x="5772150" y="3822700"/>
          <p14:tracePt t="45155" x="5789613" y="3871913"/>
          <p14:tracePt t="45171" x="5789613" y="3889375"/>
          <p14:tracePt t="45188" x="5789613" y="3905250"/>
          <p14:tracePt t="45205" x="5738813" y="3946525"/>
          <p14:tracePt t="45221" x="5681663" y="3946525"/>
          <p14:tracePt t="45238" x="5548313" y="3979863"/>
          <p14:tracePt t="45254" x="5424488" y="3997325"/>
          <p14:tracePt t="45271" x="5324475" y="4013200"/>
          <p14:tracePt t="45288" x="5275263" y="4030663"/>
          <p14:tracePt t="45305" x="5241925" y="4030663"/>
          <p14:tracePt t="45321" x="5224463" y="4030663"/>
          <p14:tracePt t="45353" x="5208588" y="4030663"/>
          <p14:tracePt t="45387" x="5192713" y="4013200"/>
          <p14:tracePt t="45991" x="5208588" y="4013200"/>
          <p14:tracePt t="46020" x="5257800" y="4013200"/>
          <p14:tracePt t="46038" x="5275263" y="4013200"/>
          <p14:tracePt t="46054" x="5291138" y="4013200"/>
          <p14:tracePt t="46071" x="5341938" y="4013200"/>
          <p14:tracePt t="46088" x="5357813" y="4013200"/>
          <p14:tracePt t="46105" x="5373688" y="4013200"/>
          <p14:tracePt t="46121" x="5407025" y="4013200"/>
          <p14:tracePt t="46138" x="5424488" y="4013200"/>
          <p14:tracePt t="46155" x="5448300" y="4030663"/>
          <p14:tracePt t="46171" x="5465763" y="4046538"/>
          <p14:tracePt t="46188" x="5481638" y="4079875"/>
          <p14:tracePt t="46220" x="5514975" y="4129088"/>
          <p14:tracePt t="46238" x="5532438" y="4162425"/>
          <p14:tracePt t="46254" x="5532438" y="4179888"/>
          <p14:tracePt t="46271" x="5548313" y="4237038"/>
          <p14:tracePt t="46288" x="5565775" y="4303713"/>
          <p14:tracePt t="46305" x="5565775" y="4352925"/>
          <p14:tracePt t="46321" x="5581650" y="4386263"/>
          <p14:tracePt t="46338" x="5599113" y="4437063"/>
          <p14:tracePt t="46355" x="5599113" y="4494213"/>
          <p14:tracePt t="46371" x="5599113" y="4511675"/>
          <p14:tracePt t="46388" x="5599113" y="4527550"/>
          <p14:tracePt t="46405" x="5599113" y="4560888"/>
          <p14:tracePt t="46421" x="5599113" y="4576763"/>
          <p14:tracePt t="46438" x="5599113" y="4594225"/>
          <p14:tracePt t="46454" x="5599113" y="4610100"/>
          <p14:tracePt t="46471" x="5581650" y="4643438"/>
          <p14:tracePt t="46488" x="5581650" y="4660900"/>
          <p14:tracePt t="46505" x="5565775" y="4676775"/>
          <p14:tracePt t="46521" x="5548313" y="4676775"/>
          <p14:tracePt t="46538" x="5532438" y="4694238"/>
          <p14:tracePt t="46554" x="5514975" y="4718050"/>
          <p14:tracePt t="46571" x="5499100" y="4751388"/>
          <p14:tracePt t="46588" x="5465763" y="4768850"/>
          <p14:tracePt t="46605" x="5448300" y="4768850"/>
          <p14:tracePt t="46621" x="5448300" y="4784725"/>
          <p14:tracePt t="46638" x="5424488" y="4784725"/>
          <p14:tracePt t="46654" x="5424488" y="4802188"/>
          <p14:tracePt t="46671" x="5407025" y="4802188"/>
          <p14:tracePt t="46687" x="5391150" y="4802188"/>
          <p14:tracePt t="46704" x="5373688" y="4818063"/>
          <p14:tracePt t="46721" x="5341938" y="4833938"/>
          <p14:tracePt t="48209" x="5341938" y="4818063"/>
          <p14:tracePt t="48221" x="5341938" y="4802188"/>
          <p14:tracePt t="48238" x="5357813" y="4735513"/>
          <p14:tracePt t="48255" x="5391150" y="4643438"/>
          <p14:tracePt t="48271" x="5481638" y="4511675"/>
          <p14:tracePt t="48288" x="5514975" y="4437063"/>
          <p14:tracePt t="48304" x="5548313" y="4337050"/>
          <p14:tracePt t="48321" x="5581650" y="4254500"/>
          <p14:tracePt t="48338" x="5599113" y="4146550"/>
          <p14:tracePt t="48354" x="5614988" y="4097338"/>
          <p14:tracePt t="48371" x="5614988" y="3963988"/>
          <p14:tracePt t="48388" x="5614988" y="3840163"/>
          <p14:tracePt t="48404" x="5614988" y="3773488"/>
          <p14:tracePt t="48421" x="5614988" y="3690938"/>
          <p14:tracePt t="48438" x="5614988" y="3616325"/>
          <p14:tracePt t="48454" x="5614988" y="3565525"/>
          <p14:tracePt t="48471" x="5614988" y="3498850"/>
          <p14:tracePt t="48488" x="5599113" y="3408363"/>
          <p14:tracePt t="48504" x="5599113" y="3359150"/>
          <p14:tracePt t="48521" x="5581650" y="3275013"/>
          <p14:tracePt t="48538" x="5565775" y="3241675"/>
          <p14:tracePt t="48554" x="5565775" y="3192463"/>
          <p14:tracePt t="48571" x="5565775" y="3135313"/>
          <p14:tracePt t="48588" x="5565775" y="3117850"/>
          <p14:tracePt t="48604" x="5565775" y="3101975"/>
          <p14:tracePt t="48653" x="5581650" y="3101975"/>
          <p14:tracePt t="48671" x="5614988" y="3101975"/>
          <p14:tracePt t="48704" x="5630863" y="3101975"/>
          <p14:tracePt t="48721" x="5648325" y="3101975"/>
          <p14:tracePt t="48747" x="5630863" y="3101975"/>
          <p14:tracePt t="48755" x="5614988" y="3101975"/>
          <p14:tracePt t="49470" x="5599113" y="3084513"/>
          <p14:tracePt t="49488" x="5565775" y="3068638"/>
          <p14:tracePt t="49505" x="5499100" y="3017838"/>
          <p14:tracePt t="49521" x="5424488" y="2968625"/>
          <p14:tracePt t="49538" x="5373688" y="2952750"/>
          <p14:tracePt t="49555" x="5357813" y="2935288"/>
          <p14:tracePt t="49571" x="5357813" y="2911475"/>
          <p14:tracePt t="49624" x="5357813" y="2894013"/>
          <p14:tracePt t="49687" x="5341938" y="2894013"/>
          <p14:tracePt t="50166" x="5357813" y="2894013"/>
          <p14:tracePt t="50174" x="5373688" y="2894013"/>
          <p14:tracePt t="50188" x="5407025" y="2935288"/>
          <p14:tracePt t="50204" x="5514975" y="3017838"/>
          <p14:tracePt t="50221" x="5599113" y="3068638"/>
          <p14:tracePt t="50238" x="5630863" y="3117850"/>
          <p14:tracePt t="50254" x="5705475" y="3167063"/>
          <p14:tracePt t="50271" x="5722938" y="3225800"/>
          <p14:tracePt t="50288" x="5738813" y="3259138"/>
          <p14:tracePt t="50304" x="5738813" y="3292475"/>
          <p14:tracePt t="50321" x="5738813" y="3359150"/>
          <p14:tracePt t="50338" x="5738813" y="3390900"/>
          <p14:tracePt t="50354" x="5705475" y="3449638"/>
          <p14:tracePt t="50371" x="5648325" y="3516313"/>
          <p14:tracePt t="50388" x="5614988" y="3549650"/>
          <p14:tracePt t="50404" x="5581650" y="3582988"/>
          <p14:tracePt t="50421" x="5565775" y="3598863"/>
          <p14:tracePt t="50438" x="5532438" y="3616325"/>
          <p14:tracePt t="50454" x="5499100" y="3616325"/>
          <p14:tracePt t="50471" x="5499100" y="3632200"/>
          <p14:tracePt t="50488" x="5481638" y="3632200"/>
          <p14:tracePt t="50637" x="5499100" y="3665538"/>
          <p14:tracePt t="50654" x="5548313" y="3740150"/>
          <p14:tracePt t="50671" x="5565775" y="3773488"/>
          <p14:tracePt t="50688" x="5630863" y="3889375"/>
          <p14:tracePt t="50704" x="5681663" y="3963988"/>
          <p14:tracePt t="50721" x="5738813" y="4046538"/>
          <p14:tracePt t="50738" x="5738813" y="4079875"/>
          <p14:tracePt t="50754" x="5772150" y="4179888"/>
          <p14:tracePt t="50771" x="5772150" y="4270375"/>
          <p14:tracePt t="50788" x="5772150" y="4303713"/>
          <p14:tracePt t="50804" x="5738813" y="4403725"/>
          <p14:tracePt t="50821" x="5664200" y="4511675"/>
          <p14:tracePt t="50838" x="5599113" y="4594225"/>
          <p14:tracePt t="50854" x="5532438" y="4643438"/>
          <p14:tracePt t="50871" x="5465763" y="4718050"/>
          <p14:tracePt t="50888" x="5424488" y="4735513"/>
          <p14:tracePt t="50904" x="5357813" y="4784725"/>
          <p14:tracePt t="50921" x="5324475" y="4802188"/>
          <p14:tracePt t="50938" x="5308600" y="4802188"/>
          <p14:tracePt t="50954" x="5291138" y="4818063"/>
          <p14:tracePt t="50971" x="5275263" y="4818063"/>
          <p14:tracePt t="50988" x="5257800" y="4818063"/>
          <p14:tracePt t="51004" x="5241925" y="4818063"/>
          <p14:tracePt t="51037" x="5224463" y="4818063"/>
          <p14:tracePt t="51571" x="5291138" y="4784725"/>
          <p14:tracePt t="51588" x="5373688" y="4768850"/>
          <p14:tracePt t="51604" x="5630863" y="4735513"/>
          <p14:tracePt t="51621" x="5805488" y="4718050"/>
          <p14:tracePt t="51638" x="6178550" y="4718050"/>
          <p14:tracePt t="51654" x="6353175" y="4718050"/>
          <p14:tracePt t="51671" x="6743700" y="4768850"/>
          <p14:tracePt t="51688" x="6883400" y="4784725"/>
          <p14:tracePt t="51704" x="7158038" y="4818063"/>
          <p14:tracePt t="51721" x="7224713" y="4818063"/>
          <p14:tracePt t="51738" x="7381875" y="4818063"/>
          <p14:tracePt t="51754" x="7415213" y="4818063"/>
          <p14:tracePt t="51771" x="7513638" y="4768850"/>
          <p14:tracePt t="51788" x="7546975" y="4768850"/>
          <p14:tracePt t="52144" x="7546975" y="4751388"/>
          <p14:tracePt t="52154" x="7546975" y="4718050"/>
          <p14:tracePt t="52171" x="7531100" y="4627563"/>
          <p14:tracePt t="52188" x="7497763" y="4511675"/>
          <p14:tracePt t="52204" x="7480300" y="4419600"/>
          <p14:tracePt t="52221" x="7431088" y="4221163"/>
          <p14:tracePt t="52238" x="7364413" y="3905250"/>
          <p14:tracePt t="52255" x="7299325" y="3467100"/>
          <p14:tracePt t="52271" x="7273925" y="3209925"/>
          <p14:tracePt t="52288" x="7256463" y="3017838"/>
          <p14:tracePt t="52304" x="7256463" y="2935288"/>
          <p14:tracePt t="52321" x="7240588" y="2794000"/>
          <p14:tracePt t="52338" x="7224713" y="2695575"/>
          <p14:tracePt t="52354" x="7207250" y="2636838"/>
          <p14:tracePt t="52371" x="7207250" y="2603500"/>
          <p14:tracePt t="52388" x="7207250" y="2587625"/>
          <p14:tracePt t="52404" x="7191375" y="2587625"/>
          <p14:tracePt t="52454" x="7173913" y="2587625"/>
          <p14:tracePt t="52503" x="7158038" y="2587625"/>
          <p14:tracePt t="52537" x="7140575" y="2587625"/>
          <p14:tracePt t="52554" x="7091363" y="2603500"/>
          <p14:tracePt t="52571" x="7042150" y="2636838"/>
          <p14:tracePt t="52588" x="6967538" y="2678113"/>
          <p14:tracePt t="52604" x="6867525" y="2728913"/>
          <p14:tracePt t="52621" x="6659563" y="2794000"/>
          <p14:tracePt t="52638" x="6543675" y="2827338"/>
          <p14:tracePt t="52654" x="6046788" y="2935288"/>
          <p14:tracePt t="52671" x="5738813" y="2968625"/>
          <p14:tracePt t="52688" x="5373688" y="2986088"/>
          <p14:tracePt t="52704" x="5084763" y="2986088"/>
          <p14:tracePt t="52721" x="4860925" y="2986088"/>
          <p14:tracePt t="52738" x="4694238" y="2986088"/>
          <p14:tracePt t="52754" x="4619625" y="2952750"/>
          <p14:tracePt t="52771" x="4603750" y="2952750"/>
          <p14:tracePt t="53053" x="4586288" y="2952750"/>
          <p14:tracePt t="53071" x="4486275" y="2935288"/>
          <p14:tracePt t="53088" x="4362450" y="2911475"/>
          <p14:tracePt t="53104" x="4130675" y="2860675"/>
          <p14:tracePt t="53121" x="3649663" y="2794000"/>
          <p14:tracePt t="53138" x="3375025" y="2778125"/>
          <p14:tracePt t="53155" x="3117850" y="2744788"/>
          <p14:tracePt t="53171" x="3068638" y="2744788"/>
          <p14:tracePt t="53188" x="2944813" y="2744788"/>
          <p14:tracePt t="53205" x="2894013" y="2744788"/>
          <p14:tracePt t="53221" x="2878138" y="2744788"/>
          <p14:tracePt t="53238" x="2860675" y="2744788"/>
          <p14:tracePt t="53254" x="2844800" y="2744788"/>
          <p14:tracePt t="53271" x="2828925" y="2744788"/>
          <p14:tracePt t="53288" x="2795588" y="2744788"/>
          <p14:tracePt t="53653" x="2736850" y="2744788"/>
          <p14:tracePt t="53671" x="2654300" y="2728913"/>
          <p14:tracePt t="53688" x="2554288" y="2711450"/>
          <p14:tracePt t="53704" x="2513013" y="2711450"/>
          <p14:tracePt t="53721" x="2430463" y="2711450"/>
          <p14:tracePt t="53738" x="2347913" y="2695575"/>
          <p14:tracePt t="53754" x="2281238" y="2695575"/>
          <p14:tracePt t="53771" x="2206625" y="2695575"/>
          <p14:tracePt t="53788" x="2139950" y="2695575"/>
          <p14:tracePt t="53804" x="2039938" y="2695575"/>
          <p14:tracePt t="53821" x="1965325" y="2695575"/>
          <p14:tracePt t="53838" x="1931988" y="2695575"/>
          <p14:tracePt t="53870" x="1916113" y="2695575"/>
          <p14:tracePt t="53953" x="1898650" y="2695575"/>
          <p14:tracePt t="54004" x="1882775" y="2695575"/>
          <p14:tracePt t="54337" x="1882775" y="2678113"/>
          <p14:tracePt t="54354" x="1866900" y="2678113"/>
          <p14:tracePt t="54387" x="1866900" y="2654300"/>
          <p14:tracePt t="54420" x="1849438" y="2654300"/>
          <p14:tracePt t="54437" x="1849438" y="2636838"/>
          <p14:tracePt t="54471" x="1833563" y="2603500"/>
          <p14:tracePt t="54488" x="1816100" y="2587625"/>
          <p14:tracePt t="54505" x="1800225" y="2570163"/>
          <p14:tracePt t="54521" x="1782763" y="2554288"/>
          <p14:tracePt t="54570" x="1766888" y="2554288"/>
          <p14:tracePt t="54653" x="1749425" y="2554288"/>
          <p14:tracePt t="54687" x="1749425" y="2570163"/>
          <p14:tracePt t="54704" x="1749425" y="2587625"/>
          <p14:tracePt t="54721" x="1733550" y="2587625"/>
          <p14:tracePt t="54738" x="1733550" y="2603500"/>
          <p14:tracePt t="54754" x="1733550" y="2620963"/>
          <p14:tracePt t="54787" x="1733550" y="2636838"/>
          <p14:tracePt t="54804" x="1733550" y="2654300"/>
          <p14:tracePt t="54821" x="1733550" y="2678113"/>
          <p14:tracePt t="54854" x="1733550" y="2695575"/>
          <p14:tracePt t="54920" x="1733550" y="2711450"/>
          <p14:tracePt t="54987" x="1733550" y="2728913"/>
          <p14:tracePt t="55137" x="1733550" y="2711450"/>
          <p14:tracePt t="55155" x="1733550" y="2695575"/>
          <p14:tracePt t="55171" x="1733550" y="2654300"/>
          <p14:tracePt t="55188" x="1733550" y="2620963"/>
          <p14:tracePt t="55204" x="1733550" y="2587625"/>
          <p14:tracePt t="55221" x="1733550" y="2554288"/>
          <p14:tracePt t="55238" x="1733550" y="2536825"/>
          <p14:tracePt t="55270" x="1733550" y="2520950"/>
          <p14:tracePt t="55337" x="1708150" y="2505075"/>
          <p14:tracePt t="55370" x="1692275" y="2505075"/>
          <p14:tracePt t="55388" x="1674813" y="2505075"/>
          <p14:tracePt t="55437" x="1658938" y="2505075"/>
          <p14:tracePt t="55487" x="1641475" y="2505075"/>
          <p14:tracePt t="55504" x="1641475" y="2520950"/>
          <p14:tracePt t="55521" x="1609725" y="2520950"/>
          <p14:tracePt t="55538" x="1592263" y="2536825"/>
          <p14:tracePt t="55554" x="1576388" y="2536825"/>
          <p14:tracePt t="55571" x="1543050" y="2554288"/>
          <p14:tracePt t="55588" x="1509713" y="2554288"/>
          <p14:tracePt t="55604" x="1492250" y="2570163"/>
          <p14:tracePt t="55621" x="1476375" y="2570163"/>
          <p14:tracePt t="55638" x="1450975" y="2570163"/>
          <p14:tracePt t="55654" x="1435100" y="2587625"/>
          <p14:tracePt t="55671" x="1417638" y="2587625"/>
          <p14:tracePt t="55737" x="1417638" y="2603500"/>
          <p14:tracePt t="55754" x="1435100" y="2620963"/>
          <p14:tracePt t="55771" x="1476375" y="2636838"/>
          <p14:tracePt t="55788" x="1492250" y="2654300"/>
          <p14:tracePt t="55804" x="1525588" y="2678113"/>
          <p14:tracePt t="55821" x="1576388" y="2695575"/>
          <p14:tracePt t="55838" x="1609725" y="2695575"/>
          <p14:tracePt t="55854" x="1692275" y="2678113"/>
          <p14:tracePt t="55871" x="1782763" y="2636838"/>
          <p14:tracePt t="55888" x="1816100" y="2620963"/>
          <p14:tracePt t="55904" x="1849438" y="2603500"/>
          <p14:tracePt t="55921" x="1882775" y="2587625"/>
          <p14:tracePt t="55954" x="1898650" y="2587625"/>
          <p14:tracePt t="56189" x="1898650" y="2603500"/>
          <p14:tracePt t="56205" x="1882775" y="2603500"/>
          <p14:tracePt t="56270" x="1866900" y="2587625"/>
          <p14:tracePt t="56288" x="1849438" y="2570163"/>
          <p14:tracePt t="56304" x="1833563" y="2536825"/>
          <p14:tracePt t="56321" x="1800225" y="2505075"/>
          <p14:tracePt t="56338" x="1766888" y="2471738"/>
          <p14:tracePt t="56354" x="1749425" y="2454275"/>
          <p14:tracePt t="56371" x="1749425" y="2438400"/>
          <p14:tracePt t="56404" x="1733550" y="2438400"/>
          <p14:tracePt t="56470" x="1733550" y="2454275"/>
          <p14:tracePt t="56488" x="1733550" y="2471738"/>
          <p14:tracePt t="56505" x="1733550" y="2487613"/>
          <p14:tracePt t="56521" x="1708150" y="2520950"/>
          <p14:tracePt t="56538" x="1708150" y="2536825"/>
          <p14:tracePt t="56554" x="1692275" y="2554288"/>
          <p14:tracePt t="56571" x="1692275" y="2570163"/>
          <p14:tracePt t="56588" x="1692275" y="2587625"/>
          <p14:tracePt t="56604" x="1692275" y="2603500"/>
          <p14:tracePt t="56637" x="1674813" y="2620963"/>
          <p14:tracePt t="56687" x="1674813" y="2636838"/>
          <p14:tracePt t="56720" x="1674813" y="2654300"/>
          <p14:tracePt t="56738" x="1674813" y="2678113"/>
          <p14:tracePt t="56754" x="1692275" y="2695575"/>
          <p14:tracePt t="56787" x="1766888" y="2728913"/>
          <p14:tracePt t="56804" x="1949450" y="2744788"/>
          <p14:tracePt t="56821" x="2206625" y="2760663"/>
          <p14:tracePt t="56838" x="2497138" y="2760663"/>
          <p14:tracePt t="56854" x="3441700" y="2744788"/>
          <p14:tracePt t="56871" x="4246563" y="2711450"/>
          <p14:tracePt t="56888" x="4892675" y="2695575"/>
          <p14:tracePt t="56904" x="5275263" y="2695575"/>
          <p14:tracePt t="56921" x="5630863" y="2695575"/>
          <p14:tracePt t="56938" x="5938838" y="2695575"/>
          <p14:tracePt t="56954" x="6062663" y="2695575"/>
          <p14:tracePt t="56971" x="6237288" y="2695575"/>
          <p14:tracePt t="56988" x="6386513" y="2695575"/>
          <p14:tracePt t="57004" x="6527800" y="2711450"/>
          <p14:tracePt t="57021" x="6592888" y="2711450"/>
          <p14:tracePt t="57038" x="6610350" y="2711450"/>
          <p14:tracePt t="57054" x="6643688" y="2711450"/>
          <p14:tracePt t="57416" x="6677025" y="2711450"/>
          <p14:tracePt t="57424" x="6784975" y="2654300"/>
          <p14:tracePt t="57438" x="6967538" y="2587625"/>
          <p14:tracePt t="57454" x="7058025" y="2554288"/>
          <p14:tracePt t="57471" x="7299325" y="2487613"/>
          <p14:tracePt t="57488" x="7480300" y="2438400"/>
          <p14:tracePt t="57504" x="7546975" y="2397125"/>
          <p14:tracePt t="57521" x="7639050" y="2379663"/>
          <p14:tracePt t="57538" x="7672388" y="2379663"/>
          <p14:tracePt t="57554" x="7688263" y="2379663"/>
          <p14:tracePt t="57579" x="7654925" y="2397125"/>
          <p14:tracePt t="57588" x="7605713" y="2420938"/>
          <p14:tracePt t="57604" x="7464425" y="2487613"/>
          <p14:tracePt t="57621" x="7124700" y="2587625"/>
          <p14:tracePt t="57638" x="6626225" y="2695575"/>
          <p14:tracePt t="57654" x="5938838" y="2794000"/>
          <p14:tracePt t="57671" x="5407025" y="2827338"/>
          <p14:tracePt t="57688" x="4918075" y="2860675"/>
          <p14:tracePt t="57704" x="4295775" y="2911475"/>
          <p14:tracePt t="57721" x="3732213" y="2968625"/>
          <p14:tracePt t="57738" x="3508375" y="2986088"/>
          <p14:tracePt t="57754" x="3341688" y="3001963"/>
          <p14:tracePt t="57771" x="3267075" y="3001963"/>
          <p14:tracePt t="57788" x="3251200" y="3001963"/>
          <p14:tracePt t="57804" x="3235325" y="3001963"/>
          <p14:tracePt t="58087" x="3217863" y="3001963"/>
          <p14:tracePt t="58104" x="3009900" y="3001963"/>
          <p14:tracePt t="58121" x="2811463" y="3001963"/>
          <p14:tracePt t="58138" x="2571750" y="3001963"/>
          <p14:tracePt t="58155" x="2139950" y="3001963"/>
          <p14:tracePt t="58171" x="1749425" y="3001963"/>
          <p14:tracePt t="58188" x="1543050" y="2968625"/>
          <p14:tracePt t="58204" x="1492250" y="2952750"/>
          <p14:tracePt t="58221" x="1335088" y="2911475"/>
          <p14:tracePt t="58237" x="1285875" y="2894013"/>
          <p14:tracePt t="58254" x="1219200" y="2878138"/>
          <p14:tracePt t="58271" x="1160463" y="2860675"/>
          <p14:tracePt t="58288" x="1128713" y="2844800"/>
          <p14:tracePt t="58304" x="1095375" y="2811463"/>
          <p14:tracePt t="58321" x="1077913" y="2811463"/>
          <p14:tracePt t="58338" x="1062038" y="2794000"/>
          <p14:tracePt t="58427" x="1077913" y="2794000"/>
          <p14:tracePt t="58437" x="1095375" y="2794000"/>
          <p14:tracePt t="58454" x="1144588" y="2794000"/>
          <p14:tracePt t="58471" x="1319213" y="2760663"/>
          <p14:tracePt t="58488" x="1592263" y="2711450"/>
          <p14:tracePt t="58504" x="2006600" y="2554288"/>
          <p14:tracePt t="58521" x="2239963" y="2363788"/>
          <p14:tracePt t="58538" x="2297113" y="2312988"/>
          <p14:tracePt t="58554" x="2363788" y="2247900"/>
          <p14:tracePt t="58571" x="2363788" y="2230438"/>
          <p14:tracePt t="58588" x="2347913" y="2214563"/>
          <p14:tracePt t="58604" x="2297113" y="2214563"/>
          <p14:tracePt t="58621" x="2263775" y="2214563"/>
          <p14:tracePt t="58638" x="2206625" y="2230438"/>
          <p14:tracePt t="58654" x="2122488" y="2263775"/>
          <p14:tracePt t="58671" x="2057400" y="2281238"/>
          <p14:tracePt t="58688" x="1965325" y="2312988"/>
          <p14:tracePt t="58705" x="1931988" y="2330450"/>
          <p14:tracePt t="58721" x="1898650" y="2330450"/>
          <p14:tracePt t="58738" x="1882775" y="2330450"/>
          <p14:tracePt t="58754" x="1882775" y="2346325"/>
          <p14:tracePt t="58771" x="1833563" y="2379663"/>
          <p14:tracePt t="58788" x="1800225" y="2420938"/>
          <p14:tracePt t="58804" x="1766888" y="2454275"/>
          <p14:tracePt t="58821" x="1708150" y="2505075"/>
          <p14:tracePt t="58838" x="1674813" y="2554288"/>
          <p14:tracePt t="58854" x="1658938" y="2587625"/>
          <p14:tracePt t="58871" x="1625600" y="2620963"/>
          <p14:tracePt t="58888" x="1592263" y="2636838"/>
          <p14:tracePt t="58920" x="1592263" y="2654300"/>
          <p14:tracePt t="58987" x="1609725" y="2678113"/>
          <p14:tracePt t="59004" x="1641475" y="2695575"/>
          <p14:tracePt t="59021" x="1658938" y="2728913"/>
          <p14:tracePt t="59038" x="1674813" y="2744788"/>
          <p14:tracePt t="59054" x="1692275" y="2760663"/>
          <p14:tracePt t="59087" x="1692275" y="2778125"/>
          <p14:tracePt t="59120" x="1692275" y="2794000"/>
          <p14:tracePt t="59155" x="1692275" y="2811463"/>
          <p14:tracePt t="59187" x="1692275" y="2827338"/>
          <p14:tracePt t="59204" x="1692275" y="2844800"/>
          <p14:tracePt t="59221" x="1692275" y="2860675"/>
          <p14:tracePt t="59238" x="1692275" y="2878138"/>
          <p14:tracePt t="59254" x="1692275" y="2894013"/>
          <p14:tracePt t="59271" x="1708150" y="2911475"/>
          <p14:tracePt t="59304" x="1708150" y="2935288"/>
          <p14:tracePt t="59321" x="1766888" y="2952750"/>
          <p14:tracePt t="59338" x="1816100" y="2968625"/>
          <p14:tracePt t="59354" x="1866900" y="2986088"/>
          <p14:tracePt t="59371" x="1949450" y="3001963"/>
          <p14:tracePt t="59388" x="1982788" y="3001963"/>
          <p14:tracePt t="59404" x="2039938" y="3001963"/>
          <p14:tracePt t="59421" x="2073275" y="2968625"/>
          <p14:tracePt t="59437" x="2106613" y="2935288"/>
          <p14:tracePt t="59470" x="2122488" y="2894013"/>
          <p14:tracePt t="59488" x="2139950" y="2860675"/>
          <p14:tracePt t="59505" x="2139950" y="2844800"/>
          <p14:tracePt t="59521" x="2139950" y="2827338"/>
          <p14:tracePt t="59538" x="2139950" y="2811463"/>
          <p14:tracePt t="59554" x="2139950" y="2794000"/>
          <p14:tracePt t="59571" x="2122488" y="2744788"/>
          <p14:tracePt t="59588" x="2090738" y="2711450"/>
          <p14:tracePt t="59604" x="2039938" y="2654300"/>
          <p14:tracePt t="59621" x="1982788" y="2603500"/>
          <p14:tracePt t="59638" x="1931988" y="2587625"/>
          <p14:tracePt t="59654" x="1882775" y="2587625"/>
          <p14:tracePt t="59671" x="1800225" y="2587625"/>
          <p14:tracePt t="59688" x="1782763" y="2587625"/>
          <p14:tracePt t="59704" x="1708150" y="2620963"/>
          <p14:tracePt t="59721" x="1641475" y="2695575"/>
          <p14:tracePt t="59737" x="1609725" y="2711450"/>
          <p14:tracePt t="59754" x="1576388" y="2744788"/>
          <p14:tracePt t="59771" x="1558925" y="2778125"/>
          <p14:tracePt t="59788" x="1558925" y="2794000"/>
          <p14:tracePt t="59804" x="1558925" y="2827338"/>
          <p14:tracePt t="59821" x="1558925" y="2860675"/>
          <p14:tracePt t="59838" x="1576388" y="2911475"/>
          <p14:tracePt t="59854" x="1641475" y="3001963"/>
          <p14:tracePt t="59871" x="1733550" y="3068638"/>
          <p14:tracePt t="59888" x="1800225" y="3117850"/>
          <p14:tracePt t="59904" x="1882775" y="3117850"/>
          <p14:tracePt t="59921" x="1965325" y="3135313"/>
          <p14:tracePt t="59938" x="2024063" y="3135313"/>
          <p14:tracePt t="59954" x="2057400" y="3135313"/>
          <p14:tracePt t="59971" x="2073275" y="3117850"/>
          <p14:tracePt t="59988" x="2090738" y="3101975"/>
          <p14:tracePt t="60004" x="2106613" y="3035300"/>
          <p14:tracePt t="60021" x="2106613" y="2968625"/>
          <p14:tracePt t="60038" x="2106613" y="2935288"/>
          <p14:tracePt t="60054" x="2106613" y="2860675"/>
          <p14:tracePt t="60071" x="2106613" y="2794000"/>
          <p14:tracePt t="60088" x="2106613" y="2760663"/>
          <p14:tracePt t="60104" x="2106613" y="2744788"/>
          <p14:tracePt t="60121" x="2090738" y="2728913"/>
          <p14:tracePt t="60138" x="2039938" y="2695575"/>
          <p14:tracePt t="60155" x="1965325" y="2654300"/>
          <p14:tracePt t="60171" x="1916113" y="2636838"/>
          <p14:tracePt t="60188" x="1866900" y="2636838"/>
          <p14:tracePt t="60204" x="1833563" y="2636838"/>
          <p14:tracePt t="60221" x="1816100" y="2636838"/>
          <p14:tracePt t="60238" x="1800225" y="2636838"/>
          <p14:tracePt t="60254" x="1782763" y="2654300"/>
          <p14:tracePt t="60271" x="1766888" y="2678113"/>
          <p14:tracePt t="60288" x="1749425" y="2695575"/>
          <p14:tracePt t="60304" x="1733550" y="2728913"/>
          <p14:tracePt t="60321" x="1733550" y="2744788"/>
          <p14:tracePt t="60338" x="1708150" y="2760663"/>
          <p14:tracePt t="60354" x="1708150" y="2778125"/>
          <p14:tracePt t="60554" x="1708150" y="2760663"/>
          <p14:tracePt t="61457" x="1692275" y="2760663"/>
          <p14:tracePt t="61471" x="1674813" y="2760663"/>
          <p14:tracePt t="61488" x="1625600" y="2760663"/>
          <p14:tracePt t="61504" x="1558925" y="2778125"/>
          <p14:tracePt t="61521" x="1492250" y="2794000"/>
          <p14:tracePt t="61538" x="1417638" y="2811463"/>
          <p14:tracePt t="61554" x="1368425" y="2827338"/>
          <p14:tracePt t="61571" x="1301750" y="2860675"/>
          <p14:tracePt t="61588" x="1235075" y="2894013"/>
          <p14:tracePt t="61604" x="1160463" y="2952750"/>
          <p14:tracePt t="61621" x="1095375" y="3001963"/>
          <p14:tracePt t="61638" x="1044575" y="3017838"/>
          <p14:tracePt t="61654" x="1028700" y="3035300"/>
          <p14:tracePt t="61671" x="1011238" y="3051175"/>
          <p14:tracePt t="61688" x="1011238" y="3068638"/>
          <p14:tracePt t="61737" x="1077913" y="3068638"/>
          <p14:tracePt t="61970" x="1077913" y="3051175"/>
          <p14:tracePt t="61988" x="1044575" y="3035300"/>
          <p14:tracePt t="62004" x="1011238" y="3017838"/>
          <p14:tracePt t="62021" x="962025" y="3017838"/>
          <p14:tracePt t="62038" x="920750" y="3017838"/>
          <p14:tracePt t="62054" x="871538" y="3017838"/>
          <p14:tracePt t="62071" x="854075" y="3017838"/>
          <p14:tracePt t="62088" x="820738" y="3035300"/>
          <p14:tracePt t="62104" x="787400" y="3035300"/>
          <p14:tracePt t="62121" x="771525" y="3051175"/>
          <p14:tracePt t="62137" x="738188" y="3068638"/>
          <p14:tracePt t="62170" x="722313" y="3068638"/>
          <p14:tracePt t="62188" x="722313" y="3084513"/>
          <p14:tracePt t="62220" x="704850" y="3084513"/>
          <p14:tracePt t="62238" x="688975" y="3135313"/>
          <p14:tracePt t="62254" x="688975" y="3151188"/>
          <p14:tracePt t="62271" x="647700" y="3241675"/>
          <p14:tracePt t="62288" x="614363" y="3275013"/>
          <p14:tracePt t="62304" x="581025" y="3359150"/>
          <p14:tracePt t="62321" x="547688" y="3449638"/>
          <p14:tracePt t="62338" x="547688" y="3498850"/>
          <p14:tracePt t="62354" x="547688" y="3516313"/>
          <p14:tracePt t="62371" x="547688" y="3532188"/>
          <p14:tracePt t="62388" x="547688" y="3549650"/>
          <p14:tracePt t="62404" x="614363" y="3565525"/>
          <p14:tracePt t="62421" x="738188" y="3582988"/>
          <p14:tracePt t="62438" x="838200" y="3616325"/>
          <p14:tracePt t="62454" x="946150" y="3648075"/>
          <p14:tracePt t="62471" x="995363" y="3665538"/>
          <p14:tracePt t="62487" x="1077913" y="3706813"/>
          <p14:tracePt t="62504" x="1111250" y="3722688"/>
          <p14:tracePt t="62521" x="1128713" y="3740150"/>
          <p14:tracePt t="62538" x="1144588" y="3773488"/>
          <p14:tracePt t="62554" x="1011238" y="3822700"/>
          <p14:tracePt t="62571" x="946150" y="3840163"/>
          <p14:tracePt t="62588" x="804863" y="3889375"/>
          <p14:tracePt t="62604" x="738188" y="3922713"/>
          <p14:tracePt t="62621" x="647700" y="3963988"/>
          <p14:tracePt t="62638" x="614363" y="3997325"/>
          <p14:tracePt t="62654" x="547688" y="4046538"/>
          <p14:tracePt t="62671" x="514350" y="4097338"/>
          <p14:tracePt t="62688" x="496888" y="4113213"/>
          <p14:tracePt t="62704" x="496888" y="4146550"/>
          <p14:tracePt t="62721" x="496888" y="4203700"/>
          <p14:tracePt t="62738" x="496888" y="4237038"/>
          <p14:tracePt t="62754" x="496888" y="4321175"/>
          <p14:tracePt t="62771" x="514350" y="4386263"/>
          <p14:tracePt t="62788" x="547688" y="4478338"/>
          <p14:tracePt t="62804" x="547688" y="4494213"/>
          <p14:tracePt t="62821" x="596900" y="4560888"/>
          <p14:tracePt t="62838" x="614363" y="4594225"/>
          <p14:tracePt t="62854" x="647700" y="4643438"/>
          <p14:tracePt t="62871" x="688975" y="4694238"/>
          <p14:tracePt t="62888" x="722313" y="4735513"/>
          <p14:tracePt t="62904" x="738188" y="4751388"/>
          <p14:tracePt t="62921" x="754063" y="4768850"/>
          <p14:tracePt t="62938" x="820738" y="4768850"/>
          <p14:tracePt t="62954" x="1062038" y="4784725"/>
          <p14:tracePt t="62971" x="1252538" y="4784725"/>
          <p14:tracePt t="62988" x="1335088" y="4784725"/>
          <p14:tracePt t="63004" x="1401763" y="4768850"/>
          <p14:tracePt t="63226" x="1417638" y="4694238"/>
          <p14:tracePt t="63238" x="1450975" y="4627563"/>
          <p14:tracePt t="63254" x="1576388" y="4370388"/>
          <p14:tracePt t="63271" x="1658938" y="4162425"/>
          <p14:tracePt t="63287" x="1849438" y="3722688"/>
          <p14:tracePt t="63304" x="1931988" y="3532188"/>
          <p14:tracePt t="63321" x="1982788" y="3341688"/>
          <p14:tracePt t="63338" x="2057400" y="3101975"/>
          <p14:tracePt t="63354" x="2090738" y="2952750"/>
          <p14:tracePt t="63371" x="2090738" y="2894013"/>
          <p14:tracePt t="63387" x="2090738" y="2878138"/>
          <p14:tracePt t="63404" x="2090738" y="2844800"/>
          <p14:tracePt t="63421" x="2090738" y="2827338"/>
          <p14:tracePt t="63438" x="2090738" y="2811463"/>
          <p14:tracePt t="63470" x="2073275" y="2794000"/>
          <p14:tracePt t="63520" x="2073275" y="2778125"/>
          <p14:tracePt t="63570" x="2057400" y="2760663"/>
          <p14:tracePt t="63588" x="2057400" y="2728913"/>
          <p14:tracePt t="63604" x="2039938" y="2678113"/>
          <p14:tracePt t="63621" x="2024063" y="2636838"/>
          <p14:tracePt t="63638" x="2024063" y="2620963"/>
          <p14:tracePt t="63654" x="2024063" y="2603500"/>
          <p14:tracePt t="63671" x="2006600" y="2603500"/>
          <p14:tracePt t="63704" x="1982788" y="2603500"/>
          <p14:tracePt t="63721" x="1949450" y="2603500"/>
          <p14:tracePt t="63738" x="1931988" y="2603500"/>
          <p14:tracePt t="63754" x="1898650" y="2636838"/>
          <p14:tracePt t="63771" x="1882775" y="2678113"/>
          <p14:tracePt t="63788" x="1833563" y="2760663"/>
          <p14:tracePt t="63804" x="1833563" y="2811463"/>
          <p14:tracePt t="63821" x="1800225" y="2911475"/>
          <p14:tracePt t="63838" x="1782763" y="2986088"/>
          <p14:tracePt t="63854" x="1766888" y="3117850"/>
          <p14:tracePt t="63871" x="1749425" y="3259138"/>
          <p14:tracePt t="63887" x="1749425" y="3325813"/>
          <p14:tracePt t="63904" x="1749425" y="3433763"/>
          <p14:tracePt t="63921" x="1749425" y="3582988"/>
          <p14:tracePt t="63938" x="1749425" y="3616325"/>
          <p14:tracePt t="63954" x="1749425" y="3756025"/>
          <p14:tracePt t="63971" x="1749425" y="3789363"/>
          <p14:tracePt t="63988" x="1782763" y="3905250"/>
          <p14:tracePt t="64004" x="1800225" y="3979863"/>
          <p14:tracePt t="64021" x="1833563" y="4064000"/>
          <p14:tracePt t="64038" x="1849438" y="4113213"/>
          <p14:tracePt t="64054" x="1866900" y="4179888"/>
          <p14:tracePt t="64071" x="1882775" y="4254500"/>
          <p14:tracePt t="64087" x="1882775" y="4287838"/>
          <p14:tracePt t="64104" x="1898650" y="4352925"/>
          <p14:tracePt t="64121" x="1916113" y="4386263"/>
          <p14:tracePt t="64138" x="1916113" y="4460875"/>
          <p14:tracePt t="64154" x="1931988" y="4478338"/>
          <p14:tracePt t="64171" x="1949450" y="4527550"/>
          <p14:tracePt t="64188" x="1949450" y="4545013"/>
          <p14:tracePt t="64204" x="1965325" y="4576763"/>
          <p14:tracePt t="64221" x="1965325" y="4594225"/>
          <p14:tracePt t="64238" x="1982788" y="4627563"/>
          <p14:tracePt t="64254" x="1982788" y="4643438"/>
          <p14:tracePt t="64287" x="2006600" y="4660900"/>
          <p14:tracePt t="64320" x="2024063" y="4676775"/>
          <p14:tracePt t="64338" x="2057400" y="4676775"/>
          <p14:tracePt t="64354" x="2106613" y="4676775"/>
          <p14:tracePt t="64371" x="2122488" y="4676775"/>
          <p14:tracePt t="64387" x="2189163" y="4660900"/>
          <p14:tracePt t="64404" x="2222500" y="4643438"/>
          <p14:tracePt t="64421" x="2297113" y="4527550"/>
          <p14:tracePt t="64438" x="2314575" y="4437063"/>
          <p14:tracePt t="64454" x="2347913" y="4221163"/>
          <p14:tracePt t="64471" x="2363788" y="4030663"/>
          <p14:tracePt t="64488" x="2363788" y="3806825"/>
          <p14:tracePt t="64504" x="2363788" y="3722688"/>
          <p14:tracePt t="64521" x="2363788" y="3582988"/>
          <p14:tracePt t="64537" x="2347913" y="3498850"/>
          <p14:tracePt t="64554" x="2314575" y="3390900"/>
          <p14:tracePt t="64571" x="2281238" y="3325813"/>
          <p14:tracePt t="64588" x="2222500" y="3209925"/>
          <p14:tracePt t="64604" x="2173288" y="3117850"/>
          <p14:tracePt t="64621" x="2122488" y="3035300"/>
          <p14:tracePt t="64638" x="2106613" y="2986088"/>
          <p14:tracePt t="64655" x="2090738" y="2952750"/>
          <p14:tracePt t="64671" x="2073275" y="2935288"/>
          <p14:tracePt t="64688" x="2057400" y="2860675"/>
          <p14:tracePt t="64704" x="2057400" y="2794000"/>
          <p14:tracePt t="64721" x="2039938" y="2728913"/>
          <p14:tracePt t="64737" x="2039938" y="2570163"/>
          <p14:tracePt t="64754" x="2039938" y="2505075"/>
          <p14:tracePt t="64771" x="2039938" y="2471738"/>
          <p14:tracePt t="64787" x="2024063" y="2379663"/>
          <p14:tracePt t="64804" x="2024063" y="2346325"/>
          <p14:tracePt t="64821" x="2006600" y="2312988"/>
          <p14:tracePt t="64838" x="1982788" y="2297113"/>
          <p14:tracePt t="64854" x="1965325" y="2297113"/>
          <p14:tracePt t="64871" x="1931988" y="2297113"/>
          <p14:tracePt t="64904" x="1882775" y="2330450"/>
          <p14:tracePt t="64921" x="1849438" y="2363788"/>
          <p14:tracePt t="64938" x="1766888" y="2438400"/>
          <p14:tracePt t="64954" x="1658938" y="2570163"/>
          <p14:tracePt t="64971" x="1609725" y="2620963"/>
          <p14:tracePt t="64988" x="1509713" y="2811463"/>
          <p14:tracePt t="65004" x="1435100" y="3001963"/>
          <p14:tracePt t="65021" x="1401763" y="3167063"/>
          <p14:tracePt t="65037" x="1401763" y="3375025"/>
          <p14:tracePt t="65054" x="1384300" y="3856038"/>
          <p14:tracePt t="65071" x="1384300" y="4013200"/>
          <p14:tracePt t="65087" x="1401763" y="4494213"/>
          <p14:tracePt t="65104" x="1492250" y="4900613"/>
          <p14:tracePt t="65121" x="1543050" y="5041900"/>
          <p14:tracePt t="65138" x="1609725" y="5265738"/>
          <p14:tracePt t="65155" x="1658938" y="5381625"/>
          <p14:tracePt t="65171" x="1674813" y="5432425"/>
          <p14:tracePt t="65187" x="1708150" y="5473700"/>
          <p14:tracePt t="65204" x="1749425" y="5473700"/>
          <p14:tracePt t="65221" x="1882775" y="5489575"/>
          <p14:tracePt t="65238" x="2122488" y="5448300"/>
          <p14:tracePt t="65437" x="2122488" y="5432425"/>
          <p14:tracePt t="65454" x="2222500" y="5332413"/>
          <p14:tracePt t="65471" x="2413000" y="5175250"/>
          <p14:tracePt t="65488" x="2636838" y="4975225"/>
          <p14:tracePt t="65504" x="2960688" y="4718050"/>
          <p14:tracePt t="65521" x="3973513" y="4064000"/>
          <p14:tracePt t="65537" x="4645025" y="3706813"/>
          <p14:tracePt t="65554" x="4951413" y="3582988"/>
          <p14:tracePt t="65571" x="5664200" y="3341688"/>
          <p14:tracePt t="65588" x="5789613" y="3325813"/>
          <p14:tracePt t="65604" x="5872163" y="3308350"/>
          <p14:tracePt t="65621" x="6253163" y="3209925"/>
          <p14:tracePt t="65637" x="6303963" y="3209925"/>
          <p14:tracePt t="65654" x="6337300" y="3192463"/>
          <p14:tracePt t="65671" x="6353175" y="3192463"/>
          <p14:tracePt t="65720" x="6369050" y="3192463"/>
          <p14:tracePt t="65770" x="6435725" y="3167063"/>
          <p14:tracePt t="65788" x="6527800" y="3117850"/>
          <p14:tracePt t="65804" x="6659563" y="3051175"/>
          <p14:tracePt t="65821" x="6784975" y="2986088"/>
          <p14:tracePt t="65837" x="6934200" y="2935288"/>
          <p14:tracePt t="65854" x="7158038" y="2844800"/>
          <p14:tracePt t="65871" x="7348538" y="2778125"/>
          <p14:tracePt t="65888" x="7381875" y="2760663"/>
          <p14:tracePt t="65904" x="7546975" y="2678113"/>
          <p14:tracePt t="66270" x="7513638" y="2678113"/>
          <p14:tracePt t="66288" x="7431088" y="2678113"/>
          <p14:tracePt t="66304" x="7381875" y="2678113"/>
          <p14:tracePt t="66321" x="7256463" y="2678113"/>
          <p14:tracePt t="66338" x="7158038" y="2695575"/>
          <p14:tracePt t="66354" x="7124700" y="2695575"/>
          <p14:tracePt t="66371" x="7073900" y="2695575"/>
          <p14:tracePt t="66387" x="7042150" y="2695575"/>
          <p14:tracePt t="66487" x="7058025" y="2695575"/>
          <p14:tracePt t="66774" x="7073900" y="2695575"/>
          <p14:tracePt t="66788" x="7091363" y="2678113"/>
          <p14:tracePt t="66804" x="7140575" y="2678113"/>
          <p14:tracePt t="66821" x="7240588" y="2654300"/>
          <p14:tracePt t="66838" x="7331075" y="2654300"/>
          <p14:tracePt t="66854" x="7431088" y="2654300"/>
          <p14:tracePt t="66871" x="7531100" y="2654300"/>
          <p14:tracePt t="66887" x="7572375" y="2654300"/>
          <p14:tracePt t="66904" x="7605713" y="2678113"/>
          <p14:tracePt t="66937" x="7621588" y="2678113"/>
          <p14:tracePt t="68037" x="7621588" y="2654300"/>
          <p14:tracePt t="68054" x="7621588" y="2636838"/>
          <p14:tracePt t="68071" x="7621588" y="2620963"/>
          <p14:tracePt t="68088" x="7639050" y="2587625"/>
          <p14:tracePt t="68104" x="7639050" y="2570163"/>
          <p14:tracePt t="68121" x="7639050" y="2554288"/>
          <p14:tracePt t="68270" x="7639050" y="2570163"/>
          <p14:tracePt t="68320" x="7639050" y="2587625"/>
          <p14:tracePt t="68338" x="7639050" y="2603500"/>
          <p14:tracePt t="68354" x="7639050" y="2636838"/>
          <p14:tracePt t="68371" x="7639050" y="2654300"/>
          <p14:tracePt t="68387" x="7654925" y="2678113"/>
          <p14:tracePt t="68404" x="7654925" y="2695575"/>
          <p14:tracePt t="68421" x="7654925" y="2711450"/>
          <p14:tracePt t="68437" x="7672388" y="2711450"/>
          <p14:tracePt t="68739" x="7688263" y="2678113"/>
          <p14:tracePt t="68754" x="7721600" y="2636838"/>
          <p14:tracePt t="68771" x="7754938" y="2603500"/>
          <p14:tracePt t="68788" x="7804150" y="2520950"/>
          <p14:tracePt t="68804" x="7862888" y="2438400"/>
          <p14:tracePt t="68821" x="7896225" y="2363788"/>
          <p14:tracePt t="68838" x="7912100" y="2312988"/>
          <p14:tracePt t="68854" x="7929563" y="2281238"/>
          <p14:tracePt t="68887" x="7929563" y="2263775"/>
          <p14:tracePt t="68920" x="7929563" y="2230438"/>
          <p14:tracePt t="68937" x="7929563" y="2181225"/>
          <p14:tracePt t="68970" x="7929563" y="2163763"/>
          <p14:tracePt t="68987" x="7929563" y="2139950"/>
          <p14:tracePt t="69070" x="7929563" y="2181225"/>
          <p14:tracePt t="69089" x="7929563" y="2214563"/>
          <p14:tracePt t="69103" x="7912100" y="2247900"/>
          <p14:tracePt t="69121" x="7912100" y="2297113"/>
          <p14:tracePt t="69138" x="7912100" y="2363788"/>
          <p14:tracePt t="69155" x="7912100" y="2379663"/>
          <p14:tracePt t="69171" x="7912100" y="2420938"/>
          <p14:tracePt t="69188" x="7912100" y="2454275"/>
          <p14:tracePt t="69204" x="7912100" y="2487613"/>
          <p14:tracePt t="69221" x="7912100" y="2520950"/>
          <p14:tracePt t="69237" x="7912100" y="2554288"/>
          <p14:tracePt t="69254" x="7912100" y="2570163"/>
          <p14:tracePt t="69271" x="7912100" y="2603500"/>
          <p14:tracePt t="69288" x="7912100" y="2654300"/>
          <p14:tracePt t="69304" x="7912100" y="2695575"/>
          <p14:tracePt t="69321" x="7912100" y="2744788"/>
          <p14:tracePt t="69337" x="7912100" y="2778125"/>
          <p14:tracePt t="69354" x="7912100" y="2794000"/>
          <p14:tracePt t="69371" x="7912100" y="2811463"/>
          <p14:tracePt t="69403" x="7912100" y="2827338"/>
          <p14:tracePt t="69421" x="7929563" y="2827338"/>
          <p14:tracePt t="69470" x="7962900" y="2811463"/>
          <p14:tracePt t="69487" x="8061325" y="2794000"/>
          <p14:tracePt t="69504" x="8120063" y="2778125"/>
          <p14:tracePt t="69521" x="8251825" y="2744788"/>
          <p14:tracePt t="69538" x="8377238" y="2728913"/>
          <p14:tracePt t="69554" x="8426450" y="2728913"/>
          <p14:tracePt t="69571" x="8509000" y="2711450"/>
          <p14:tracePt t="69588" x="8542338" y="2711450"/>
          <p14:tracePt t="69604" x="8593138" y="2711450"/>
          <p14:tracePt t="69621" x="8634413" y="2711450"/>
          <p14:tracePt t="69638" x="8650288" y="2711450"/>
          <p14:tracePt t="69654" x="8667750" y="2711450"/>
          <p14:tracePt t="69671" x="8683625" y="2711450"/>
          <p14:tracePt t="69688" x="8699500" y="2711450"/>
          <p14:tracePt t="69704" x="8716963" y="2711450"/>
          <p14:tracePt t="69721" x="8750300" y="2711450"/>
          <p14:tracePt t="69737" x="8783638" y="2711450"/>
          <p14:tracePt t="69754" x="8799513" y="2711450"/>
          <p14:tracePt t="69771" x="8850313" y="2711450"/>
          <p14:tracePt t="69788" x="8924925" y="2711450"/>
          <p14:tracePt t="69804" x="8956675" y="2711450"/>
          <p14:tracePt t="69821" x="9007475" y="2728913"/>
          <p14:tracePt t="69837" x="9040813" y="2728913"/>
          <p14:tracePt t="69854" x="9090025" y="2728913"/>
          <p14:tracePt t="69871" x="9123363" y="2728913"/>
          <p14:tracePt t="69887" x="9182100" y="2728913"/>
          <p14:tracePt t="69904" x="9197975" y="2728913"/>
          <p14:tracePt t="69921" x="9231313" y="2728913"/>
          <p14:tracePt t="69938" x="9297988" y="2728913"/>
          <p14:tracePt t="69954" x="9347200" y="2728913"/>
          <p14:tracePt t="69971" x="9380538" y="2728913"/>
          <p14:tracePt t="69988" x="9471025" y="2728913"/>
          <p14:tracePt t="70004" x="9537700" y="2728913"/>
          <p14:tracePt t="70021" x="9571038" y="2728913"/>
          <p14:tracePt t="70038" x="9604375" y="2728913"/>
          <p14:tracePt t="70054" x="9620250" y="2728913"/>
          <p14:tracePt t="70071" x="9637713" y="2728913"/>
          <p14:tracePt t="70088" x="9653588" y="2728913"/>
          <p14:tracePt t="70104" x="9694863" y="2711450"/>
          <p14:tracePt t="70121" x="9712325" y="2711450"/>
          <p14:tracePt t="70138" x="9761538" y="2711450"/>
          <p14:tracePt t="70155" x="9812338" y="2695575"/>
          <p14:tracePt t="70171" x="9861550" y="2678113"/>
          <p14:tracePt t="70188" x="9894888" y="2678113"/>
          <p14:tracePt t="70204" x="9985375" y="2654300"/>
          <p14:tracePt t="70221" x="10036175" y="2654300"/>
          <p14:tracePt t="70237" x="10101263" y="2654300"/>
          <p14:tracePt t="70254" x="10134600" y="2654300"/>
          <p14:tracePt t="70271" x="10185400" y="2654300"/>
          <p14:tracePt t="70288" x="10209213" y="2654300"/>
          <p14:tracePt t="70304" x="10226675" y="2654300"/>
          <p14:tracePt t="70337" x="10242550" y="2654300"/>
          <p14:tracePt t="70394" x="10242550" y="2636838"/>
          <p14:tracePt t="70407" x="10242550" y="2620963"/>
          <p14:tracePt t="70421" x="10242550" y="2603500"/>
          <p14:tracePt t="70437" x="10226675" y="2587625"/>
          <p14:tracePt t="70454" x="10226675" y="2570163"/>
          <p14:tracePt t="70471" x="10209213" y="2520950"/>
          <p14:tracePt t="70504" x="10185400" y="2487613"/>
          <p14:tracePt t="70521" x="10185400" y="2471738"/>
          <p14:tracePt t="70537" x="10185400" y="2454275"/>
          <p14:tracePt t="70570" x="10185400" y="2438400"/>
          <p14:tracePt t="70588" x="10185400" y="2420938"/>
          <p14:tracePt t="70604" x="10185400" y="2397125"/>
          <p14:tracePt t="70621" x="10167938" y="2363788"/>
          <p14:tracePt t="70638" x="10167938" y="2346325"/>
          <p14:tracePt t="70670" x="10152063" y="2312988"/>
          <p14:tracePt t="70687" x="10152063" y="2297113"/>
          <p14:tracePt t="70704" x="10152063" y="2281238"/>
          <p14:tracePt t="70737" x="10152063" y="2263775"/>
          <p14:tracePt t="70770" x="10134600" y="2263775"/>
          <p14:tracePt t="70820" x="10101263" y="2263775"/>
          <p14:tracePt t="70837" x="10069513" y="2263775"/>
          <p14:tracePt t="70854" x="9910763" y="2263775"/>
          <p14:tracePt t="70871" x="9861550" y="2263775"/>
          <p14:tracePt t="70887" x="9694863" y="2263775"/>
          <p14:tracePt t="70904" x="9588500" y="2263775"/>
          <p14:tracePt t="70921" x="9421813" y="2263775"/>
          <p14:tracePt t="70937" x="9363075" y="2263775"/>
          <p14:tracePt t="70954" x="9197975" y="2263775"/>
          <p14:tracePt t="70971" x="9056688" y="2281238"/>
          <p14:tracePt t="70987" x="8990013" y="2281238"/>
          <p14:tracePt t="71004" x="8891588" y="2297113"/>
          <p14:tracePt t="71021" x="8799513" y="2297113"/>
          <p14:tracePt t="71037" x="8732838" y="2297113"/>
          <p14:tracePt t="71054" x="8650288" y="2297113"/>
          <p14:tracePt t="71071" x="8559800" y="2312988"/>
          <p14:tracePt t="71087" x="8493125" y="2312988"/>
          <p14:tracePt t="71104" x="8393113" y="2330450"/>
          <p14:tracePt t="71121" x="8377238" y="2330450"/>
          <p14:tracePt t="71137" x="8318500" y="2330450"/>
          <p14:tracePt t="71154" x="8251825" y="2330450"/>
          <p14:tracePt t="71171" x="8218488" y="2330450"/>
          <p14:tracePt t="71188" x="8153400" y="2330450"/>
          <p14:tracePt t="71204" x="8120063" y="2330450"/>
          <p14:tracePt t="71221" x="8078788" y="2330450"/>
          <p14:tracePt t="71237" x="8061325" y="2330450"/>
          <p14:tracePt t="71254" x="8012113" y="2330450"/>
          <p14:tracePt t="71271" x="7978775" y="2330450"/>
          <p14:tracePt t="71288" x="7962900" y="2330450"/>
          <p14:tracePt t="71304" x="7929563" y="2330450"/>
          <p14:tracePt t="71337" x="7912100" y="2330450"/>
          <p14:tracePt t="71777" x="7912100" y="2363788"/>
          <p14:tracePt t="71789" x="7896225" y="2397125"/>
          <p14:tracePt t="71804" x="7878763" y="2454275"/>
          <p14:tracePt t="71821" x="7862888" y="2487613"/>
          <p14:tracePt t="71838" x="7845425" y="2554288"/>
          <p14:tracePt t="71854" x="7829550" y="2636838"/>
          <p14:tracePt t="71871" x="7829550" y="2678113"/>
          <p14:tracePt t="71888" x="7829550" y="2711450"/>
          <p14:tracePt t="71904" x="7804150" y="2760663"/>
          <p14:tracePt t="71937" x="7804150" y="2778125"/>
          <p14:tracePt t="71970" x="7804150" y="2794000"/>
          <p14:tracePt t="72137" x="7804150" y="2811463"/>
          <p14:tracePt t="72155" x="7804150" y="2827338"/>
          <p14:tracePt t="72171" x="7804150" y="2844800"/>
          <p14:tracePt t="72543" x="7770813" y="2844800"/>
          <p14:tracePt t="72554" x="7654925" y="2844800"/>
          <p14:tracePt t="72571" x="7546975" y="2844800"/>
          <p14:tracePt t="72588" x="7381875" y="2844800"/>
          <p14:tracePt t="72604" x="7173913" y="2844800"/>
          <p14:tracePt t="72621" x="7016750" y="2844800"/>
          <p14:tracePt t="72638" x="6784975" y="2844800"/>
          <p14:tracePt t="72654" x="6543675" y="2844800"/>
          <p14:tracePt t="72671" x="6162675" y="2844800"/>
          <p14:tracePt t="72687" x="6046788" y="2844800"/>
          <p14:tracePt t="72704" x="5838825" y="2844800"/>
          <p14:tracePt t="72721" x="5565775" y="2844800"/>
          <p14:tracePt t="72737" x="5391150" y="2844800"/>
          <p14:tracePt t="72754" x="5291138" y="2844800"/>
          <p14:tracePt t="72771" x="5067300" y="2860675"/>
          <p14:tracePt t="72787" x="4843463" y="2860675"/>
          <p14:tracePt t="73045" x="4810125" y="2860675"/>
          <p14:tracePt t="73057" x="4727575" y="2860675"/>
          <p14:tracePt t="73071" x="4678363" y="2860675"/>
          <p14:tracePt t="73087" x="4519613" y="2860675"/>
          <p14:tracePt t="73104" x="4313238" y="2860675"/>
          <p14:tracePt t="73121" x="4022725" y="2811463"/>
          <p14:tracePt t="73138" x="3716338" y="2794000"/>
          <p14:tracePt t="73155" x="3508375" y="2778125"/>
          <p14:tracePt t="73171" x="3325813" y="2778125"/>
          <p14:tracePt t="73187" x="3267075" y="2778125"/>
          <p14:tracePt t="73204" x="3184525" y="2778125"/>
          <p14:tracePt t="73221" x="3086100" y="2778125"/>
          <p14:tracePt t="73237" x="2994025" y="2778125"/>
          <p14:tracePt t="73254" x="2978150" y="2778125"/>
          <p14:tracePt t="73271" x="2927350" y="2778125"/>
          <p14:tracePt t="73287" x="2894013" y="2778125"/>
          <p14:tracePt t="73304" x="2878138" y="2778125"/>
          <p14:tracePt t="73321" x="2860675" y="2778125"/>
          <p14:tracePt t="73337" x="2844800" y="2778125"/>
          <p14:tracePt t="73354" x="2811463" y="2778125"/>
          <p14:tracePt t="73371" x="2795588" y="2778125"/>
          <p14:tracePt t="73387" x="2754313" y="2778125"/>
          <p14:tracePt t="73404" x="2736850" y="2778125"/>
          <p14:tracePt t="73421" x="2703513" y="2778125"/>
          <p14:tracePt t="73437" x="2687638" y="2778125"/>
          <p14:tracePt t="73454" x="2670175" y="2778125"/>
          <p14:tracePt t="73487" x="2670175" y="2760663"/>
          <p14:tracePt t="73546" x="2654300" y="2760663"/>
          <p14:tracePt t="73636" x="2654300" y="2744788"/>
          <p14:tracePt t="73670" x="2654300" y="2728913"/>
          <p14:tracePt t="73687" x="2636838" y="2711450"/>
          <p14:tracePt t="73704" x="2620963" y="2678113"/>
          <p14:tracePt t="73721" x="2603500" y="2636838"/>
          <p14:tracePt t="73738" x="2571750" y="2620963"/>
          <p14:tracePt t="73754" x="2571750" y="2603500"/>
          <p14:tracePt t="73771" x="2554288" y="2587625"/>
          <p14:tracePt t="73788" x="2538413" y="2587625"/>
          <p14:tracePt t="73804" x="2538413" y="2570163"/>
          <p14:tracePt t="73837" x="2513013" y="2570163"/>
          <p14:tracePt t="73887" x="2497138" y="2570163"/>
          <p14:tracePt t="73920" x="2479675" y="2570163"/>
          <p14:tracePt t="73954" x="2463800" y="2570163"/>
          <p14:tracePt t="73971" x="2446338" y="2570163"/>
          <p14:tracePt t="73988" x="2430463" y="2570163"/>
          <p14:tracePt t="74004" x="2413000" y="2570163"/>
          <p14:tracePt t="74037" x="2397125" y="2570163"/>
          <p14:tracePt t="74054" x="2397125" y="2587625"/>
          <p14:tracePt t="74087" x="2397125" y="2603500"/>
          <p14:tracePt t="74104" x="2379663" y="2603500"/>
          <p14:tracePt t="74121" x="2363788" y="2636838"/>
          <p14:tracePt t="74138" x="2347913" y="2678113"/>
          <p14:tracePt t="74155" x="2347913" y="2711450"/>
          <p14:tracePt t="74171" x="2347913" y="2728913"/>
          <p14:tracePt t="74187" x="2330450" y="2811463"/>
          <p14:tracePt t="74204" x="2330450" y="2894013"/>
          <p14:tracePt t="74221" x="2330450" y="2952750"/>
          <p14:tracePt t="74237" x="2330450" y="3001963"/>
          <p14:tracePt t="74254" x="2330450" y="3035300"/>
          <p14:tracePt t="74271" x="2330450" y="3051175"/>
          <p14:tracePt t="74303" x="2330450" y="3068638"/>
          <p14:tracePt t="74321" x="2347913" y="3068638"/>
          <p14:tracePt t="74387" x="2347913" y="3084513"/>
          <p14:tracePt t="74437" x="2347913" y="3117850"/>
          <p14:tracePt t="74454" x="2314575" y="3192463"/>
          <p14:tracePt t="74471" x="2281238" y="3325813"/>
          <p14:tracePt t="74487" x="2222500" y="3516313"/>
          <p14:tracePt t="74504" x="2206625" y="3722688"/>
          <p14:tracePt t="74521" x="2189163" y="3822700"/>
          <p14:tracePt t="74538" x="2189163" y="3922713"/>
          <p14:tracePt t="74554" x="2189163" y="3963988"/>
          <p14:tracePt t="74571" x="2189163" y="4030663"/>
          <p14:tracePt t="74588" x="2189163" y="4064000"/>
          <p14:tracePt t="74604" x="2189163" y="4097338"/>
          <p14:tracePt t="74621" x="2206625" y="4129088"/>
          <p14:tracePt t="74637" x="2206625" y="4203700"/>
          <p14:tracePt t="74654" x="2222500" y="4270375"/>
          <p14:tracePt t="74671" x="2239963" y="4352925"/>
          <p14:tracePt t="74687" x="2263775" y="4494213"/>
          <p14:tracePt t="74704" x="2281238" y="4576763"/>
          <p14:tracePt t="74721" x="2281238" y="4676775"/>
          <p14:tracePt t="74738" x="2297113" y="4751388"/>
          <p14:tracePt t="74754" x="2314575" y="4833938"/>
          <p14:tracePt t="74771" x="2330450" y="4884738"/>
          <p14:tracePt t="74787" x="2330450" y="4975225"/>
          <p14:tracePt t="74804" x="2347913" y="5008563"/>
          <p14:tracePt t="74821" x="2363788" y="5026025"/>
          <p14:tracePt t="74837" x="2363788" y="5041900"/>
          <p14:tracePt t="74887" x="2379663" y="5041900"/>
          <p14:tracePt t="74937" x="2397125" y="5041900"/>
          <p14:tracePt t="74954" x="2413000" y="5041900"/>
          <p14:tracePt t="74971" x="2430463" y="5041900"/>
          <p14:tracePt t="74987" x="2463800" y="5041900"/>
          <p14:tracePt t="75004" x="2479675" y="5041900"/>
          <p14:tracePt t="75037" x="2497138" y="5041900"/>
          <p14:tracePt t="75087" x="2513013" y="5041900"/>
          <p14:tracePt t="75137" x="2538413" y="5041900"/>
          <p14:tracePt t="75370" x="2554288" y="5041900"/>
          <p14:tracePt t="75388" x="2670175" y="4992688"/>
          <p14:tracePt t="75404" x="2894013" y="4884738"/>
          <p14:tracePt t="75421" x="3524250" y="4660900"/>
          <p14:tracePt t="75437" x="4262438" y="4437063"/>
          <p14:tracePt t="75454" x="5100638" y="4203700"/>
          <p14:tracePt t="75471" x="5838825" y="3997325"/>
          <p14:tracePt t="75487" x="6253163" y="3889375"/>
          <p14:tracePt t="75504" x="6626225" y="3789363"/>
          <p14:tracePt t="75521" x="6883400" y="3706813"/>
          <p14:tracePt t="75538" x="7091363" y="3598863"/>
          <p14:tracePt t="75554" x="7207250" y="3516313"/>
          <p14:tracePt t="75571" x="7315200" y="3449638"/>
          <p14:tracePt t="75588" x="7348538" y="3390900"/>
          <p14:tracePt t="75604" x="7397750" y="3359150"/>
          <p14:tracePt t="75621" x="7431088" y="3325813"/>
          <p14:tracePt t="75637" x="7480300" y="3259138"/>
          <p14:tracePt t="75654" x="7546975" y="3225800"/>
          <p14:tracePt t="75671" x="7621588" y="3151188"/>
          <p14:tracePt t="75687" x="7672388" y="3135313"/>
          <p14:tracePt t="75704" x="7770813" y="3051175"/>
          <p14:tracePt t="75721" x="7896225" y="2986088"/>
          <p14:tracePt t="75737" x="7962900" y="2952750"/>
          <p14:tracePt t="75754" x="7994650" y="2911475"/>
          <p14:tracePt t="75771" x="8012113" y="2911475"/>
          <p14:tracePt t="75803" x="8027988" y="2911475"/>
          <p14:tracePt t="76120" x="8027988" y="2986088"/>
          <p14:tracePt t="76138" x="8027988" y="3135313"/>
          <p14:tracePt t="76155" x="8027988" y="3325813"/>
          <p14:tracePt t="76171" x="8027988" y="3449638"/>
          <p14:tracePt t="76187" x="8027988" y="3482975"/>
          <p14:tracePt t="76204" x="8027988" y="3549650"/>
          <p14:tracePt t="76221" x="8027988" y="3565525"/>
          <p14:tracePt t="76237" x="8027988" y="3582988"/>
          <p14:tracePt t="76370" x="8045450" y="3582988"/>
          <p14:tracePt t="76387" x="8061325" y="3582988"/>
          <p14:tracePt t="76404" x="8102600" y="3565525"/>
          <p14:tracePt t="76421" x="8269288" y="3532188"/>
          <p14:tracePt t="76438" x="8410575" y="3516313"/>
          <p14:tracePt t="76454" x="8509000" y="3498850"/>
          <p14:tracePt t="76471" x="8609013" y="3482975"/>
          <p14:tracePt t="76488" x="8699500" y="3482975"/>
          <p14:tracePt t="76504" x="8750300" y="3467100"/>
          <p14:tracePt t="76521" x="8783638" y="3467100"/>
          <p14:tracePt t="76537" x="8891588" y="3467100"/>
          <p14:tracePt t="76554" x="8940800" y="3449638"/>
          <p14:tracePt t="76571" x="9040813" y="3449638"/>
          <p14:tracePt t="76587" x="9148763" y="3449638"/>
          <p14:tracePt t="76604" x="9247188" y="3433763"/>
          <p14:tracePt t="76621" x="9363075" y="3433763"/>
          <p14:tracePt t="76638" x="9396413" y="3433763"/>
          <p14:tracePt t="76654" x="9571038" y="3433763"/>
          <p14:tracePt t="76671" x="9712325" y="3433763"/>
          <p14:tracePt t="76687" x="9812338" y="3433763"/>
          <p14:tracePt t="76704" x="9910763" y="3433763"/>
          <p14:tracePt t="76721" x="9969500" y="3433763"/>
          <p14:tracePt t="76738" x="9985375" y="3433763"/>
          <p14:tracePt t="76754" x="10036175" y="3433763"/>
          <p14:tracePt t="76771" x="10118725" y="3433763"/>
          <p14:tracePt t="76788" x="10167938" y="3433763"/>
          <p14:tracePt t="76806" x="10275888" y="3433763"/>
          <p14:tracePt t="76821" x="10309225" y="3433763"/>
          <p14:tracePt t="76838" x="10358438" y="3433763"/>
          <p14:tracePt t="76854" x="10391775" y="3433763"/>
          <p14:tracePt t="76871" x="10409238" y="3433763"/>
          <p14:tracePt t="76903" x="10425113" y="3433763"/>
          <p14:tracePt t="76963" x="10425113" y="3408363"/>
          <p14:tracePt t="76987" x="10425113" y="3390900"/>
          <p14:tracePt t="77004" x="10425113" y="3375025"/>
          <p14:tracePt t="77021" x="10425113" y="3359150"/>
          <p14:tracePt t="77037" x="10425113" y="3325813"/>
          <p14:tracePt t="77054" x="10425113" y="3275013"/>
          <p14:tracePt t="77071" x="10425113" y="3259138"/>
          <p14:tracePt t="77087" x="10409238" y="3225800"/>
          <p14:tracePt t="77104" x="10409238" y="3209925"/>
          <p14:tracePt t="77121" x="10391775" y="3192463"/>
          <p14:tracePt t="77137" x="10375900" y="3192463"/>
          <p14:tracePt t="77155" x="10375900" y="3167063"/>
          <p14:tracePt t="77187" x="10358438" y="3167063"/>
          <p14:tracePt t="77204" x="10358438" y="3151188"/>
          <p14:tracePt t="77221" x="10342563" y="3151188"/>
          <p14:tracePt t="77238" x="10325100" y="3117850"/>
          <p14:tracePt t="77254" x="10309225" y="3084513"/>
          <p14:tracePt t="77271" x="10293350" y="3035300"/>
          <p14:tracePt t="77287" x="10275888" y="3001963"/>
          <p14:tracePt t="77304" x="10275888" y="2986088"/>
          <p14:tracePt t="77321" x="10260013" y="2952750"/>
          <p14:tracePt t="77338" x="10242550" y="2935288"/>
          <p14:tracePt t="77386" x="10209213" y="2935288"/>
          <p14:tracePt t="77404" x="10167938" y="2935288"/>
          <p14:tracePt t="77421" x="10101263" y="2935288"/>
          <p14:tracePt t="77437" x="10018713" y="2935288"/>
          <p14:tracePt t="77454" x="9928225" y="2952750"/>
          <p14:tracePt t="77471" x="9794875" y="2968625"/>
          <p14:tracePt t="77487" x="9637713" y="2986088"/>
          <p14:tracePt t="77504" x="9504363" y="3017838"/>
          <p14:tracePt t="77521" x="9347200" y="3035300"/>
          <p14:tracePt t="77537" x="9182100" y="3051175"/>
          <p14:tracePt t="77554" x="9040813" y="3068638"/>
          <p14:tracePt t="77571" x="8956675" y="3084513"/>
          <p14:tracePt t="77588" x="8924925" y="3084513"/>
          <p14:tracePt t="77604" x="8766175" y="3084513"/>
          <p14:tracePt t="77621" x="8716963" y="3084513"/>
          <p14:tracePt t="77637" x="8667750" y="3084513"/>
          <p14:tracePt t="77654" x="8634413" y="3084513"/>
          <p14:tracePt t="77671" x="8609013" y="3084513"/>
          <p14:tracePt t="77687" x="8542338" y="3084513"/>
          <p14:tracePt t="77704" x="8526463" y="3084513"/>
          <p14:tracePt t="77721" x="8475663" y="3068638"/>
          <p14:tracePt t="77737" x="8459788" y="3068638"/>
          <p14:tracePt t="77754" x="8443913" y="3068638"/>
          <p14:tracePt t="77771" x="8426450" y="3068638"/>
          <p14:tracePt t="77787" x="8393113" y="3051175"/>
          <p14:tracePt t="77804" x="8377238" y="3051175"/>
          <p14:tracePt t="77821" x="8359775" y="3051175"/>
          <p14:tracePt t="77853" x="8318500" y="3051175"/>
          <p14:tracePt t="77871" x="8285163" y="3051175"/>
          <p14:tracePt t="77888" x="8251825" y="3051175"/>
          <p14:tracePt t="77904" x="8235950" y="3051175"/>
          <p14:tracePt t="77921" x="8202613" y="3051175"/>
          <p14:tracePt t="77938" x="8169275" y="3051175"/>
          <p14:tracePt t="77954" x="8135938" y="3051175"/>
          <p14:tracePt t="77987" x="8102600" y="3051175"/>
          <p14:tracePt t="78004" x="8078788" y="3051175"/>
          <p14:tracePt t="78021" x="8061325" y="3051175"/>
          <p14:tracePt t="78037" x="8027988" y="3051175"/>
          <p14:tracePt t="78054" x="8012113" y="3051175"/>
          <p14:tracePt t="78071" x="7978775" y="3051175"/>
          <p14:tracePt t="78088" x="7945438" y="3051175"/>
          <p14:tracePt t="78104" x="7929563" y="3051175"/>
          <p14:tracePt t="78121" x="7912100" y="3051175"/>
          <p14:tracePt t="78155" x="7896225" y="3051175"/>
          <p14:tracePt t="78353" x="7896225" y="3084513"/>
          <p14:tracePt t="78371" x="7896225" y="3101975"/>
          <p14:tracePt t="78387" x="7896225" y="3225800"/>
          <p14:tracePt t="78404" x="7896225" y="3275013"/>
          <p14:tracePt t="78421" x="7896225" y="3325813"/>
          <p14:tracePt t="78438" x="7896225" y="3375025"/>
          <p14:tracePt t="78454" x="7896225" y="3390900"/>
          <p14:tracePt t="78503" x="7878763" y="3390900"/>
          <p14:tracePt t="79153" x="7878763" y="3292475"/>
          <p14:tracePt t="79171" x="7912100" y="3117850"/>
          <p14:tracePt t="79188" x="7912100" y="3035300"/>
          <p14:tracePt t="79204" x="7929563" y="2968625"/>
          <p14:tracePt t="79221" x="7945438" y="2894013"/>
          <p14:tracePt t="79237" x="7945438" y="2844800"/>
          <p14:tracePt t="79254" x="7945438" y="2794000"/>
          <p14:tracePt t="79271" x="7912100" y="2794000"/>
          <p14:tracePt t="79288" x="7829550" y="2794000"/>
          <p14:tracePt t="79304" x="7737475" y="2794000"/>
          <p14:tracePt t="79321" x="7639050" y="2878138"/>
          <p14:tracePt t="79337" x="7572375" y="2952750"/>
          <p14:tracePt t="79354" x="7531100" y="3001963"/>
          <p14:tracePt t="79371" x="7431088" y="3259138"/>
          <p14:tracePt t="79387" x="7397750" y="3498850"/>
          <p14:tracePt t="79404" x="7381875" y="3648075"/>
          <p14:tracePt t="79421" x="7364413" y="3806825"/>
          <p14:tracePt t="79437" x="7348538" y="3856038"/>
          <p14:tracePt t="79454" x="7348538" y="3905250"/>
          <p14:tracePt t="79471" x="7348538" y="3979863"/>
          <p14:tracePt t="79770" x="7348538" y="3889375"/>
          <p14:tracePt t="79787" x="7348538" y="3789363"/>
          <p14:tracePt t="79804" x="7348538" y="3532188"/>
          <p14:tracePt t="79821" x="7348538" y="3259138"/>
          <p14:tracePt t="79837" x="7381875" y="2827338"/>
          <p14:tracePt t="79854" x="7448550" y="2554288"/>
          <p14:tracePt t="79871" x="7480300" y="2420938"/>
          <p14:tracePt t="79887" x="7531100" y="2247900"/>
          <p14:tracePt t="79904" x="7572375" y="2181225"/>
          <p14:tracePt t="79921" x="7588250" y="2073275"/>
          <p14:tracePt t="79937" x="7605713" y="2073275"/>
          <p14:tracePt t="79954" x="7605713" y="2055813"/>
          <p14:tracePt t="80021" x="7588250" y="2073275"/>
          <p14:tracePt t="80037" x="7572375" y="2073275"/>
          <p14:tracePt t="80054" x="7546975" y="2089150"/>
          <p14:tracePt t="80071" x="7513638" y="2106613"/>
          <p14:tracePt t="80087" x="7448550" y="2122488"/>
          <p14:tracePt t="80104" x="7415213" y="2139950"/>
          <p14:tracePt t="80121" x="7348538" y="2163763"/>
          <p14:tracePt t="80137" x="7315200" y="2181225"/>
          <p14:tracePt t="80155" x="7224713" y="2230438"/>
          <p14:tracePt t="80171" x="7158038" y="2281238"/>
          <p14:tracePt t="80187" x="7107238" y="2363788"/>
          <p14:tracePt t="80204" x="6999288" y="2554288"/>
          <p14:tracePt t="80221" x="6900863" y="2744788"/>
          <p14:tracePt t="80237" x="6867525" y="2878138"/>
          <p14:tracePt t="80254" x="6800850" y="3051175"/>
          <p14:tracePt t="80271" x="6784975" y="3167063"/>
          <p14:tracePt t="80287" x="6784975" y="3341688"/>
          <p14:tracePt t="80304" x="6784975" y="3498850"/>
          <p14:tracePt t="80321" x="6867525" y="3648075"/>
          <p14:tracePt t="80337" x="6916738" y="3756025"/>
          <p14:tracePt t="80354" x="6967538" y="3840163"/>
          <p14:tracePt t="80370" x="6983413" y="3889375"/>
          <p14:tracePt t="80387" x="6999288" y="3889375"/>
          <p14:tracePt t="80404" x="6999288" y="3905250"/>
          <p14:tracePt t="80453" x="7016750" y="3905250"/>
          <p14:tracePt t="80520" x="7042150" y="3889375"/>
          <p14:tracePt t="80553" x="7058025" y="3871913"/>
          <p14:tracePt t="80587" x="7058025" y="3856038"/>
          <p14:tracePt t="80604" x="7073900" y="3856038"/>
          <p14:tracePt t="80637" x="7073900" y="3840163"/>
          <p14:tracePt t="80670" x="7091363" y="3840163"/>
          <p14:tracePt t="80687" x="7091363" y="3822700"/>
          <p14:tracePt t="80704" x="7107238" y="3806825"/>
          <p14:tracePt t="80721" x="7124700" y="3756025"/>
          <p14:tracePt t="80737" x="7140575" y="3706813"/>
          <p14:tracePt t="80754" x="7158038" y="3690938"/>
          <p14:tracePt t="80771" x="7158038" y="3665538"/>
          <p14:tracePt t="80820" x="7158038" y="3690938"/>
          <p14:tracePt t="80837" x="7140575" y="3789363"/>
          <p14:tracePt t="80854" x="7058025" y="4013200"/>
          <p14:tracePt t="80871" x="6999288" y="4203700"/>
          <p14:tracePt t="80887" x="6983413" y="4270375"/>
          <p14:tracePt t="80904" x="6934200" y="4419600"/>
          <p14:tracePt t="80921" x="6900863" y="4511675"/>
          <p14:tracePt t="80937" x="6900863" y="4560888"/>
          <p14:tracePt t="80954" x="6900863" y="4576763"/>
          <p14:tracePt t="80986" x="6900863" y="4610100"/>
          <p14:tracePt t="81004" x="6916738" y="4627563"/>
          <p14:tracePt t="81021" x="6934200" y="4643438"/>
          <p14:tracePt t="81037" x="6983413" y="4694238"/>
          <p14:tracePt t="81054" x="7107238" y="4784725"/>
          <p14:tracePt t="81071" x="7273925" y="4884738"/>
          <p14:tracePt t="81087" x="7381875" y="4959350"/>
          <p14:tracePt t="81473" x="7348538" y="4959350"/>
          <p14:tracePt t="81488" x="7331075" y="4959350"/>
          <p14:tracePt t="81504" x="7299325" y="4975225"/>
          <p14:tracePt t="81521" x="7256463" y="4992688"/>
          <p14:tracePt t="81537" x="7224713" y="5026025"/>
          <p14:tracePt t="81554" x="7207250" y="5075238"/>
          <p14:tracePt t="81571" x="7207250" y="5091113"/>
          <p14:tracePt t="81587" x="7207250" y="5108575"/>
          <p14:tracePt t="82097" x="7224713" y="5108575"/>
          <p14:tracePt t="82105" x="7273925" y="5108575"/>
          <p14:tracePt t="82121" x="7348538" y="5108575"/>
          <p14:tracePt t="82137" x="7546975" y="5157788"/>
          <p14:tracePt t="82155" x="7688263" y="5191125"/>
          <p14:tracePt t="82171" x="7878763" y="5232400"/>
          <p14:tracePt t="82187" x="7994650" y="5265738"/>
          <p14:tracePt t="82204" x="8045450" y="5281613"/>
          <p14:tracePt t="82221" x="8078788" y="5299075"/>
          <p14:tracePt t="82237" x="8120063" y="5299075"/>
          <p14:tracePt t="82254" x="8153400" y="5299075"/>
          <p14:tracePt t="82271" x="8269288" y="5299075"/>
          <p14:tracePt t="82287" x="8410575" y="5299075"/>
          <p14:tracePt t="82304" x="8559800" y="5299075"/>
          <p14:tracePt t="82321" x="8650288" y="5299075"/>
          <p14:tracePt t="82337" x="8716963" y="5281613"/>
          <p14:tracePt t="82354" x="8732838" y="5281613"/>
          <p14:tracePt t="82371" x="8766175" y="5265738"/>
          <p14:tracePt t="83100" x="8750300" y="5265738"/>
          <p14:tracePt t="83112" x="8716963" y="5249863"/>
          <p14:tracePt t="83124" x="8683625" y="5249863"/>
          <p14:tracePt t="83137" x="8634413" y="5232400"/>
          <p14:tracePt t="83155" x="8575675" y="5216525"/>
          <p14:tracePt t="83171" x="8509000" y="5175250"/>
          <p14:tracePt t="83187" x="8459788" y="5175250"/>
          <p14:tracePt t="83204" x="8359775" y="5141913"/>
          <p14:tracePt t="83221" x="8318500" y="5141913"/>
          <p14:tracePt t="83237" x="8251825" y="5141913"/>
          <p14:tracePt t="83254" x="8186738" y="5141913"/>
          <p14:tracePt t="83271" x="8153400" y="5141913"/>
          <p14:tracePt t="83287" x="8102600" y="5141913"/>
          <p14:tracePt t="83304" x="8061325" y="5141913"/>
          <p14:tracePt t="83321" x="7994650" y="5124450"/>
          <p14:tracePt t="83337" x="7978775" y="5124450"/>
          <p14:tracePt t="83370" x="7962900" y="5124450"/>
          <p14:tracePt t="83420" x="7945438" y="5124450"/>
          <p14:tracePt t="83437" x="7929563" y="5124450"/>
          <p14:tracePt t="83454" x="7912100" y="5124450"/>
          <p14:tracePt t="83471" x="7896225" y="5108575"/>
          <p14:tracePt t="83520" x="7896225" y="5091113"/>
          <p14:tracePt t="83903" x="7878763" y="5091113"/>
          <p14:tracePt t="83937" x="7862888" y="5091113"/>
          <p14:tracePt t="83954" x="7845425" y="5091113"/>
          <p14:tracePt t="83971" x="7829550" y="5091113"/>
          <p14:tracePt t="84058" x="7862888" y="5091113"/>
          <p14:tracePt t="84072" x="7896225" y="5091113"/>
          <p14:tracePt t="84086" x="8012113" y="5091113"/>
          <p14:tracePt t="84104" x="8202613" y="5091113"/>
          <p14:tracePt t="84121" x="8393113" y="5091113"/>
          <p14:tracePt t="84137" x="8459788" y="5091113"/>
          <p14:tracePt t="84155" x="8542338" y="5091113"/>
          <p14:tracePt t="84171" x="8650288" y="5091113"/>
          <p14:tracePt t="84187" x="8750300" y="5075238"/>
          <p14:tracePt t="84204" x="8832850" y="5075238"/>
          <p14:tracePt t="84221" x="8891588" y="5075238"/>
          <p14:tracePt t="84237" x="8956675" y="5075238"/>
          <p14:tracePt t="84254" x="9056688" y="5075238"/>
          <p14:tracePt t="84271" x="9164638" y="5057775"/>
          <p14:tracePt t="84287" x="9313863" y="5041900"/>
          <p14:tracePt t="84304" x="9421813" y="5026025"/>
          <p14:tracePt t="84321" x="9488488" y="5008563"/>
          <p14:tracePt t="84337" x="9537700" y="4992688"/>
          <p14:tracePt t="84354" x="9604375" y="4992688"/>
          <p14:tracePt t="84371" x="9637713" y="4975225"/>
          <p14:tracePt t="84387" x="9694863" y="4975225"/>
          <p14:tracePt t="84404" x="9728200" y="4975225"/>
          <p14:tracePt t="84421" x="9828213" y="4959350"/>
          <p14:tracePt t="84437" x="9877425" y="4933950"/>
          <p14:tracePt t="84454" x="10002838" y="4918075"/>
          <p14:tracePt t="84471" x="10101263" y="4900613"/>
          <p14:tracePt t="84487" x="10152063" y="4900613"/>
          <p14:tracePt t="84504" x="10242550" y="4884738"/>
          <p14:tracePt t="84521" x="10293350" y="4884738"/>
          <p14:tracePt t="84537" x="10309225" y="4884738"/>
          <p14:tracePt t="84903" x="10309225" y="4851400"/>
          <p14:tracePt t="84921" x="10309225" y="4718050"/>
          <p14:tracePt t="84937" x="10275888" y="4594225"/>
          <p14:tracePt t="84954" x="10260013" y="4079875"/>
          <p14:tracePt t="84971" x="10260013" y="3275013"/>
          <p14:tracePt t="84987" x="10275888" y="3084513"/>
          <p14:tracePt t="85004" x="10325100" y="2695575"/>
          <p14:tracePt t="85020" x="10358438" y="2454275"/>
          <p14:tracePt t="85037" x="10375900" y="2263775"/>
          <p14:tracePt t="85054" x="10391775" y="2181225"/>
          <p14:tracePt t="85071" x="10391775" y="2163763"/>
          <p14:tracePt t="85087" x="10391775" y="2139950"/>
          <p14:tracePt t="85104" x="10391775" y="2122488"/>
          <p14:tracePt t="85121" x="10391775" y="2106613"/>
          <p14:tracePt t="85137" x="10375900" y="2089150"/>
          <p14:tracePt t="85155" x="10325100" y="2024063"/>
          <p14:tracePt t="85171" x="10260013" y="1957388"/>
          <p14:tracePt t="85187" x="10152063" y="1800225"/>
          <p14:tracePt t="85204" x="10085388" y="1682750"/>
          <p14:tracePt t="85221" x="10036175" y="1543050"/>
          <p14:tracePt t="85237" x="9985375" y="1443038"/>
          <p14:tracePt t="85254" x="9969500" y="1384300"/>
          <p14:tracePt t="85271" x="9969500" y="1350963"/>
          <p14:tracePt t="85303" x="9952038" y="1350963"/>
          <p14:tracePt t="85353" x="9928225" y="1350963"/>
          <p14:tracePt t="85371" x="9894888" y="1384300"/>
          <p14:tracePt t="85387" x="9828213" y="1476375"/>
          <p14:tracePt t="85404" x="9745663" y="1543050"/>
          <p14:tracePt t="85421" x="9620250" y="1641475"/>
          <p14:tracePt t="85437" x="9488488" y="1749425"/>
          <p14:tracePt t="85454" x="9363075" y="1831975"/>
          <p14:tracePt t="85471" x="9231313" y="1939925"/>
          <p14:tracePt t="85487" x="9164638" y="1990725"/>
          <p14:tracePt t="85504" x="9074150" y="2055813"/>
          <p14:tracePt t="85521" x="9023350" y="2089150"/>
          <p14:tracePt t="85537" x="8990013" y="2106613"/>
          <p14:tracePt t="85554" x="8956675" y="2139950"/>
          <p14:tracePt t="85587" x="8940800" y="2163763"/>
          <p14:tracePt t="85604" x="8924925" y="2181225"/>
          <p14:tracePt t="85620" x="8924925" y="2197100"/>
          <p14:tracePt t="85987" x="8866188" y="2247900"/>
          <p14:tracePt t="86004" x="8683625" y="2397125"/>
          <p14:tracePt t="86021" x="8634413" y="2438400"/>
          <p14:tracePt t="86037" x="8526463" y="2520950"/>
          <p14:tracePt t="86054" x="8335963" y="2654300"/>
          <p14:tracePt t="86071" x="8235950" y="2711450"/>
          <p14:tracePt t="86087" x="8169275" y="2760663"/>
          <p14:tracePt t="86104" x="8135938" y="2794000"/>
          <p14:tracePt t="86121" x="8120063" y="2794000"/>
          <p14:tracePt t="86137" x="8120063" y="2811463"/>
          <p14:tracePt t="86155" x="8102600" y="2811463"/>
          <p14:tracePt t="86215" x="8102600" y="2827338"/>
          <p14:tracePt t="87516" x="8102600" y="2794000"/>
          <p14:tracePt t="87528" x="8102600" y="2760663"/>
          <p14:tracePt t="87537" x="8078788" y="2744788"/>
          <p14:tracePt t="87554" x="8078788" y="2711450"/>
          <p14:tracePt t="87570" x="8061325" y="2654300"/>
          <p14:tracePt t="87587" x="8045450" y="2620963"/>
          <p14:tracePt t="87604" x="8027988" y="2603500"/>
          <p14:tracePt t="87637" x="8012113" y="2587625"/>
          <p14:tracePt t="87654" x="7978775" y="2570163"/>
          <p14:tracePt t="87671" x="7962900" y="2554288"/>
          <p14:tracePt t="87687" x="7929563" y="2536825"/>
          <p14:tracePt t="87704" x="7912100" y="2520950"/>
          <p14:tracePt t="87721" x="7912100" y="2505075"/>
          <p14:tracePt t="87737" x="7896225" y="2505075"/>
          <p14:tracePt t="87770" x="7878763" y="2487613"/>
          <p14:tracePt t="87803" x="7878763" y="2471738"/>
          <p14:tracePt t="87821" x="7878763" y="2454275"/>
          <p14:tracePt t="87837" x="7862888" y="2454275"/>
          <p14:tracePt t="87854" x="7862888" y="2438400"/>
          <p14:tracePt t="87871" x="7862888" y="2420938"/>
          <p14:tracePt t="87964" x="7845425" y="2420938"/>
          <p14:tracePt t="88020" x="7845425" y="2438400"/>
          <p14:tracePt t="88038" x="7829550" y="2454275"/>
          <p14:tracePt t="88053" x="7829550" y="2471738"/>
          <p14:tracePt t="88071" x="7804150" y="2520950"/>
          <p14:tracePt t="88087" x="7804150" y="2536825"/>
          <p14:tracePt t="88104" x="7804150" y="2570163"/>
          <p14:tracePt t="88121" x="7804150" y="2587625"/>
          <p14:tracePt t="88137" x="7804150" y="2603500"/>
          <p14:tracePt t="88155" x="7804150" y="2620963"/>
          <p14:tracePt t="88170" x="7804150" y="2636838"/>
          <p14:tracePt t="88187" x="7804150" y="2654300"/>
          <p14:tracePt t="88311" x="7804150" y="2678113"/>
          <p14:tracePt t="88337" x="7804150" y="2695575"/>
          <p14:tracePt t="88387" x="7829550" y="2728913"/>
          <p14:tracePt t="88420" x="7829550" y="2744788"/>
          <p14:tracePt t="88437" x="7829550" y="2760663"/>
          <p14:tracePt t="88454" x="7829550" y="2778125"/>
          <p14:tracePt t="88471" x="7845425" y="2811463"/>
          <p14:tracePt t="88487" x="7845425" y="2827338"/>
          <p14:tracePt t="88504" x="7845425" y="2894013"/>
          <p14:tracePt t="88521" x="7845425" y="2986088"/>
          <p14:tracePt t="88537" x="7845425" y="3101975"/>
          <p14:tracePt t="88554" x="7845425" y="3192463"/>
          <p14:tracePt t="88570" x="7845425" y="3225800"/>
          <p14:tracePt t="88587" x="7845425" y="3275013"/>
          <p14:tracePt t="88604" x="7862888" y="3308350"/>
          <p14:tracePt t="88951" x="7862888" y="3292475"/>
          <p14:tracePt t="88959" x="7912100" y="3225800"/>
          <p14:tracePt t="88971" x="7994650" y="3135313"/>
          <p14:tracePt t="88987" x="8202613" y="2894013"/>
          <p14:tracePt t="89004" x="8335963" y="2744788"/>
          <p14:tracePt t="89021" x="8526463" y="2554288"/>
          <p14:tracePt t="89037" x="8575675" y="2536825"/>
          <p14:tracePt t="89054" x="8699500" y="2420938"/>
          <p14:tracePt t="89070" x="8750300" y="2379663"/>
          <p14:tracePt t="89087" x="8766175" y="2363788"/>
          <p14:tracePt t="89595" x="8766175" y="2346325"/>
          <p14:tracePt t="89604" x="8799513" y="2330450"/>
          <p14:tracePt t="89621" x="8816975" y="2297113"/>
          <p14:tracePt t="89637" x="8850313" y="2263775"/>
          <p14:tracePt t="89654" x="8891588" y="2230438"/>
          <p14:tracePt t="89671" x="8907463" y="2214563"/>
          <p14:tracePt t="89687" x="8924925" y="2214563"/>
          <p14:tracePt t="89733" x="8907463" y="2230438"/>
          <p14:tracePt t="89746" x="8866188" y="2247900"/>
          <p14:tracePt t="89754" x="8850313" y="2247900"/>
          <p14:tracePt t="89771" x="8816975" y="2263775"/>
          <p14:tracePt t="89787" x="8750300" y="2297113"/>
          <p14:tracePt t="89804" x="8699500" y="2297113"/>
          <p14:tracePt t="89820" x="8667750" y="2312988"/>
          <p14:tracePt t="89837" x="8634413" y="2312988"/>
          <p14:tracePt t="89854" x="8593138" y="2312988"/>
          <p14:tracePt t="89871" x="8542338" y="2312988"/>
          <p14:tracePt t="89887" x="8493125" y="2312988"/>
          <p14:tracePt t="89904" x="8459788" y="2312988"/>
          <p14:tracePt t="89921" x="8410575" y="2312988"/>
          <p14:tracePt t="89937" x="8377238" y="2297113"/>
          <p14:tracePt t="89954" x="8302625" y="2263775"/>
          <p14:tracePt t="89971" x="8218488" y="2214563"/>
          <p14:tracePt t="89987" x="8153400" y="2181225"/>
          <p14:tracePt t="90004" x="8135938" y="2163763"/>
          <p14:tracePt t="90021" x="8078788" y="2139950"/>
          <p14:tracePt t="90037" x="8078788" y="2122488"/>
          <p14:tracePt t="90054" x="8061325" y="2106613"/>
          <p14:tracePt t="90303" x="8061325" y="2089150"/>
          <p14:tracePt t="90321" x="8061325" y="2055813"/>
          <p14:tracePt t="90337" x="8061325" y="2024063"/>
          <p14:tracePt t="90354" x="8078788" y="1990725"/>
          <p14:tracePt t="90371" x="8078788" y="1973263"/>
          <p14:tracePt t="90387" x="8078788" y="1957388"/>
          <p14:tracePt t="90404" x="8102600" y="1957388"/>
          <p14:tracePt t="90437" x="8120063" y="1939925"/>
          <p14:tracePt t="90470" x="8135938" y="1939925"/>
          <p14:tracePt t="90520" x="8135938" y="1957388"/>
          <p14:tracePt t="90587" x="8135938" y="1973263"/>
          <p14:tracePt t="90619" x="8153400" y="1973263"/>
          <p14:tracePt t="90675" x="8153400" y="1990725"/>
          <p14:tracePt t="90839" x="8135938" y="1990725"/>
          <p14:tracePt t="91409" x="8135938" y="1973263"/>
          <p14:tracePt t="91422" x="8135938" y="1957388"/>
          <p14:tracePt t="91437" x="8135938" y="1939925"/>
          <p14:tracePt t="91454" x="8135938" y="1882775"/>
          <p14:tracePt t="91471" x="8135938" y="1849438"/>
          <p14:tracePt t="91487" x="8135938" y="1831975"/>
          <p14:tracePt t="91504" x="8153400" y="1800225"/>
          <p14:tracePt t="91521" x="8186738" y="1766888"/>
          <p14:tracePt t="91537" x="8202613" y="1749425"/>
          <p14:tracePt t="91554" x="8218488" y="1733550"/>
          <p14:tracePt t="91570" x="8235950" y="1733550"/>
          <p14:tracePt t="91707" x="8235950" y="1716088"/>
          <p14:tracePt t="91753" x="8251825" y="1716088"/>
          <p14:tracePt t="91770" x="8269288" y="1700213"/>
          <p14:tracePt t="91787" x="8377238" y="1641475"/>
          <p14:tracePt t="91804" x="8493125" y="1592263"/>
          <p14:tracePt t="91821" x="8683625" y="1543050"/>
          <p14:tracePt t="91837" x="8866188" y="1492250"/>
          <p14:tracePt t="91854" x="9074150" y="1476375"/>
          <p14:tracePt t="91871" x="9148763" y="1458913"/>
          <p14:tracePt t="91887" x="9231313" y="1458913"/>
          <p14:tracePt t="91904" x="9297988" y="1458913"/>
          <p14:tracePt t="91921" x="9363075" y="1458913"/>
          <p14:tracePt t="91937" x="9437688" y="1509713"/>
          <p14:tracePt t="91954" x="9555163" y="1543050"/>
          <p14:tracePt t="91971" x="9694863" y="1592263"/>
          <p14:tracePt t="91987" x="9844088" y="1666875"/>
          <p14:tracePt t="92004" x="10002838" y="1716088"/>
          <p14:tracePt t="92020" x="10152063" y="1782763"/>
          <p14:tracePt t="92037" x="10242550" y="1831975"/>
          <p14:tracePt t="92311" x="10275888" y="1831975"/>
          <p14:tracePt t="92323" x="10325100" y="1831975"/>
          <p14:tracePt t="92337" x="10409238" y="1816100"/>
          <p14:tracePt t="92354" x="10533063" y="1800225"/>
          <p14:tracePt t="92371" x="10682288" y="1766888"/>
          <p14:tracePt t="92387" x="10890250" y="1733550"/>
          <p14:tracePt t="92404" x="11080750" y="1682750"/>
          <p14:tracePt t="92421" x="11245850" y="1625600"/>
          <p14:tracePt t="92437" x="11404600" y="1592263"/>
          <p14:tracePt t="92454" x="11469688" y="1576388"/>
          <p14:tracePt t="92471" x="11610975" y="1543050"/>
          <p14:tracePt t="92487" x="11661775" y="1509713"/>
          <p14:tracePt t="92504" x="11695113" y="1492250"/>
          <p14:tracePt t="92521" x="11710988" y="1476375"/>
          <p14:tracePt t="92537" x="11726863" y="1425575"/>
          <p14:tracePt t="92554" x="11726863" y="1368425"/>
          <p14:tracePt t="92571" x="11726863" y="1252538"/>
          <p14:tracePt t="92587" x="11726863" y="1152525"/>
          <p14:tracePt t="92604" x="11710988" y="1077913"/>
          <p14:tracePt t="92620" x="11710988" y="1028700"/>
          <p14:tracePt t="92637" x="11695113" y="1011238"/>
          <p14:tracePt t="92654" x="11695113" y="995363"/>
          <p14:tracePt t="92686" x="11677650" y="995363"/>
          <p14:tracePt t="92704" x="11610975" y="977900"/>
          <p14:tracePt t="92721" x="11561763" y="977900"/>
          <p14:tracePt t="92737" x="11404600" y="962025"/>
          <p14:tracePt t="92754" x="11214100" y="962025"/>
          <p14:tracePt t="92771" x="10956925" y="962025"/>
          <p14:tracePt t="92787" x="10741025" y="977900"/>
          <p14:tracePt t="92804" x="10409238" y="1062038"/>
          <p14:tracePt t="92821" x="10309225" y="1095375"/>
          <p14:tracePt t="92837" x="9952038" y="1235075"/>
          <p14:tracePt t="92854" x="9728200" y="1301750"/>
          <p14:tracePt t="92871" x="9588500" y="1368425"/>
          <p14:tracePt t="92887" x="9455150" y="1443038"/>
          <p14:tracePt t="92904" x="9380538" y="1492250"/>
          <p14:tracePt t="92921" x="9347200" y="1509713"/>
          <p14:tracePt t="92937" x="9331325" y="1525588"/>
          <p14:tracePt t="93204" x="9297988" y="1525588"/>
          <p14:tracePt t="93220" x="9247188" y="1543050"/>
          <p14:tracePt t="93237" x="9148763" y="1592263"/>
          <p14:tracePt t="93254" x="8990013" y="1682750"/>
          <p14:tracePt t="93271" x="8924925" y="1716088"/>
          <p14:tracePt t="93287" x="8732838" y="1831975"/>
          <p14:tracePt t="93304" x="8542338" y="1957388"/>
          <p14:tracePt t="93321" x="8459788" y="2024063"/>
          <p14:tracePt t="93337" x="8393113" y="2073275"/>
          <p14:tracePt t="93354" x="8359775" y="2089150"/>
          <p14:tracePt t="93371" x="8335963" y="2106613"/>
          <p14:tracePt t="93713" x="8359775" y="2089150"/>
          <p14:tracePt t="93726" x="8410575" y="2006600"/>
          <p14:tracePt t="93737" x="8475663" y="1924050"/>
          <p14:tracePt t="93754" x="8650288" y="1733550"/>
          <p14:tracePt t="93771" x="8907463" y="1476375"/>
          <p14:tracePt t="93787" x="9023350" y="1335088"/>
          <p14:tracePt t="93804" x="9090025" y="1252538"/>
          <p14:tracePt t="93821" x="9197975" y="1152525"/>
          <p14:tracePt t="93837" x="9247188" y="1077913"/>
          <p14:tracePt t="93854" x="9264650" y="1062038"/>
          <p14:tracePt t="93970" x="9264650" y="1077913"/>
          <p14:tracePt t="93987" x="9123363" y="1219200"/>
          <p14:tracePt t="94004" x="9023350" y="1319213"/>
          <p14:tracePt t="94021" x="8716963" y="1682750"/>
          <p14:tracePt t="94037" x="8542338" y="1865313"/>
          <p14:tracePt t="94054" x="8410575" y="2039938"/>
          <p14:tracePt t="94070" x="8285163" y="2181225"/>
          <p14:tracePt t="94087" x="8235950" y="2247900"/>
          <p14:tracePt t="94104" x="8218488" y="2281238"/>
          <p14:tracePt t="94121" x="8218488" y="2297113"/>
          <p14:tracePt t="94386" x="8235950" y="2297113"/>
          <p14:tracePt t="94404" x="8318500" y="2247900"/>
          <p14:tracePt t="94421" x="8377238" y="2214563"/>
          <p14:tracePt t="94437" x="8559800" y="2122488"/>
          <p14:tracePt t="94454" x="8799513" y="2024063"/>
          <p14:tracePt t="94471" x="8990013" y="1939925"/>
          <p14:tracePt t="94487" x="9105900" y="1882775"/>
          <p14:tracePt t="94504" x="9197975" y="1831975"/>
          <p14:tracePt t="94521" x="9247188" y="1800225"/>
          <p14:tracePt t="94537" x="9264650" y="1782763"/>
          <p14:tracePt t="94554" x="9280525" y="1782763"/>
          <p14:tracePt t="94753" x="9148763" y="1924050"/>
          <p14:tracePt t="94771" x="8783638" y="2297113"/>
          <p14:tracePt t="94787" x="8593138" y="2520950"/>
          <p14:tracePt t="94804" x="8393113" y="2744788"/>
          <p14:tracePt t="94821" x="8218488" y="2935288"/>
          <p14:tracePt t="94837" x="8153400" y="3017838"/>
          <p14:tracePt t="94854" x="8135938" y="3017838"/>
          <p14:tracePt t="94871" x="8135938" y="3035300"/>
          <p14:tracePt t="95124" x="8153400" y="3017838"/>
          <p14:tracePt t="95137" x="8269288" y="2911475"/>
          <p14:tracePt t="95155" x="8493125" y="2744788"/>
          <p14:tracePt t="95171" x="8866188" y="2487613"/>
          <p14:tracePt t="95187" x="9504363" y="2024063"/>
          <p14:tracePt t="95204" x="9985375" y="1700213"/>
          <p14:tracePt t="95221" x="10167938" y="1576388"/>
          <p14:tracePt t="95237" x="10309225" y="1476375"/>
          <p14:tracePt t="95254" x="10425113" y="1409700"/>
          <p14:tracePt t="95271" x="10550525" y="1319213"/>
          <p14:tracePt t="95287" x="10615613" y="1268413"/>
          <p14:tracePt t="95304" x="10666413" y="1235075"/>
          <p14:tracePt t="95321" x="10699750" y="1201738"/>
          <p14:tracePt t="95337" x="10741025" y="1185863"/>
          <p14:tracePt t="95354" x="10756900" y="1169988"/>
          <p14:tracePt t="95371" x="10774363" y="1152525"/>
          <p14:tracePt t="95387" x="10774363" y="1127125"/>
          <p14:tracePt t="95404" x="10790238" y="1127125"/>
          <p14:tracePt t="95421" x="10839450" y="1095375"/>
          <p14:tracePt t="95437" x="10872788" y="1062038"/>
          <p14:tracePt t="95454" x="10906125" y="1028700"/>
          <p14:tracePt t="95471" x="10939463" y="995363"/>
          <p14:tracePt t="95520" x="10906125" y="1011238"/>
          <p14:tracePt t="95537" x="10807700" y="1095375"/>
          <p14:tracePt t="95554" x="10666413" y="1201738"/>
          <p14:tracePt t="95571" x="10517188" y="1335088"/>
          <p14:tracePt t="95587" x="10425113" y="1409700"/>
          <p14:tracePt t="95604" x="10260013" y="1558925"/>
          <p14:tracePt t="95621" x="10069513" y="1733550"/>
          <p14:tracePt t="95637" x="9894888" y="1865313"/>
          <p14:tracePt t="95654" x="9745663" y="1990725"/>
          <p14:tracePt t="95670" x="9637713" y="2055813"/>
          <p14:tracePt t="95687" x="9571038" y="2122488"/>
          <p14:tracePt t="95704" x="9521825" y="2163763"/>
          <p14:tracePt t="95721" x="9504363" y="2163763"/>
          <p14:tracePt t="95737" x="9504363" y="2181225"/>
          <p14:tracePt t="96041" x="9555163" y="2163763"/>
          <p14:tracePt t="96054" x="9694863" y="2089150"/>
          <p14:tracePt t="96071" x="9969500" y="1898650"/>
          <p14:tracePt t="96087" x="10342563" y="1700213"/>
          <p14:tracePt t="96104" x="10615613" y="1543050"/>
          <p14:tracePt t="96121" x="10890250" y="1384300"/>
          <p14:tracePt t="96137" x="11014075" y="1319213"/>
          <p14:tracePt t="96155" x="11096625" y="1268413"/>
          <p14:tracePt t="96171" x="11147425" y="1252538"/>
          <p14:tracePt t="96203" x="11163300" y="1252538"/>
          <p14:tracePt t="96286" x="11180763" y="1252538"/>
          <p14:tracePt t="96320" x="11214100" y="1252538"/>
          <p14:tracePt t="96337" x="11245850" y="1252538"/>
          <p14:tracePt t="96354" x="11271250" y="1252538"/>
          <p14:tracePt t="96371" x="11304588" y="1252538"/>
          <p14:tracePt t="96404" x="11304588" y="1268413"/>
          <p14:tracePt t="96420" x="11271250" y="1301750"/>
          <p14:tracePt t="96437" x="11114088" y="1443038"/>
          <p14:tracePt t="96454" x="10872788" y="1625600"/>
          <p14:tracePt t="96471" x="10666413" y="1782763"/>
          <p14:tracePt t="96487" x="10458450" y="1957388"/>
          <p14:tracePt t="96504" x="10375900" y="2006600"/>
          <p14:tracePt t="96521" x="10209213" y="2163763"/>
          <p14:tracePt t="96537" x="10085388" y="2297113"/>
          <p14:tracePt t="96554" x="10002838" y="2379663"/>
          <p14:tracePt t="96571" x="9910763" y="2471738"/>
          <p14:tracePt t="96587" x="9877425" y="2520950"/>
          <p14:tracePt t="96604" x="9877425" y="2554288"/>
          <p14:tracePt t="97187" x="9861550" y="2554288"/>
          <p14:tracePt t="97205" x="9828213" y="2554288"/>
          <p14:tracePt t="97220" x="9712325" y="2554288"/>
          <p14:tracePt t="97237" x="9521825" y="2554288"/>
          <p14:tracePt t="97254" x="9280525" y="2554288"/>
          <p14:tracePt t="97270" x="8990013" y="2554288"/>
          <p14:tracePt t="97287" x="8783638" y="2554288"/>
          <p14:tracePt t="97304" x="8593138" y="2554288"/>
          <p14:tracePt t="97321" x="8493125" y="2554288"/>
          <p14:tracePt t="97337" x="8335963" y="2570163"/>
          <p14:tracePt t="97354" x="8269288" y="2587625"/>
          <p14:tracePt t="97371" x="8169275" y="2603500"/>
          <p14:tracePt t="97387" x="8153400" y="2603500"/>
          <p14:tracePt t="97404" x="8135938" y="2603500"/>
          <p14:tracePt t="97420" x="8120063" y="2603500"/>
          <p14:tracePt t="97470" x="8078788" y="2620963"/>
          <p14:tracePt t="97795" x="8061325" y="2620963"/>
          <p14:tracePt t="97804" x="8012113" y="2603500"/>
          <p14:tracePt t="97821" x="7878763" y="2554288"/>
          <p14:tracePt t="97837" x="7829550" y="2554288"/>
          <p14:tracePt t="97854" x="7721600" y="2520950"/>
          <p14:tracePt t="97871" x="7639050" y="2520950"/>
          <p14:tracePt t="97887" x="7513638" y="2505075"/>
          <p14:tracePt t="97904" x="7431088" y="2505075"/>
          <p14:tracePt t="97921" x="7348538" y="2505075"/>
          <p14:tracePt t="97937" x="7273925" y="2505075"/>
          <p14:tracePt t="97954" x="7224713" y="2520950"/>
          <p14:tracePt t="97971" x="7207250" y="2536825"/>
          <p14:tracePt t="98162" x="7073900" y="2536825"/>
          <p14:tracePt t="98171" x="6867525" y="2554288"/>
          <p14:tracePt t="98187" x="6677025" y="2554288"/>
          <p14:tracePt t="98204" x="6162675" y="2603500"/>
          <p14:tracePt t="98221" x="5548313" y="2620963"/>
          <p14:tracePt t="98237" x="4279900" y="2636838"/>
          <p14:tracePt t="98254" x="3325813" y="2654300"/>
          <p14:tracePt t="98270" x="3135313" y="2695575"/>
          <p14:tracePt t="98287" x="2736850" y="2760663"/>
          <p14:tracePt t="98304" x="2497138" y="2827338"/>
          <p14:tracePt t="98320" x="2314575" y="2878138"/>
          <p14:tracePt t="98337" x="2239963" y="2935288"/>
          <p14:tracePt t="98354" x="2222500" y="2935288"/>
          <p14:tracePt t="98720" x="2281238" y="2935288"/>
          <p14:tracePt t="98737" x="2330450" y="2935288"/>
          <p14:tracePt t="98754" x="2587625" y="2935288"/>
          <p14:tracePt t="98771" x="3359150" y="2935288"/>
          <p14:tracePt t="98787" x="3798888" y="2935288"/>
          <p14:tracePt t="98804" x="4570413" y="2911475"/>
          <p14:tracePt t="98821" x="4827588" y="2894013"/>
          <p14:tracePt t="98837" x="5664200" y="2844800"/>
          <p14:tracePt t="98854" x="5980113" y="2794000"/>
          <p14:tracePt t="98871" x="6029325" y="2794000"/>
          <p14:tracePt t="98887" x="6319838" y="2760663"/>
          <p14:tracePt t="98904" x="6402388" y="2728913"/>
          <p14:tracePt t="98920" x="6527800" y="2711450"/>
          <p14:tracePt t="98937" x="6577013" y="2695575"/>
          <p14:tracePt t="98954" x="6592888" y="2695575"/>
          <p14:tracePt t="98970" x="6626225" y="2695575"/>
          <p14:tracePt t="99019" x="6626225" y="2678113"/>
          <p14:tracePt t="99053" x="6626225" y="2654300"/>
          <p14:tracePt t="99071" x="6626225" y="2636838"/>
          <p14:tracePt t="99087" x="6659563" y="2603500"/>
          <p14:tracePt t="99104" x="6743700" y="2554288"/>
          <p14:tracePt t="99121" x="6950075" y="2487613"/>
          <p14:tracePt t="99137" x="7273925" y="2471738"/>
          <p14:tracePt t="99155" x="7770813" y="2471738"/>
          <p14:tracePt t="99171" x="8359775" y="2620963"/>
          <p14:tracePt t="99187" x="8683625" y="2695575"/>
          <p14:tracePt t="99204" x="8924925" y="2760663"/>
          <p14:tracePt t="99220" x="9231313" y="2778125"/>
          <p14:tracePt t="99422" x="9213850" y="2778125"/>
          <p14:tracePt t="99437" x="9148763" y="2778125"/>
          <p14:tracePt t="99454" x="9040813" y="2760663"/>
          <p14:tracePt t="99471" x="8956675" y="2760663"/>
          <p14:tracePt t="99487" x="8891588" y="2760663"/>
          <p14:tracePt t="99504" x="8816975" y="2760663"/>
          <p14:tracePt t="99521" x="8750300" y="2760663"/>
          <p14:tracePt t="99537" x="8667750" y="2778125"/>
          <p14:tracePt t="99554" x="8509000" y="2778125"/>
          <p14:tracePt t="99570" x="8359775" y="2778125"/>
          <p14:tracePt t="99587" x="8169275" y="2778125"/>
          <p14:tracePt t="99604" x="8078788" y="2760663"/>
          <p14:tracePt t="99620" x="7896225" y="2728913"/>
          <p14:tracePt t="99637" x="7788275" y="2728913"/>
          <p14:tracePt t="99654" x="7721600" y="2711450"/>
          <p14:tracePt t="99670" x="7654925" y="2711450"/>
          <p14:tracePt t="99687" x="7639050" y="2711450"/>
          <p14:tracePt t="99704" x="7605713" y="2711450"/>
          <p14:tracePt t="99721" x="7588250" y="2711450"/>
          <p14:tracePt t="99737" x="7572375" y="2794000"/>
          <p14:tracePt t="99754" x="7572375" y="2878138"/>
          <p14:tracePt t="99771" x="7572375" y="3035300"/>
          <p14:tracePt t="99787" x="7572375" y="3259138"/>
          <p14:tracePt t="99804" x="7588250" y="3467100"/>
          <p14:tracePt t="99820" x="7654925" y="3706813"/>
          <p14:tracePt t="99837" x="7688263" y="3871913"/>
          <p14:tracePt t="99854" x="7754938" y="4162425"/>
          <p14:tracePt t="99871" x="7770813" y="4254500"/>
          <p14:tracePt t="99887" x="7788275" y="4352925"/>
          <p14:tracePt t="99904" x="7804150" y="4403725"/>
          <p14:tracePt t="99921" x="7804150" y="4560888"/>
          <p14:tracePt t="99937" x="7829550" y="4694238"/>
          <p14:tracePt t="99954" x="7862888" y="4851400"/>
          <p14:tracePt t="99971" x="7878763" y="4975225"/>
          <p14:tracePt t="99987" x="7878763" y="5026025"/>
          <p14:tracePt t="100004" x="7878763" y="5108575"/>
          <p14:tracePt t="100020" x="7878763" y="5141913"/>
          <p14:tracePt t="100037" x="7878763" y="5157788"/>
          <p14:tracePt t="100054" x="7878763" y="5175250"/>
          <p14:tracePt t="100086" x="7896225" y="5175250"/>
          <p14:tracePt t="100220" x="7912100" y="5191125"/>
          <p14:tracePt t="100237" x="7912100" y="5216525"/>
          <p14:tracePt t="100270" x="7929563" y="5232400"/>
          <p14:tracePt t="100287" x="7945438" y="5232400"/>
          <p14:tracePt t="100304" x="7962900" y="5232400"/>
          <p14:tracePt t="100320" x="8012113" y="5232400"/>
          <p14:tracePt t="100337" x="8102600" y="5232400"/>
          <p14:tracePt t="100354" x="8169275" y="5232400"/>
          <p14:tracePt t="100371" x="8235950" y="5232400"/>
          <p14:tracePt t="100387" x="8269288" y="5232400"/>
          <p14:tracePt t="100404" x="8302625" y="5232400"/>
          <p14:tracePt t="100421" x="8318500" y="5232400"/>
          <p14:tracePt t="100437" x="8335963" y="5232400"/>
          <p14:tracePt t="100454" x="8359775" y="5216525"/>
          <p14:tracePt t="100471" x="8377238" y="5216525"/>
          <p14:tracePt t="100487" x="8377238" y="5191125"/>
          <p14:tracePt t="100559" x="8377238" y="5175250"/>
          <p14:tracePt t="100586" x="8377238" y="5157788"/>
          <p14:tracePt t="100604" x="8377238" y="5124450"/>
          <p14:tracePt t="100621" x="8377238" y="4992688"/>
          <p14:tracePt t="100637" x="8377238" y="4933950"/>
          <p14:tracePt t="100654" x="8377238" y="4867275"/>
          <p14:tracePt t="100670" x="8359775" y="4576763"/>
          <p14:tracePt t="100687" x="8335963" y="4370388"/>
          <p14:tracePt t="100704" x="8318500" y="4352925"/>
          <p14:tracePt t="100720" x="8302625" y="4254500"/>
          <p14:tracePt t="100737" x="8302625" y="4179888"/>
          <p14:tracePt t="100754" x="8302625" y="4162425"/>
          <p14:tracePt t="101270" x="8235950" y="4162425"/>
          <p14:tracePt t="101287" x="8153400" y="4221163"/>
          <p14:tracePt t="101304" x="8061325" y="4270375"/>
          <p14:tracePt t="101321" x="8027988" y="4287838"/>
          <p14:tracePt t="101337" x="7896225" y="4370388"/>
          <p14:tracePt t="101354" x="7705725" y="4478338"/>
          <p14:tracePt t="101371" x="7513638" y="4610100"/>
          <p14:tracePt t="101387" x="7299325" y="4802188"/>
          <p14:tracePt t="101404" x="7224713" y="4851400"/>
          <p14:tracePt t="101421" x="7107238" y="4992688"/>
          <p14:tracePt t="101437" x="7042150" y="5075238"/>
          <p14:tracePt t="101454" x="6983413" y="5124450"/>
          <p14:tracePt t="101471" x="6950075" y="5157788"/>
          <p14:tracePt t="101487" x="6950075" y="5175250"/>
          <p14:tracePt t="101504" x="6934200" y="5175250"/>
          <p14:tracePt t="101840" x="6916738" y="5191125"/>
          <p14:tracePt t="101854" x="6900863" y="5216525"/>
          <p14:tracePt t="101870" x="6867525" y="5249863"/>
          <p14:tracePt t="101887" x="6834188" y="5265738"/>
          <p14:tracePt t="101904" x="6767513" y="5299075"/>
          <p14:tracePt t="101920" x="6710363" y="5332413"/>
          <p14:tracePt t="101937" x="6610350" y="5348288"/>
          <p14:tracePt t="101954" x="6486525" y="5365750"/>
          <p14:tracePt t="101970" x="6319838" y="5365750"/>
          <p14:tracePt t="101987" x="6253163" y="5365750"/>
          <p14:tracePt t="102004" x="6046788" y="5314950"/>
          <p14:tracePt t="102020" x="5888038" y="5265738"/>
          <p14:tracePt t="102304" x="5872163" y="5265738"/>
          <p14:tracePt t="102321" x="5838825" y="5281613"/>
          <p14:tracePt t="102337" x="5664200" y="5365750"/>
          <p14:tracePt t="102354" x="5532438" y="5399088"/>
          <p14:tracePt t="102370" x="5192713" y="5522913"/>
          <p14:tracePt t="102387" x="5100638" y="5538788"/>
          <p14:tracePt t="102404" x="4860925" y="5605463"/>
          <p14:tracePt t="102420" x="4660900" y="5656263"/>
          <p14:tracePt t="102437" x="4454525" y="5705475"/>
          <p14:tracePt t="102454" x="4262438" y="5780088"/>
          <p14:tracePt t="102471" x="4056063" y="5829300"/>
          <p14:tracePt t="102487" x="3956050" y="5862638"/>
          <p14:tracePt t="102504" x="3598863" y="5911850"/>
          <p14:tracePt t="102521" x="3475038" y="5911850"/>
          <p14:tracePt t="102537" x="2994025" y="5945188"/>
          <p14:tracePt t="102554" x="2911475" y="5945188"/>
          <p14:tracePt t="102571" x="2636838" y="5962650"/>
          <p14:tracePt t="102587" x="2463800" y="5962650"/>
          <p14:tracePt t="102604" x="2413000" y="5988050"/>
          <p14:tracePt t="102620" x="2330450" y="5988050"/>
          <p14:tracePt t="102953" x="2314575" y="5988050"/>
          <p14:tracePt t="102971" x="2239963" y="5988050"/>
          <p14:tracePt t="102987" x="2189163" y="5988050"/>
          <p14:tracePt t="103004" x="2139950" y="6003925"/>
          <p14:tracePt t="103020" x="2122488" y="6003925"/>
          <p14:tracePt t="103037" x="2106613" y="6019800"/>
          <p14:tracePt t="103054" x="2073275" y="6037263"/>
          <p14:tracePt t="103070" x="2057400" y="6053138"/>
          <p14:tracePt t="103087" x="2039938" y="6053138"/>
          <p14:tracePt t="103104" x="2024063" y="6070600"/>
          <p14:tracePt t="103120" x="2006600" y="6103938"/>
          <p14:tracePt t="103137" x="1982788" y="6103938"/>
          <p14:tracePt t="103155" x="1982788" y="6119813"/>
          <p14:tracePt t="103170" x="1965325" y="6119813"/>
          <p14:tracePt t="103250" x="1982788" y="6119813"/>
          <p14:tracePt t="103286" x="2024063" y="6119813"/>
          <p14:tracePt t="103304" x="2090738" y="6119813"/>
          <p14:tracePt t="103320" x="2122488" y="6119813"/>
          <p14:tracePt t="103337" x="2173288" y="6119813"/>
          <p14:tracePt t="103354" x="2189163" y="6119813"/>
          <p14:tracePt t="103370" x="2206625" y="6119813"/>
          <p14:tracePt t="103420" x="2222500" y="6119813"/>
          <p14:tracePt t="103470" x="2263775" y="6119813"/>
          <p14:tracePt t="103487" x="2281238" y="6119813"/>
          <p14:tracePt t="103504" x="2330450" y="6119813"/>
          <p14:tracePt t="103521" x="2363788" y="6137275"/>
          <p14:tracePt t="103537" x="2397125" y="6137275"/>
          <p14:tracePt t="103554" x="2413000" y="6137275"/>
          <p14:tracePt t="103571" x="2430463" y="6137275"/>
          <p14:tracePt t="103587" x="2446338" y="6137275"/>
          <p14:tracePt t="103604" x="2479675" y="6137275"/>
          <p14:tracePt t="103653" x="2497138" y="6137275"/>
          <p14:tracePt t="103686" x="2513013" y="6137275"/>
          <p14:tracePt t="103720" x="2554288" y="6137275"/>
          <p14:tracePt t="103737" x="2587625" y="6137275"/>
          <p14:tracePt t="103754" x="2603500" y="6137275"/>
          <p14:tracePt t="103771" x="2620963" y="6137275"/>
          <p14:tracePt t="103803" x="2636838" y="6137275"/>
          <p14:tracePt t="103820" x="2654300" y="6137275"/>
          <p14:tracePt t="103837" x="2687638" y="6153150"/>
          <p14:tracePt t="103854" x="2720975" y="6153150"/>
          <p14:tracePt t="103871" x="2736850" y="6153150"/>
          <p14:tracePt t="103887" x="2770188" y="6153150"/>
          <p14:tracePt t="103904" x="2811463" y="6153150"/>
          <p14:tracePt t="103921" x="2828925" y="6153150"/>
          <p14:tracePt t="103937" x="2844800" y="6153150"/>
          <p14:tracePt t="103970" x="2860675" y="6153150"/>
          <p14:tracePt t="104020" x="2894013" y="6153150"/>
          <p14:tracePt t="104037" x="2960688" y="6169025"/>
          <p14:tracePt t="104054" x="2994025" y="6169025"/>
          <p14:tracePt t="104071" x="3052763" y="6169025"/>
          <p14:tracePt t="104087" x="3117850" y="6186488"/>
          <p14:tracePt t="104104" x="3135313" y="6186488"/>
          <p14:tracePt t="104136" x="3151188" y="6186488"/>
          <p14:tracePt t="104225" x="3151188" y="6202363"/>
          <p14:tracePt t="104576" x="3168650" y="6186488"/>
          <p14:tracePt t="104587" x="3217863" y="6169025"/>
          <p14:tracePt t="104604" x="3325813" y="6103938"/>
          <p14:tracePt t="104621" x="3359150" y="6086475"/>
          <p14:tracePt t="104637" x="3524250" y="6019800"/>
          <p14:tracePt t="104654" x="3616325" y="5988050"/>
          <p14:tracePt t="104671" x="3649663" y="5962650"/>
          <p14:tracePt t="104687" x="3683000" y="5962650"/>
          <p14:tracePt t="104704" x="3698875" y="5962650"/>
          <p14:tracePt t="104721" x="3732213" y="5945188"/>
          <p14:tracePt t="104737" x="3748088" y="5945188"/>
          <p14:tracePt t="104754" x="3765550" y="5945188"/>
          <p14:tracePt t="104770" x="3798888" y="5945188"/>
          <p14:tracePt t="104787" x="3814763" y="5945188"/>
          <p14:tracePt t="104804" x="3856038" y="5945188"/>
          <p14:tracePt t="104821" x="3873500" y="5945188"/>
          <p14:tracePt t="104837" x="3889375" y="5945188"/>
          <p14:tracePt t="104854" x="3906838" y="5945188"/>
          <p14:tracePt t="104886" x="3922713" y="5945188"/>
          <p14:tracePt t="104903" x="3940175" y="5945188"/>
          <p14:tracePt t="104920" x="3956050" y="5945188"/>
          <p14:tracePt t="104937" x="3989388" y="5945188"/>
          <p14:tracePt t="104954" x="4038600" y="5945188"/>
          <p14:tracePt t="104971" x="4071938" y="5945188"/>
          <p14:tracePt t="104987" x="4146550" y="5962650"/>
          <p14:tracePt t="105004" x="4197350" y="5988050"/>
          <p14:tracePt t="105020" x="4229100" y="5988050"/>
          <p14:tracePt t="105037" x="4246563" y="6003925"/>
          <p14:tracePt t="105070" x="4262438" y="6003925"/>
          <p14:tracePt t="105569" x="4295775" y="6003925"/>
          <p14:tracePt t="105588" x="4421188" y="6037263"/>
          <p14:tracePt t="105604" x="4570413" y="6070600"/>
          <p14:tracePt t="105620" x="4760913" y="6119813"/>
          <p14:tracePt t="105637" x="4827588" y="6153150"/>
          <p14:tracePt t="105654" x="4860925" y="6153150"/>
          <p14:tracePt t="105671" x="4876800" y="6153150"/>
          <p14:tracePt t="105687" x="4892675" y="6153150"/>
          <p14:tracePt t="105736" x="4918075" y="6153150"/>
          <p14:tracePt t="105754" x="4935538" y="6153150"/>
          <p14:tracePt t="105770" x="4951413" y="6153150"/>
          <p14:tracePt t="105787" x="4967288" y="6169025"/>
          <p14:tracePt t="105804" x="4984750" y="6169025"/>
          <p14:tracePt t="105821" x="5000625" y="6169025"/>
          <p14:tracePt t="105837" x="5018088" y="6169025"/>
          <p14:tracePt t="105870" x="5033963" y="6169025"/>
          <p14:tracePt t="105903" x="5051425" y="6169025"/>
          <p14:tracePt t="105936" x="5067300" y="6169025"/>
          <p14:tracePt t="105954" x="5084763" y="6153150"/>
          <p14:tracePt t="105970" x="5100638" y="6137275"/>
          <p14:tracePt t="106003" x="5118100" y="6137275"/>
          <p14:tracePt t="106020" x="5133975" y="6119813"/>
          <p14:tracePt t="106037" x="5149850" y="6119813"/>
          <p14:tracePt t="106054" x="5175250" y="6103938"/>
          <p14:tracePt t="106070" x="5208588" y="6086475"/>
          <p14:tracePt t="106087" x="5224463" y="6086475"/>
          <p14:tracePt t="106104" x="5241925" y="6086475"/>
          <p14:tracePt t="106136" x="5257800" y="6070600"/>
          <p14:tracePt t="106255" x="5275263" y="6070600"/>
          <p14:tracePt t="106286" x="5291138" y="6070600"/>
          <p14:tracePt t="106304" x="5341938" y="6070600"/>
          <p14:tracePt t="106320" x="5424488" y="6070600"/>
          <p14:tracePt t="106337" x="5481638" y="6070600"/>
          <p14:tracePt t="106354" x="5599113" y="6070600"/>
          <p14:tracePt t="106370" x="5648325" y="6070600"/>
          <p14:tracePt t="106387" x="5789613" y="6086475"/>
          <p14:tracePt t="106404" x="5854700" y="6086475"/>
          <p14:tracePt t="106420" x="5921375" y="6086475"/>
          <p14:tracePt t="106437" x="5954713" y="6086475"/>
          <p14:tracePt t="106454" x="5980113" y="6086475"/>
          <p14:tracePt t="106471" x="5995988" y="6070600"/>
          <p14:tracePt t="106503" x="6013450" y="6070600"/>
          <p14:tracePt t="106536" x="6029325" y="6070600"/>
          <p14:tracePt t="106554" x="6062663" y="6070600"/>
          <p14:tracePt t="106571" x="6111875" y="6070600"/>
          <p14:tracePt t="106587" x="6129338" y="6070600"/>
          <p14:tracePt t="106604" x="6196013" y="6086475"/>
          <p14:tracePt t="106620" x="6237288" y="6086475"/>
          <p14:tracePt t="106637" x="6253163" y="6086475"/>
          <p14:tracePt t="106654" x="6270625" y="6086475"/>
          <p14:tracePt t="106686" x="6286500" y="6086475"/>
          <p14:tracePt t="107053" x="6319838" y="6086475"/>
          <p14:tracePt t="107070" x="6402388" y="6086475"/>
          <p14:tracePt t="107087" x="6577013" y="6053138"/>
          <p14:tracePt t="107104" x="6692900" y="6037263"/>
          <p14:tracePt t="107120" x="6726238" y="6037263"/>
          <p14:tracePt t="107137" x="6818313" y="6037263"/>
          <p14:tracePt t="107154" x="6883400" y="6037263"/>
          <p14:tracePt t="107170" x="6916738" y="6037263"/>
          <p14:tracePt t="107187" x="6934200" y="6037263"/>
          <p14:tracePt t="107204" x="6950075" y="6037263"/>
          <p14:tracePt t="107220" x="6967538" y="6037263"/>
          <p14:tracePt t="107253" x="6983413" y="6037263"/>
          <p14:tracePt t="107286" x="6999288" y="6037263"/>
          <p14:tracePt t="107320" x="7016750" y="6037263"/>
          <p14:tracePt t="107337" x="7058025" y="6037263"/>
          <p14:tracePt t="107354" x="7091363" y="6053138"/>
          <p14:tracePt t="107370" x="7140575" y="6053138"/>
          <p14:tracePt t="107387" x="7207250" y="6070600"/>
          <p14:tracePt t="107404" x="7315200" y="6070600"/>
          <p14:tracePt t="107420" x="7397750" y="6070600"/>
          <p14:tracePt t="107437" x="7497763" y="6070600"/>
          <p14:tracePt t="107454" x="7605713" y="6070600"/>
          <p14:tracePt t="107471" x="7621588" y="6070600"/>
          <p14:tracePt t="107487" x="7654925" y="6070600"/>
          <p14:tracePt t="107536" x="7672388" y="6070600"/>
          <p14:tracePt t="107554" x="7688263" y="6070600"/>
          <p14:tracePt t="107570" x="7705725" y="6070600"/>
          <p14:tracePt t="107587" x="7754938" y="6070600"/>
          <p14:tracePt t="107604" x="7788275" y="6070600"/>
          <p14:tracePt t="107620" x="7845425" y="6086475"/>
          <p14:tracePt t="107637" x="7896225" y="6086475"/>
          <p14:tracePt t="107654" x="7945438" y="6086475"/>
          <p14:tracePt t="107671" x="7994650" y="6086475"/>
          <p14:tracePt t="107687" x="8027988" y="6086475"/>
          <p14:tracePt t="107704" x="8078788" y="6086475"/>
          <p14:tracePt t="107721" x="8102600" y="6086475"/>
          <p14:tracePt t="107737" x="8135938" y="6103938"/>
          <p14:tracePt t="107754" x="8153400" y="6103938"/>
          <p14:tracePt t="107770" x="8186738" y="6103938"/>
          <p14:tracePt t="107787" x="8218488" y="6103938"/>
          <p14:tracePt t="107804" x="8251825" y="6103938"/>
          <p14:tracePt t="107820" x="8285163" y="6103938"/>
          <p14:tracePt t="107837" x="8318500" y="6119813"/>
          <p14:tracePt t="107854" x="8335963" y="6119813"/>
          <p14:tracePt t="107871" x="8359775" y="6119813"/>
          <p14:tracePt t="107887" x="8377238" y="6119813"/>
          <p14:tracePt t="107904" x="8410575" y="6119813"/>
          <p14:tracePt t="107921" x="8443913" y="6119813"/>
          <p14:tracePt t="107937" x="8459788" y="6119813"/>
          <p14:tracePt t="107954" x="8493125" y="6103938"/>
          <p14:tracePt t="107970" x="8526463" y="6103938"/>
          <p14:tracePt t="107987" x="8593138" y="6103938"/>
          <p14:tracePt t="108004" x="8650288" y="6103938"/>
          <p14:tracePt t="108021" x="8716963" y="6103938"/>
          <p14:tracePt t="108037" x="8732838" y="6103938"/>
          <p14:tracePt t="108054" x="8750300" y="6103938"/>
          <p14:tracePt t="108071" x="8766175" y="6103938"/>
          <p14:tracePt t="108087" x="8783638" y="6103938"/>
          <p14:tracePt t="108176" x="8799513" y="6103938"/>
          <p14:tracePt t="108979" x="8783638" y="6103938"/>
          <p14:tracePt t="108988" x="8716963" y="6086475"/>
          <p14:tracePt t="109004" x="8667750" y="6070600"/>
          <p14:tracePt t="109021" x="8542338" y="6019800"/>
          <p14:tracePt t="109037" x="8318500" y="5911850"/>
          <p14:tracePt t="109054" x="8045450" y="5762625"/>
          <p14:tracePt t="109070" x="7672388" y="5538788"/>
          <p14:tracePt t="109087" x="7397750" y="5399088"/>
          <p14:tracePt t="109104" x="7140575" y="5249863"/>
          <p14:tracePt t="109120" x="6677025" y="4992688"/>
          <p14:tracePt t="109137" x="6353175" y="4802188"/>
          <p14:tracePt t="109155" x="6196013" y="4676775"/>
          <p14:tracePt t="109171" x="5756275" y="4321175"/>
          <p14:tracePt t="109187" x="5599113" y="4146550"/>
          <p14:tracePt t="109204" x="5424488" y="3946525"/>
          <p14:tracePt t="109220" x="5208588" y="3648075"/>
          <p14:tracePt t="109237" x="5018088" y="3359150"/>
          <p14:tracePt t="109254" x="4892675" y="3117850"/>
          <p14:tracePt t="109271" x="4776788" y="2894013"/>
          <p14:tracePt t="109287" x="4743450" y="2811463"/>
          <p14:tracePt t="109304" x="4678363" y="2695575"/>
          <p14:tracePt t="109320" x="4645025" y="2603500"/>
          <p14:tracePt t="109337" x="4603750" y="2570163"/>
          <p14:tracePt t="109354" x="4603750" y="2554288"/>
          <p14:tracePt t="109370" x="4603750" y="2536825"/>
          <p14:tracePt t="109497" x="4619625" y="2536825"/>
          <p14:tracePt t="109505" x="4660900" y="2536825"/>
          <p14:tracePt t="109521" x="4694238" y="2520950"/>
          <p14:tracePt t="109537" x="4810125" y="2505075"/>
          <p14:tracePt t="109554" x="4935538" y="2471738"/>
          <p14:tracePt t="109571" x="5084763" y="2471738"/>
          <p14:tracePt t="109587" x="5275263" y="2471738"/>
          <p14:tracePt t="109604" x="5391150" y="2471738"/>
          <p14:tracePt t="109620" x="5514975" y="2471738"/>
          <p14:tracePt t="109637" x="5648325" y="2505075"/>
          <p14:tracePt t="109654" x="5756275" y="2570163"/>
          <p14:tracePt t="109670" x="5838825" y="2678113"/>
          <p14:tracePt t="109687" x="5905500" y="2760663"/>
          <p14:tracePt t="109704" x="6062663" y="2968625"/>
          <p14:tracePt t="109720" x="6162675" y="3135313"/>
          <p14:tracePt t="109737" x="6319838" y="3341688"/>
          <p14:tracePt t="109754" x="6419850" y="3482975"/>
          <p14:tracePt t="109771" x="6527800" y="3598863"/>
          <p14:tracePt t="109787" x="6592888" y="3690938"/>
          <p14:tracePt t="109804" x="6710363" y="3822700"/>
          <p14:tracePt t="109820" x="6850063" y="3979863"/>
          <p14:tracePt t="109837" x="6916738" y="4046538"/>
          <p14:tracePt t="109854" x="6983413" y="4113213"/>
          <p14:tracePt t="109870" x="6999288" y="4146550"/>
          <p14:tracePt t="109887" x="7016750" y="4162425"/>
          <p14:tracePt t="109904" x="7042150" y="4162425"/>
          <p14:tracePt t="109958" x="7042150" y="4179888"/>
          <p14:tracePt t="110014" x="7016750" y="4179888"/>
          <p14:tracePt t="110023" x="6999288" y="4179888"/>
          <p14:tracePt t="110037" x="6967538" y="4179888"/>
          <p14:tracePt t="110054" x="6883400" y="4179888"/>
          <p14:tracePt t="110070" x="6743700" y="4146550"/>
          <p14:tracePt t="110087" x="6626225" y="4113213"/>
          <p14:tracePt t="110104" x="6527800" y="4079875"/>
          <p14:tracePt t="110120" x="6435725" y="4064000"/>
          <p14:tracePt t="110137" x="6286500" y="4030663"/>
          <p14:tracePt t="110154" x="6178550" y="4013200"/>
          <p14:tracePt t="110170" x="6096000" y="3997325"/>
          <p14:tracePt t="110187" x="5995988" y="3979863"/>
          <p14:tracePt t="110204" x="5921375" y="3963988"/>
          <p14:tracePt t="110220" x="5872163" y="3963988"/>
          <p14:tracePt t="110237" x="5854700" y="3946525"/>
          <p14:tracePt t="110341" x="5854700" y="3963988"/>
          <p14:tracePt t="110355" x="5854700" y="3997325"/>
          <p14:tracePt t="110369" x="5854700" y="4046538"/>
          <p14:tracePt t="110387" x="5854700" y="4203700"/>
          <p14:tracePt t="110404" x="5854700" y="4321175"/>
          <p14:tracePt t="110420" x="5854700" y="4460875"/>
          <p14:tracePt t="110437" x="5854700" y="4545013"/>
          <p14:tracePt t="110454" x="5854700" y="4594225"/>
          <p14:tracePt t="110470" x="5854700" y="4610100"/>
          <p14:tracePt t="110487" x="5854700" y="4627563"/>
          <p14:tracePt t="110520" x="5838825" y="4627563"/>
          <p14:tracePt t="110704" x="5838825" y="4643438"/>
          <p14:tracePt t="110736" x="5838825" y="4676775"/>
          <p14:tracePt t="110754" x="5838825" y="4751388"/>
          <p14:tracePt t="110770" x="5854700" y="4784725"/>
          <p14:tracePt t="110787" x="5854700" y="4818063"/>
          <p14:tracePt t="110804" x="5872163" y="4833938"/>
          <p14:tracePt t="110836" x="5872163" y="4851400"/>
          <p14:tracePt t="111377" x="5888038" y="4851400"/>
          <p14:tracePt t="111387" x="5905500" y="4851400"/>
          <p14:tracePt t="111404" x="5954713" y="4867275"/>
          <p14:tracePt t="111421" x="6029325" y="4884738"/>
          <p14:tracePt t="111437" x="6111875" y="4918075"/>
          <p14:tracePt t="111454" x="6211888" y="4959350"/>
          <p14:tracePt t="111471" x="6353175" y="5008563"/>
          <p14:tracePt t="111487" x="6527800" y="5075238"/>
          <p14:tracePt t="111504" x="6710363" y="5124450"/>
          <p14:tracePt t="111520" x="6883400" y="5175250"/>
          <p14:tracePt t="111537" x="7073900" y="5232400"/>
          <p14:tracePt t="111554" x="7256463" y="5281613"/>
          <p14:tracePt t="111571" x="7431088" y="5332413"/>
          <p14:tracePt t="111587" x="7531100" y="5365750"/>
          <p14:tracePt t="111604" x="7639050" y="5399088"/>
          <p14:tracePt t="111620" x="7688263" y="5414963"/>
          <p14:tracePt t="111637" x="7721600" y="5432425"/>
          <p14:tracePt t="111654" x="7737475" y="5448300"/>
          <p14:tracePt t="111670" x="7754938" y="5448300"/>
          <p14:tracePt t="111687" x="7788275" y="5448300"/>
          <p14:tracePt t="111704" x="7845425" y="5473700"/>
          <p14:tracePt t="111720" x="7878763" y="5473700"/>
          <p14:tracePt t="111737" x="7912100" y="5473700"/>
          <p14:tracePt t="111754" x="7929563" y="5473700"/>
          <p14:tracePt t="111770" x="7945438" y="5473700"/>
          <p14:tracePt t="111787" x="7978775" y="5489575"/>
          <p14:tracePt t="111804" x="8012113" y="5507038"/>
          <p14:tracePt t="111821" x="8027988" y="5522913"/>
          <p14:tracePt t="111837" x="8061325" y="5538788"/>
          <p14:tracePt t="111854" x="8078788" y="5538788"/>
          <p14:tracePt t="111870" x="8078788" y="5556250"/>
          <p14:tracePt t="111887" x="8102600" y="5556250"/>
          <p14:tracePt t="111953" x="8120063" y="5556250"/>
          <p14:tracePt t="111971" x="8153400" y="5589588"/>
          <p14:tracePt t="111986" x="8218488" y="5622925"/>
          <p14:tracePt t="112004" x="8269288" y="5656263"/>
          <p14:tracePt t="112020" x="8302625" y="5656263"/>
          <p14:tracePt t="112037" x="8359775" y="5688013"/>
          <p14:tracePt t="112054" x="8393113" y="5705475"/>
          <p14:tracePt t="112070" x="8410575" y="5705475"/>
          <p14:tracePt t="112087" x="8410575" y="5730875"/>
          <p14:tracePt t="112104" x="8426450" y="5730875"/>
          <p14:tracePt t="113436" x="8426450" y="5672138"/>
          <p14:tracePt t="113454" x="8393113" y="5538788"/>
          <p14:tracePt t="113470" x="8285163" y="5249863"/>
          <p14:tracePt t="113487" x="8102600" y="4643438"/>
          <p14:tracePt t="113504" x="7912100" y="3840163"/>
          <p14:tracePt t="113520" x="7654925" y="2230438"/>
          <p14:tracePt t="113537" x="7513638" y="481013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ED36D-B2AE-1551-7A7E-369B60D6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5258B-3DFF-E69B-7CA3-1262AFCA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최적화 구현 방법</a:t>
            </a:r>
            <a:r>
              <a:rPr lang="en-US" altLang="ko-KR" b="1" dirty="0"/>
              <a:t> – Keccak Permutation</a:t>
            </a:r>
            <a:endParaRPr lang="ko-KR" altLang="en-US" b="1" dirty="0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3EB25C16-740B-A02E-5867-F80DA4EED2E4}"/>
              </a:ext>
            </a:extLst>
          </p:cNvPr>
          <p:cNvSpPr/>
          <p:nvPr/>
        </p:nvSpPr>
        <p:spPr>
          <a:xfrm>
            <a:off x="1098837" y="1817917"/>
            <a:ext cx="1469571" cy="783771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Theta</a:t>
            </a:r>
            <a:endParaRPr kumimoji="1" lang="ko-KR" altLang="en-US" dirty="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FF69538-8831-1A1E-15EA-EA0ADF028EE1}"/>
              </a:ext>
            </a:extLst>
          </p:cNvPr>
          <p:cNvSpPr/>
          <p:nvPr/>
        </p:nvSpPr>
        <p:spPr>
          <a:xfrm>
            <a:off x="3221551" y="1817917"/>
            <a:ext cx="1469571" cy="7837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Rho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942812B-E0C3-F081-E4A8-DB5133EAB14F}"/>
              </a:ext>
            </a:extLst>
          </p:cNvPr>
          <p:cNvSpPr/>
          <p:nvPr/>
        </p:nvSpPr>
        <p:spPr>
          <a:xfrm>
            <a:off x="5344265" y="1817916"/>
            <a:ext cx="1469571" cy="7837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Pi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0578C484-40F5-769D-B26B-25FE0FB4FA49}"/>
              </a:ext>
            </a:extLst>
          </p:cNvPr>
          <p:cNvSpPr/>
          <p:nvPr/>
        </p:nvSpPr>
        <p:spPr>
          <a:xfrm>
            <a:off x="7466979" y="1817915"/>
            <a:ext cx="1469571" cy="783771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Chi</a:t>
            </a:r>
            <a:endParaRPr kumimoji="1" lang="ko-KR" altLang="en-US" dirty="0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FA473C9-6C5D-A0D8-CB42-88B5A2C8997E}"/>
              </a:ext>
            </a:extLst>
          </p:cNvPr>
          <p:cNvSpPr/>
          <p:nvPr/>
        </p:nvSpPr>
        <p:spPr>
          <a:xfrm>
            <a:off x="9589693" y="1817915"/>
            <a:ext cx="1469571" cy="78377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Iota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F58C12B-8A13-DEC4-9B07-D962B3ED650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568408" y="2209803"/>
            <a:ext cx="653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7F1B3EB-C2BB-DAA5-E5FF-DDF82383DF30}"/>
              </a:ext>
            </a:extLst>
          </p:cNvPr>
          <p:cNvCxnSpPr>
            <a:endCxn id="8" idx="1"/>
          </p:cNvCxnSpPr>
          <p:nvPr/>
        </p:nvCxnSpPr>
        <p:spPr>
          <a:xfrm>
            <a:off x="4691122" y="2209802"/>
            <a:ext cx="653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3064D13-2719-9C46-A0E7-B5E13FFCE159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6813836" y="2209801"/>
            <a:ext cx="6531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C350E0C-2C3B-0C7B-166A-B2B32131E30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936550" y="2209801"/>
            <a:ext cx="6531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A15183B-3601-97DC-C3A9-C540D9F43959}"/>
              </a:ext>
            </a:extLst>
          </p:cNvPr>
          <p:cNvSpPr/>
          <p:nvPr/>
        </p:nvSpPr>
        <p:spPr>
          <a:xfrm>
            <a:off x="983736" y="1591418"/>
            <a:ext cx="10224528" cy="12626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5769FB-9CC2-8965-35C2-DE9E69BA68E6}"/>
              </a:ext>
            </a:extLst>
          </p:cNvPr>
          <p:cNvSpPr txBox="1"/>
          <p:nvPr/>
        </p:nvSpPr>
        <p:spPr>
          <a:xfrm>
            <a:off x="972217" y="1222086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Keccak Permutation</a:t>
            </a:r>
            <a:endParaRPr kumimoji="1"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00D0ACF-FB01-C3C6-CEBA-48FF67FA4DD0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833623" y="2601688"/>
            <a:ext cx="371281" cy="653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D10A310-A4CF-83A4-582A-A0895AF603D1}"/>
              </a:ext>
            </a:extLst>
          </p:cNvPr>
          <p:cNvSpPr txBox="1"/>
          <p:nvPr/>
        </p:nvSpPr>
        <p:spPr>
          <a:xfrm>
            <a:off x="1741714" y="3320454"/>
            <a:ext cx="4463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전체 </a:t>
            </a:r>
            <a:r>
              <a:rPr kumimoji="1" lang="en-US" altLang="ko-KR" dirty="0"/>
              <a:t>state</a:t>
            </a:r>
            <a:r>
              <a:rPr kumimoji="1" lang="ko-KR" altLang="en-US" dirty="0"/>
              <a:t> 값을 섞어 </a:t>
            </a:r>
            <a:r>
              <a:rPr kumimoji="1" lang="en-US" altLang="ko-KR" dirty="0"/>
              <a:t>diffusion</a:t>
            </a:r>
            <a:r>
              <a:rPr kumimoji="1" lang="ko-KR" altLang="en-US" dirty="0"/>
              <a:t> 시키는 과정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9F3682E9-F8CF-171D-6661-96FF74370FD1}"/>
              </a:ext>
            </a:extLst>
          </p:cNvPr>
          <p:cNvGrpSpPr/>
          <p:nvPr/>
        </p:nvGrpSpPr>
        <p:grpSpPr>
          <a:xfrm>
            <a:off x="1931585" y="3784404"/>
            <a:ext cx="8328827" cy="2107892"/>
            <a:chOff x="627772" y="3903980"/>
            <a:chExt cx="8328827" cy="210789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752FB73-B062-D397-33CC-9FCBB8BA0E65}"/>
                </a:ext>
              </a:extLst>
            </p:cNvPr>
            <p:cNvSpPr txBox="1"/>
            <p:nvPr/>
          </p:nvSpPr>
          <p:spPr>
            <a:xfrm>
              <a:off x="627772" y="4192564"/>
              <a:ext cx="2441951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ko-KR" dirty="0"/>
                <a:t>A00 A01 A02 A03 A04</a:t>
              </a:r>
            </a:p>
            <a:p>
              <a:r>
                <a:rPr kumimoji="1" lang="en" altLang="ko-KR" dirty="0"/>
                <a:t>A10 A11 A12 A13 A14</a:t>
              </a:r>
            </a:p>
            <a:p>
              <a:r>
                <a:rPr kumimoji="1" lang="en" altLang="ko-KR" dirty="0"/>
                <a:t>A20 A21 A22 A23 A24</a:t>
              </a:r>
            </a:p>
            <a:p>
              <a:r>
                <a:rPr kumimoji="1" lang="en" altLang="ko-KR" dirty="0"/>
                <a:t>A30 A31 A32 A33 A34</a:t>
              </a:r>
            </a:p>
            <a:p>
              <a:r>
                <a:rPr kumimoji="1" lang="en" altLang="ko-KR" dirty="0"/>
                <a:t>A40 A41 A42 A43 A44</a:t>
              </a:r>
              <a:endParaRPr kumimoji="1" lang="ko-KR" altLang="en-US" dirty="0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7C8BDE7-8D36-281A-4F35-B7EE6A21B1D6}"/>
                </a:ext>
              </a:extLst>
            </p:cNvPr>
            <p:cNvSpPr/>
            <p:nvPr/>
          </p:nvSpPr>
          <p:spPr>
            <a:xfrm>
              <a:off x="693952" y="4192564"/>
              <a:ext cx="414278" cy="14369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8981431-D645-1F4F-17D4-937255822497}"/>
                </a:ext>
              </a:extLst>
            </p:cNvPr>
            <p:cNvSpPr/>
            <p:nvPr/>
          </p:nvSpPr>
          <p:spPr>
            <a:xfrm>
              <a:off x="1160218" y="4192564"/>
              <a:ext cx="414278" cy="14369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382A08DE-2A74-78C2-6E3D-227FF4BB387D}"/>
                </a:ext>
              </a:extLst>
            </p:cNvPr>
            <p:cNvSpPr/>
            <p:nvPr/>
          </p:nvSpPr>
          <p:spPr>
            <a:xfrm>
              <a:off x="1626484" y="4212771"/>
              <a:ext cx="414278" cy="14369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8205C458-D3D1-85F9-E4C4-52DC51578751}"/>
                </a:ext>
              </a:extLst>
            </p:cNvPr>
            <p:cNvSpPr/>
            <p:nvPr/>
          </p:nvSpPr>
          <p:spPr>
            <a:xfrm>
              <a:off x="2088477" y="4232978"/>
              <a:ext cx="414278" cy="14369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B55ED597-A740-4592-79D2-564212ACB533}"/>
                </a:ext>
              </a:extLst>
            </p:cNvPr>
            <p:cNvSpPr/>
            <p:nvPr/>
          </p:nvSpPr>
          <p:spPr>
            <a:xfrm>
              <a:off x="2550321" y="4192564"/>
              <a:ext cx="414278" cy="14369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D2D044D-5E0C-3179-6AC4-894A49C1E318}"/>
                </a:ext>
              </a:extLst>
            </p:cNvPr>
            <p:cNvSpPr txBox="1"/>
            <p:nvPr/>
          </p:nvSpPr>
          <p:spPr>
            <a:xfrm>
              <a:off x="698232" y="3905929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rgbClr val="FF0000"/>
                  </a:solidFill>
                </a:rPr>
                <a:t>XOR</a:t>
              </a:r>
              <a:endParaRPr kumimoji="1"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3497D6B-A8D5-0D67-B02A-DCC45812211F}"/>
                </a:ext>
              </a:extLst>
            </p:cNvPr>
            <p:cNvSpPr txBox="1"/>
            <p:nvPr/>
          </p:nvSpPr>
          <p:spPr>
            <a:xfrm>
              <a:off x="1136364" y="3905929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rgbClr val="FF0000"/>
                  </a:solidFill>
                </a:rPr>
                <a:t>XOR</a:t>
              </a:r>
              <a:endParaRPr kumimoji="1"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730B64D-BC87-E821-EC86-34B98ACF130B}"/>
                </a:ext>
              </a:extLst>
            </p:cNvPr>
            <p:cNvSpPr txBox="1"/>
            <p:nvPr/>
          </p:nvSpPr>
          <p:spPr>
            <a:xfrm>
              <a:off x="1617754" y="390398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rgbClr val="FF0000"/>
                  </a:solidFill>
                </a:rPr>
                <a:t>XOR</a:t>
              </a:r>
              <a:endParaRPr kumimoji="1"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1B486E1-9B6C-E58B-CD7B-4DCCD19F53E8}"/>
                </a:ext>
              </a:extLst>
            </p:cNvPr>
            <p:cNvSpPr txBox="1"/>
            <p:nvPr/>
          </p:nvSpPr>
          <p:spPr>
            <a:xfrm>
              <a:off x="2064623" y="390398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rgbClr val="FF0000"/>
                  </a:solidFill>
                </a:rPr>
                <a:t>XOR</a:t>
              </a:r>
              <a:endParaRPr kumimoji="1"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0745346-2C2C-BED0-1FB5-172DFC27C79D}"/>
                </a:ext>
              </a:extLst>
            </p:cNvPr>
            <p:cNvSpPr txBox="1"/>
            <p:nvPr/>
          </p:nvSpPr>
          <p:spPr>
            <a:xfrm>
              <a:off x="2550321" y="3903980"/>
              <a:ext cx="4619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000" dirty="0">
                  <a:solidFill>
                    <a:srgbClr val="FF0000"/>
                  </a:solidFill>
                </a:rPr>
                <a:t>XOR</a:t>
              </a:r>
              <a:endParaRPr kumimoji="1" lang="ko-KR" altLang="en-US" sz="1000" dirty="0">
                <a:solidFill>
                  <a:srgbClr val="FF0000"/>
                </a:solidFill>
              </a:endParaRPr>
            </a:p>
          </p:txBody>
        </p: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82FD5C8B-48E1-80AC-F1CB-5C08EFCBF4AE}"/>
                </a:ext>
              </a:extLst>
            </p:cNvPr>
            <p:cNvCxnSpPr>
              <a:cxnSpLocks/>
            </p:cNvCxnSpPr>
            <p:nvPr/>
          </p:nvCxnSpPr>
          <p:spPr>
            <a:xfrm>
              <a:off x="3221551" y="4889249"/>
              <a:ext cx="4795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56BD8B6-185E-3D4E-0C6F-C0AC9CE23743}"/>
                </a:ext>
              </a:extLst>
            </p:cNvPr>
            <p:cNvSpPr txBox="1"/>
            <p:nvPr/>
          </p:nvSpPr>
          <p:spPr>
            <a:xfrm>
              <a:off x="662391" y="5731410"/>
              <a:ext cx="346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/>
                <a:t>c0</a:t>
              </a:r>
              <a:endParaRPr kumimoji="1" lang="ko-KR" altLang="en-US" sz="12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039EF1A-D385-BC69-ACDE-4C724982C20D}"/>
                </a:ext>
              </a:extLst>
            </p:cNvPr>
            <p:cNvSpPr txBox="1"/>
            <p:nvPr/>
          </p:nvSpPr>
          <p:spPr>
            <a:xfrm>
              <a:off x="1160218" y="5731409"/>
              <a:ext cx="346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/>
                <a:t>c1</a:t>
              </a:r>
              <a:endParaRPr kumimoji="1" lang="ko-KR" altLang="en-US" sz="12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686470E-D071-2BFC-1344-CD8ADB9431F6}"/>
                </a:ext>
              </a:extLst>
            </p:cNvPr>
            <p:cNvSpPr txBox="1"/>
            <p:nvPr/>
          </p:nvSpPr>
          <p:spPr>
            <a:xfrm>
              <a:off x="1612420" y="5732249"/>
              <a:ext cx="346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/>
                <a:t>c2</a:t>
              </a:r>
              <a:endParaRPr kumimoji="1" lang="ko-KR" altLang="en-US" sz="1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0DFD895-7215-BB54-AEE4-C1B30D849B51}"/>
                </a:ext>
              </a:extLst>
            </p:cNvPr>
            <p:cNvSpPr txBox="1"/>
            <p:nvPr/>
          </p:nvSpPr>
          <p:spPr>
            <a:xfrm>
              <a:off x="2122258" y="5734873"/>
              <a:ext cx="346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/>
                <a:t>c3</a:t>
              </a:r>
              <a:endParaRPr kumimoji="1" lang="ko-KR" altLang="en-US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F186F56-7F06-127D-8A77-7BE3457F2664}"/>
                </a:ext>
              </a:extLst>
            </p:cNvPr>
            <p:cNvSpPr txBox="1"/>
            <p:nvPr/>
          </p:nvSpPr>
          <p:spPr>
            <a:xfrm>
              <a:off x="2562449" y="5731409"/>
              <a:ext cx="3465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200" dirty="0"/>
                <a:t>c4</a:t>
              </a:r>
              <a:endParaRPr kumimoji="1" lang="ko-KR" altLang="en-US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6F907D8-4FF7-751B-3FDB-75613AA3F6FC}"/>
                </a:ext>
              </a:extLst>
            </p:cNvPr>
            <p:cNvSpPr txBox="1"/>
            <p:nvPr/>
          </p:nvSpPr>
          <p:spPr>
            <a:xfrm>
              <a:off x="3571803" y="5739103"/>
              <a:ext cx="30716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100" dirty="0"/>
                <a:t>각 </a:t>
              </a:r>
              <a:r>
                <a:rPr kumimoji="1" lang="en-US" altLang="ko-KR" sz="1100" dirty="0"/>
                <a:t>5</a:t>
              </a:r>
              <a:r>
                <a:rPr kumimoji="1" lang="ko-KR" altLang="en-US" sz="1100" dirty="0"/>
                <a:t>개의 </a:t>
              </a:r>
              <a:r>
                <a:rPr kumimoji="1" lang="en-US" altLang="ko-KR" sz="1100" dirty="0"/>
                <a:t>XOR</a:t>
              </a:r>
              <a:r>
                <a:rPr kumimoji="1" lang="ko-KR" altLang="en-US" sz="1100" dirty="0"/>
                <a:t> 된 값을 </a:t>
              </a:r>
              <a:r>
                <a:rPr kumimoji="1" lang="en-US" altLang="ko-KR" sz="1100" dirty="0"/>
                <a:t>ROT </a:t>
              </a:r>
              <a:r>
                <a:rPr kumimoji="1" lang="ko-KR" altLang="en-US" sz="1100" dirty="0"/>
                <a:t>연산 후 다시 </a:t>
              </a:r>
              <a:r>
                <a:rPr kumimoji="1" lang="en-US" altLang="ko-KR" sz="1100" dirty="0"/>
                <a:t>XOR</a:t>
              </a:r>
              <a:endParaRPr kumimoji="1" lang="ko-KR" altLang="en-US" sz="1100" dirty="0"/>
            </a:p>
          </p:txBody>
        </p: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127BBCB4-5514-A677-700D-343354BF8116}"/>
                </a:ext>
              </a:extLst>
            </p:cNvPr>
            <p:cNvCxnSpPr>
              <a:cxnSpLocks/>
            </p:cNvCxnSpPr>
            <p:nvPr/>
          </p:nvCxnSpPr>
          <p:spPr>
            <a:xfrm>
              <a:off x="6403682" y="4888865"/>
              <a:ext cx="47959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5B9360-09CF-1B99-4C60-BCA91ECA60C7}"/>
                </a:ext>
              </a:extLst>
            </p:cNvPr>
            <p:cNvSpPr txBox="1"/>
            <p:nvPr/>
          </p:nvSpPr>
          <p:spPr>
            <a:xfrm>
              <a:off x="3906030" y="4150201"/>
              <a:ext cx="2403222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ko-KR" dirty="0"/>
                <a:t>D0 = C4 ^ ROT(C1,1)</a:t>
              </a:r>
            </a:p>
            <a:p>
              <a:r>
                <a:rPr kumimoji="1" lang="en" altLang="ko-KR" dirty="0"/>
                <a:t>D1 = C0 ^ ROT(C2,1)</a:t>
              </a:r>
            </a:p>
            <a:p>
              <a:r>
                <a:rPr kumimoji="1" lang="en" altLang="ko-KR" dirty="0"/>
                <a:t>D2 = C1 ^ ROT(C3,1)</a:t>
              </a:r>
            </a:p>
            <a:p>
              <a:r>
                <a:rPr kumimoji="1" lang="en" altLang="ko-KR" dirty="0"/>
                <a:t>D3 = C2 ^ ROT(C4,1)</a:t>
              </a:r>
            </a:p>
            <a:p>
              <a:r>
                <a:rPr kumimoji="1" lang="en" altLang="ko-KR" dirty="0"/>
                <a:t>D4 = C3 ^ ROT(C0,1)</a:t>
              </a:r>
              <a:endParaRPr kumimoji="1" lang="ko-KR" alt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1AACA64-65E2-4658-883B-85D8CC544C1C}"/>
                </a:ext>
              </a:extLst>
            </p:cNvPr>
            <p:cNvSpPr txBox="1"/>
            <p:nvPr/>
          </p:nvSpPr>
          <p:spPr>
            <a:xfrm>
              <a:off x="7250683" y="4150201"/>
              <a:ext cx="1261884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" altLang="ko-KR" dirty="0"/>
                <a:t>A00 ^= D0</a:t>
              </a:r>
            </a:p>
            <a:p>
              <a:r>
                <a:rPr kumimoji="1" lang="en" altLang="ko-KR" dirty="0"/>
                <a:t>A10 ^= D0</a:t>
              </a:r>
            </a:p>
            <a:p>
              <a:r>
                <a:rPr kumimoji="1" lang="en" altLang="ko-KR" dirty="0"/>
                <a:t>A20 ^= D0</a:t>
              </a:r>
            </a:p>
            <a:p>
              <a:r>
                <a:rPr kumimoji="1" lang="en" altLang="ko-KR" dirty="0"/>
                <a:t>A30 ^= D0</a:t>
              </a:r>
            </a:p>
            <a:p>
              <a:r>
                <a:rPr kumimoji="1" lang="en" altLang="ko-KR" dirty="0"/>
                <a:t>A40 ^= D0</a:t>
              </a:r>
              <a:endParaRPr kumimoji="1"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D14B5C8-1EEF-BF0B-D0DC-248724D75039}"/>
                </a:ext>
              </a:extLst>
            </p:cNvPr>
            <p:cNvSpPr txBox="1"/>
            <p:nvPr/>
          </p:nvSpPr>
          <p:spPr>
            <a:xfrm>
              <a:off x="6806651" y="5741435"/>
              <a:ext cx="21499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sz="1100" dirty="0"/>
                <a:t>다시 </a:t>
              </a:r>
              <a:r>
                <a:rPr kumimoji="1" lang="en-US" altLang="ko-KR" sz="1100" dirty="0"/>
                <a:t>XOR</a:t>
              </a:r>
              <a:r>
                <a:rPr kumimoji="1" lang="ko-KR" altLang="en-US" sz="1100" dirty="0"/>
                <a:t>해서 새로운 </a:t>
              </a:r>
              <a:r>
                <a:rPr kumimoji="1" lang="en-US" altLang="ko-KR" sz="1100" dirty="0"/>
                <a:t>A</a:t>
              </a:r>
              <a:r>
                <a:rPr kumimoji="1" lang="ko-KR" altLang="en-US" sz="1100" dirty="0"/>
                <a:t>값 생성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06EF0D61-1CD4-6059-6E31-1BCA2A2F5044}"/>
              </a:ext>
            </a:extLst>
          </p:cNvPr>
          <p:cNvSpPr txBox="1"/>
          <p:nvPr/>
        </p:nvSpPr>
        <p:spPr>
          <a:xfrm>
            <a:off x="851461" y="6249177"/>
            <a:ext cx="6604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highlight>
                  <a:srgbClr val="FFFF00"/>
                </a:highlight>
              </a:rPr>
              <a:t>3</a:t>
            </a:r>
            <a:r>
              <a:rPr kumimoji="1" lang="ko-KR" altLang="en-US" b="1" dirty="0">
                <a:highlight>
                  <a:srgbClr val="FFFF00"/>
                </a:highlight>
              </a:rPr>
              <a:t>번의 </a:t>
            </a:r>
            <a:r>
              <a:rPr kumimoji="1" lang="en-US" altLang="ko-KR" b="1" dirty="0">
                <a:highlight>
                  <a:srgbClr val="FFFF00"/>
                </a:highlight>
              </a:rPr>
              <a:t>XOR</a:t>
            </a:r>
            <a:r>
              <a:rPr kumimoji="1" lang="ko-KR" altLang="en-US" b="1" dirty="0">
                <a:highlight>
                  <a:srgbClr val="FFFF00"/>
                </a:highlight>
              </a:rPr>
              <a:t>과 </a:t>
            </a:r>
            <a:r>
              <a:rPr kumimoji="1" lang="en-US" altLang="ko-KR" b="1" dirty="0">
                <a:highlight>
                  <a:srgbClr val="FFFF00"/>
                </a:highlight>
              </a:rPr>
              <a:t>1</a:t>
            </a:r>
            <a:r>
              <a:rPr kumimoji="1" lang="ko-KR" altLang="en-US" b="1" dirty="0">
                <a:highlight>
                  <a:srgbClr val="FFFF00"/>
                </a:highlight>
              </a:rPr>
              <a:t>번의 </a:t>
            </a:r>
            <a:r>
              <a:rPr kumimoji="1" lang="en-US" altLang="ko-KR" b="1" dirty="0">
                <a:highlight>
                  <a:srgbClr val="FFFF00"/>
                </a:highlight>
              </a:rPr>
              <a:t>ROT</a:t>
            </a:r>
            <a:r>
              <a:rPr kumimoji="1" lang="ko-KR" altLang="en-US" b="1" dirty="0">
                <a:highlight>
                  <a:srgbClr val="FFFF00"/>
                </a:highlight>
              </a:rPr>
              <a:t> 필요 </a:t>
            </a:r>
            <a:r>
              <a:rPr kumimoji="1" lang="en-US" altLang="ko-KR" b="1" dirty="0">
                <a:highlight>
                  <a:srgbClr val="FFFF00"/>
                </a:highlight>
                <a:sym typeface="Wingdings" pitchFamily="2" charset="2"/>
              </a:rPr>
              <a:t></a:t>
            </a:r>
            <a:r>
              <a:rPr kumimoji="1" lang="ko-KR" altLang="en-US" b="1" dirty="0">
                <a:highlight>
                  <a:srgbClr val="FFFF00"/>
                </a:highlight>
              </a:rPr>
              <a:t> </a:t>
            </a:r>
            <a:r>
              <a:rPr lang="en-US" altLang="ko-KR" b="1" dirty="0" err="1">
                <a:highlight>
                  <a:srgbClr val="FFFF00"/>
                </a:highlight>
              </a:rPr>
              <a:t>vpternlogq</a:t>
            </a:r>
            <a:r>
              <a:rPr lang="ko-KR" altLang="en-US" b="1" dirty="0">
                <a:highlight>
                  <a:srgbClr val="FFFF00"/>
                </a:highlight>
              </a:rPr>
              <a:t>과 </a:t>
            </a:r>
            <a:r>
              <a:rPr lang="en-US" altLang="ko-KR" b="1" dirty="0" err="1">
                <a:highlight>
                  <a:srgbClr val="FFFF00"/>
                </a:highlight>
              </a:rPr>
              <a:t>vprolq</a:t>
            </a:r>
            <a:r>
              <a:rPr lang="ko-KR" altLang="en-US" b="1" dirty="0">
                <a:highlight>
                  <a:srgbClr val="FFFF00"/>
                </a:highlight>
              </a:rPr>
              <a:t>로 해결</a:t>
            </a:r>
            <a:endParaRPr kumimoji="1" lang="ko-KR" altLang="en-US" b="1" dirty="0">
              <a:highlight>
                <a:srgbClr val="FFFF00"/>
              </a:highlight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F129A34-9D40-CB18-772E-9EB022C5FA49}"/>
              </a:ext>
            </a:extLst>
          </p:cNvPr>
          <p:cNvSpPr/>
          <p:nvPr/>
        </p:nvSpPr>
        <p:spPr>
          <a:xfrm>
            <a:off x="1741714" y="3691294"/>
            <a:ext cx="8621486" cy="23176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9A521B42-33C7-01D3-3C48-4A699196E795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201765" y="2601686"/>
            <a:ext cx="389764" cy="471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BDDEAC0-64C7-91E0-6469-ADEC5419B6CB}"/>
              </a:ext>
            </a:extLst>
          </p:cNvPr>
          <p:cNvSpPr txBox="1"/>
          <p:nvPr/>
        </p:nvSpPr>
        <p:spPr>
          <a:xfrm>
            <a:off x="8110464" y="3103131"/>
            <a:ext cx="391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NOT, AND, XOR</a:t>
            </a:r>
            <a:r>
              <a:rPr kumimoji="1" lang="ko-KR" altLang="en-US" dirty="0"/>
              <a:t> 연산 부분에도 적용</a:t>
            </a:r>
          </a:p>
        </p:txBody>
      </p:sp>
      <p:pic>
        <p:nvPicPr>
          <p:cNvPr id="60" name="오디오 59">
            <a:extLst>
              <a:ext uri="{FF2B5EF4-FFF2-40B4-BE49-F238E27FC236}">
                <a16:creationId xmlns:a16="http://schemas.microsoft.com/office/drawing/2014/main" id="{5E0803B4-F309-75A7-3ACB-B466342ED6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17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629"/>
    </mc:Choice>
    <mc:Fallback>
      <p:transition spd="slow" advTm="1246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0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" x="3135313" y="3101975"/>
          <p14:tracePt t="23" x="3117850" y="3101975"/>
          <p14:tracePt t="56" x="3101975" y="3101975"/>
          <p14:tracePt t="139" x="3101975" y="3084513"/>
          <p14:tracePt t="155" x="3217863" y="3051175"/>
          <p14:tracePt t="172" x="3459163" y="3001963"/>
          <p14:tracePt t="189" x="3649663" y="2952750"/>
          <p14:tracePt t="205" x="3781425" y="2935288"/>
          <p14:tracePt t="222" x="3856038" y="2911475"/>
          <p14:tracePt t="239" x="3956050" y="2894013"/>
          <p14:tracePt t="255" x="4005263" y="2894013"/>
          <p14:tracePt t="288" x="4038600" y="2894013"/>
          <p14:tracePt t="305" x="4071938" y="2952750"/>
          <p14:tracePt t="322" x="4089400" y="2986088"/>
          <p14:tracePt t="338" x="4146550" y="3051175"/>
          <p14:tracePt t="355" x="4179888" y="3101975"/>
          <p14:tracePt t="372" x="4197350" y="3151188"/>
          <p14:tracePt t="389" x="4213225" y="3151188"/>
          <p14:tracePt t="405" x="4213225" y="3167063"/>
          <p14:tracePt t="422" x="4229100" y="3167063"/>
          <p14:tracePt t="472" x="4246563" y="3151188"/>
          <p14:tracePt t="488" x="4246563" y="3135313"/>
          <p14:tracePt t="506" x="4246563" y="3117850"/>
          <p14:tracePt t="522" x="4246563" y="3101975"/>
          <p14:tracePt t="4541" x="4229100" y="3101975"/>
          <p14:tracePt t="4559" x="4164013" y="3068638"/>
          <p14:tracePt t="4573" x="4130675" y="3051175"/>
          <p14:tracePt t="4589" x="4113213" y="3051175"/>
          <p14:tracePt t="4605" x="4089400" y="3051175"/>
          <p14:tracePt t="4621" x="4071938" y="3051175"/>
          <p14:tracePt t="4709" x="4071938" y="3035300"/>
          <p14:tracePt t="4754" x="4056063" y="3035300"/>
          <p14:tracePt t="4771" x="4022725" y="3035300"/>
          <p14:tracePt t="4788" x="3989388" y="3035300"/>
          <p14:tracePt t="4805" x="3889375" y="3035300"/>
          <p14:tracePt t="4822" x="3765550" y="3017838"/>
          <p14:tracePt t="4838" x="3616325" y="2968625"/>
          <p14:tracePt t="4855" x="3582988" y="2952750"/>
          <p14:tracePt t="4872" x="3459163" y="2911475"/>
          <p14:tracePt t="4888" x="3341688" y="2894013"/>
          <p14:tracePt t="4905" x="3251200" y="2878138"/>
          <p14:tracePt t="4922" x="3168650" y="2878138"/>
          <p14:tracePt t="4938" x="3101975" y="2878138"/>
          <p14:tracePt t="4955" x="2944813" y="2878138"/>
          <p14:tracePt t="4972" x="2860675" y="2878138"/>
          <p14:tracePt t="4988" x="2770188" y="2878138"/>
          <p14:tracePt t="5005" x="2687638" y="2878138"/>
          <p14:tracePt t="5021" x="2571750" y="2878138"/>
          <p14:tracePt t="5038" x="2446338" y="2860675"/>
          <p14:tracePt t="5055" x="2363788" y="2860675"/>
          <p14:tracePt t="5072" x="2263775" y="2860675"/>
          <p14:tracePt t="5088" x="2189163" y="2860675"/>
          <p14:tracePt t="5105" x="2155825" y="2860675"/>
          <p14:tracePt t="5121" x="2139950" y="2860675"/>
          <p14:tracePt t="5138" x="2122488" y="2860675"/>
          <p14:tracePt t="5155" x="2106613" y="2860675"/>
          <p14:tracePt t="5268" x="2106613" y="2844800"/>
          <p14:tracePt t="5371" x="2122488" y="2844800"/>
          <p14:tracePt t="5388" x="2139950" y="2844800"/>
          <p14:tracePt t="5405" x="2139950" y="2827338"/>
          <p14:tracePt t="5421" x="2155825" y="2827338"/>
          <p14:tracePt t="5521" x="2173288" y="2827338"/>
          <p14:tracePt t="5571" x="2189163" y="2827338"/>
          <p14:tracePt t="5588" x="2206625" y="2827338"/>
          <p14:tracePt t="5605" x="2222500" y="2827338"/>
          <p14:tracePt t="5637" x="2239963" y="2844800"/>
          <p14:tracePt t="5655" x="2263775" y="2844800"/>
          <p14:tracePt t="5954" x="2239963" y="2844800"/>
          <p14:tracePt t="5972" x="2222500" y="2844800"/>
          <p14:tracePt t="5988" x="2206625" y="2844800"/>
          <p14:tracePt t="6005" x="2189163" y="2844800"/>
          <p14:tracePt t="6021" x="2173288" y="2844800"/>
          <p14:tracePt t="6038" x="2173288" y="2827338"/>
          <p14:tracePt t="7091" x="2155825" y="2827338"/>
          <p14:tracePt t="7154" x="2155825" y="2844800"/>
          <p14:tracePt t="7173" x="2139950" y="2844800"/>
          <p14:tracePt t="7271" x="2122488" y="2844800"/>
          <p14:tracePt t="7304" x="2106613" y="2844800"/>
          <p14:tracePt t="7354" x="2090738" y="2860675"/>
          <p14:tracePt t="7890" x="2106613" y="2878138"/>
          <p14:tracePt t="7921" x="2106613" y="2894013"/>
          <p14:tracePt t="7938" x="2122488" y="2911475"/>
          <p14:tracePt t="7955" x="2139950" y="2935288"/>
          <p14:tracePt t="7972" x="2155825" y="2952750"/>
          <p14:tracePt t="8004" x="2173288" y="2952750"/>
          <p14:tracePt t="8070" x="2189163" y="2968625"/>
          <p14:tracePt t="8104" x="2222500" y="2968625"/>
          <p14:tracePt t="8121" x="2239963" y="2986088"/>
          <p14:tracePt t="8138" x="2263775" y="2986088"/>
          <p14:tracePt t="8155" x="2281238" y="2986088"/>
          <p14:tracePt t="8171" x="2297113" y="2986088"/>
          <p14:tracePt t="8189" x="2314575" y="2986088"/>
          <p14:tracePt t="8221" x="2330450" y="2986088"/>
          <p14:tracePt t="8257" x="2330450" y="3001963"/>
          <p14:tracePt t="8461" x="2330450" y="3017838"/>
          <p14:tracePt t="8504" x="2347913" y="3017838"/>
          <p14:tracePt t="8537" x="2363788" y="3017838"/>
          <p14:tracePt t="8555" x="2397125" y="3017838"/>
          <p14:tracePt t="8571" x="2413000" y="3017838"/>
          <p14:tracePt t="8588" x="2430463" y="3017838"/>
          <p14:tracePt t="8605" x="2446338" y="3017838"/>
          <p14:tracePt t="8637" x="2463800" y="3035300"/>
          <p14:tracePt t="8687" x="2479675" y="3035300"/>
          <p14:tracePt t="12341" x="2463800" y="3035300"/>
          <p14:tracePt t="12357" x="2446338" y="3035300"/>
          <p14:tracePt t="12372" x="2430463" y="3035300"/>
          <p14:tracePt t="12388" x="2413000" y="3017838"/>
          <p14:tracePt t="12405" x="2397125" y="3001963"/>
          <p14:tracePt t="12422" x="2363788" y="2986088"/>
          <p14:tracePt t="12438" x="2330450" y="2968625"/>
          <p14:tracePt t="12455" x="2297113" y="2952750"/>
          <p14:tracePt t="12471" x="2281238" y="2935288"/>
          <p14:tracePt t="12488" x="2222500" y="2894013"/>
          <p14:tracePt t="12505" x="2206625" y="2860675"/>
          <p14:tracePt t="12522" x="2173288" y="2844800"/>
          <p14:tracePt t="12538" x="2139950" y="2827338"/>
          <p14:tracePt t="12555" x="2122488" y="2811463"/>
          <p14:tracePt t="12572" x="2106613" y="2794000"/>
          <p14:tracePt t="12588" x="2073275" y="2778125"/>
          <p14:tracePt t="12605" x="2057400" y="2778125"/>
          <p14:tracePt t="12621" x="2039938" y="2760663"/>
          <p14:tracePt t="12638" x="2024063" y="2760663"/>
          <p14:tracePt t="12655" x="2006600" y="2744788"/>
          <p14:tracePt t="12671" x="1982788" y="2744788"/>
          <p14:tracePt t="12688" x="1965325" y="2744788"/>
          <p14:tracePt t="12705" x="1949450" y="2728913"/>
          <p14:tracePt t="12721" x="1931988" y="2728913"/>
          <p14:tracePt t="12738" x="1931988" y="2711450"/>
          <p14:tracePt t="12755" x="1916113" y="2711450"/>
          <p14:tracePt t="12787" x="1916113" y="2695575"/>
          <p14:tracePt t="12821" x="1898650" y="2695575"/>
          <p14:tracePt t="12838" x="1898650" y="2678113"/>
          <p14:tracePt t="12855" x="1882775" y="2678113"/>
          <p14:tracePt t="12871" x="1882775" y="2654300"/>
          <p14:tracePt t="12888" x="1866900" y="2654300"/>
          <p14:tracePt t="12905" x="1866900" y="2636838"/>
          <p14:tracePt t="12921" x="1849438" y="2620963"/>
          <p14:tracePt t="12938" x="1833563" y="2603500"/>
          <p14:tracePt t="12955" x="1816100" y="2587625"/>
          <p14:tracePt t="12971" x="1800225" y="2554288"/>
          <p14:tracePt t="12988" x="1782763" y="2536825"/>
          <p14:tracePt t="13021" x="1782763" y="2520950"/>
          <p14:tracePt t="13038" x="1766888" y="2505075"/>
          <p14:tracePt t="13087" x="1766888" y="2487613"/>
          <p14:tracePt t="13121" x="1766888" y="2471738"/>
          <p14:tracePt t="13138" x="1749425" y="2471738"/>
          <p14:tracePt t="13171" x="1749425" y="2454275"/>
          <p14:tracePt t="13237" x="1749425" y="2438400"/>
          <p14:tracePt t="13578" x="1733550" y="2438400"/>
          <p14:tracePt t="13637" x="1708150" y="2438400"/>
          <p14:tracePt t="13757" x="1733550" y="2438400"/>
          <p14:tracePt t="13787" x="1749425" y="2438400"/>
          <p14:tracePt t="13805" x="1766888" y="2438400"/>
          <p14:tracePt t="13821" x="1800225" y="2438400"/>
          <p14:tracePt t="13838" x="1816100" y="2438400"/>
          <p14:tracePt t="13855" x="1833563" y="2438400"/>
          <p14:tracePt t="13871" x="1849438" y="2454275"/>
          <p14:tracePt t="13904" x="1849438" y="2471738"/>
          <p14:tracePt t="14004" x="1833563" y="2471738"/>
          <p14:tracePt t="14023" x="1816100" y="2471738"/>
          <p14:tracePt t="14138" x="1866900" y="2471738"/>
          <p14:tracePt t="14155" x="1949450" y="2471738"/>
          <p14:tracePt t="14172" x="2057400" y="2471738"/>
          <p14:tracePt t="14189" x="2122488" y="2471738"/>
          <p14:tracePt t="14206" x="2206625" y="2471738"/>
          <p14:tracePt t="14222" x="2239963" y="2471738"/>
          <p14:tracePt t="14238" x="2263775" y="2487613"/>
          <p14:tracePt t="14255" x="2281238" y="2487613"/>
          <p14:tracePt t="14271" x="2297113" y="2505075"/>
          <p14:tracePt t="14304" x="2314575" y="2520950"/>
          <p14:tracePt t="14321" x="2363788" y="2520950"/>
          <p14:tracePt t="14338" x="2430463" y="2536825"/>
          <p14:tracePt t="14355" x="2587625" y="2570163"/>
          <p14:tracePt t="14371" x="2944813" y="2620963"/>
          <p14:tracePt t="14388" x="3325813" y="2678113"/>
          <p14:tracePt t="14405" x="4246563" y="2760663"/>
          <p14:tracePt t="14422" x="5149850" y="2794000"/>
          <p14:tracePt t="14438" x="5921375" y="2811463"/>
          <p14:tracePt t="14455" x="6900863" y="2811463"/>
          <p14:tracePt t="14472" x="7397750" y="2811463"/>
          <p14:tracePt t="14488" x="7845425" y="2778125"/>
          <p14:tracePt t="14505" x="7994650" y="2760663"/>
          <p14:tracePt t="14521" x="8135938" y="2744788"/>
          <p14:tracePt t="14538" x="8169275" y="2728913"/>
          <p14:tracePt t="14555" x="8186738" y="2728913"/>
          <p14:tracePt t="14571" x="8202613" y="2728913"/>
          <p14:tracePt t="14626" x="8235950" y="2728913"/>
          <p14:tracePt t="14638" x="8302625" y="2728913"/>
          <p14:tracePt t="14655" x="8459788" y="2711450"/>
          <p14:tracePt t="14671" x="8542338" y="2711450"/>
          <p14:tracePt t="14688" x="8716963" y="2695575"/>
          <p14:tracePt t="14705" x="8799513" y="2678113"/>
          <p14:tracePt t="14722" x="8832850" y="2654300"/>
          <p14:tracePt t="14754" x="8850313" y="2654300"/>
          <p14:tracePt t="14789" x="8850313" y="2636838"/>
          <p14:tracePt t="14820" x="8832850" y="2636838"/>
          <p14:tracePt t="14838" x="8766175" y="2620963"/>
          <p14:tracePt t="14855" x="8750300" y="2620963"/>
          <p14:tracePt t="14871" x="8609013" y="2587625"/>
          <p14:tracePt t="14888" x="8509000" y="2570163"/>
          <p14:tracePt t="14905" x="8410575" y="2570163"/>
          <p14:tracePt t="14921" x="8318500" y="2570163"/>
          <p14:tracePt t="14938" x="8285163" y="2570163"/>
          <p14:tracePt t="14955" x="8251825" y="2570163"/>
          <p14:tracePt t="14972" x="8235950" y="2570163"/>
          <p14:tracePt t="15004" x="8218488" y="2570163"/>
          <p14:tracePt t="15022" x="8202613" y="2570163"/>
          <p14:tracePt t="15054" x="8186738" y="2570163"/>
          <p14:tracePt t="15071" x="8153400" y="2570163"/>
          <p14:tracePt t="15088" x="8120063" y="2570163"/>
          <p14:tracePt t="15105" x="8078788" y="2570163"/>
          <p14:tracePt t="15121" x="8027988" y="2554288"/>
          <p14:tracePt t="15138" x="7994650" y="2554288"/>
          <p14:tracePt t="15155" x="7962900" y="2536825"/>
          <p14:tracePt t="15171" x="7945438" y="2536825"/>
          <p14:tracePt t="15189" x="7945438" y="2520950"/>
          <p14:tracePt t="15205" x="7929563" y="2520950"/>
          <p14:tracePt t="15290" x="7945438" y="2520950"/>
          <p14:tracePt t="15337" x="7962900" y="2520950"/>
          <p14:tracePt t="15355" x="7994650" y="2520950"/>
          <p14:tracePt t="15371" x="8061325" y="2520950"/>
          <p14:tracePt t="15388" x="8120063" y="2520950"/>
          <p14:tracePt t="15405" x="8202613" y="2520950"/>
          <p14:tracePt t="15422" x="8285163" y="2520950"/>
          <p14:tracePt t="15438" x="8335963" y="2520950"/>
          <p14:tracePt t="15455" x="8393113" y="2520950"/>
          <p14:tracePt t="15471" x="8410575" y="2520950"/>
          <p14:tracePt t="15504" x="8426450" y="2520950"/>
          <p14:tracePt t="15666" x="8410575" y="2520950"/>
          <p14:tracePt t="15704" x="8393113" y="2520950"/>
          <p14:tracePt t="15721" x="8359775" y="2505075"/>
          <p14:tracePt t="15738" x="8302625" y="2487613"/>
          <p14:tracePt t="15755" x="8235950" y="2471738"/>
          <p14:tracePt t="15771" x="8153400" y="2454275"/>
          <p14:tracePt t="15788" x="8078788" y="2438400"/>
          <p14:tracePt t="15805" x="8012113" y="2420938"/>
          <p14:tracePt t="15821" x="7962900" y="2420938"/>
          <p14:tracePt t="15838" x="7929563" y="2420938"/>
          <p14:tracePt t="15855" x="7912100" y="2420938"/>
          <p14:tracePt t="15987" x="7929563" y="2420938"/>
          <p14:tracePt t="16005" x="7994650" y="2420938"/>
          <p14:tracePt t="16021" x="8078788" y="2420938"/>
          <p14:tracePt t="16038" x="8153400" y="2420938"/>
          <p14:tracePt t="16055" x="8218488" y="2438400"/>
          <p14:tracePt t="16071" x="8269288" y="2438400"/>
          <p14:tracePt t="16088" x="8302625" y="2438400"/>
          <p14:tracePt t="16105" x="8318500" y="2438400"/>
          <p14:tracePt t="16137" x="8335963" y="2438400"/>
          <p14:tracePt t="16254" x="8318500" y="2438400"/>
          <p14:tracePt t="16272" x="8302625" y="2438400"/>
          <p14:tracePt t="16288" x="8269288" y="2438400"/>
          <p14:tracePt t="16305" x="8202613" y="2438400"/>
          <p14:tracePt t="16321" x="8153400" y="2438400"/>
          <p14:tracePt t="16338" x="8078788" y="2420938"/>
          <p14:tracePt t="16355" x="8045450" y="2420938"/>
          <p14:tracePt t="16371" x="7978775" y="2420938"/>
          <p14:tracePt t="16388" x="7945438" y="2420938"/>
          <p14:tracePt t="16405" x="7912100" y="2420938"/>
          <p14:tracePt t="16437" x="7896225" y="2420938"/>
          <p14:tracePt t="16534" x="7912100" y="2420938"/>
          <p14:tracePt t="16571" x="7929563" y="2420938"/>
          <p14:tracePt t="16588" x="7945438" y="2438400"/>
          <p14:tracePt t="16605" x="7962900" y="2438400"/>
          <p14:tracePt t="16637" x="7978775" y="2438400"/>
          <p14:tracePt t="16655" x="7978775" y="2454275"/>
          <p14:tracePt t="17040" x="7962900" y="2454275"/>
          <p14:tracePt t="17087" x="7962900" y="2438400"/>
          <p14:tracePt t="17109" x="7945438" y="2438400"/>
          <p14:tracePt t="17189" x="7929563" y="2438400"/>
          <p14:tracePt t="17221" x="7912100" y="2438400"/>
          <p14:tracePt t="17254" x="7896225" y="2438400"/>
          <p14:tracePt t="17271" x="7862888" y="2438400"/>
          <p14:tracePt t="17288" x="7788275" y="2454275"/>
          <p14:tracePt t="17305" x="7688263" y="2471738"/>
          <p14:tracePt t="17321" x="7572375" y="2505075"/>
          <p14:tracePt t="17338" x="7431088" y="2536825"/>
          <p14:tracePt t="17355" x="7256463" y="2570163"/>
          <p14:tracePt t="17371" x="6916738" y="2654300"/>
          <p14:tracePt t="17388" x="6610350" y="2744788"/>
          <p14:tracePt t="17405" x="6435725" y="2778125"/>
          <p14:tracePt t="17422" x="6096000" y="2860675"/>
          <p14:tracePt t="17438" x="5664200" y="2968625"/>
          <p14:tracePt t="17455" x="5373688" y="3035300"/>
          <p14:tracePt t="17471" x="5067300" y="3101975"/>
          <p14:tracePt t="17488" x="4794250" y="3167063"/>
          <p14:tracePt t="17505" x="4454525" y="3241675"/>
          <p14:tracePt t="17521" x="4346575" y="3275013"/>
          <p14:tracePt t="17538" x="4146550" y="3325813"/>
          <p14:tracePt t="17555" x="3814763" y="3408363"/>
          <p14:tracePt t="17571" x="3632200" y="3449638"/>
          <p14:tracePt t="17588" x="3475038" y="3498850"/>
          <p14:tracePt t="17605" x="3300413" y="3516313"/>
          <p14:tracePt t="17621" x="3201988" y="3532188"/>
          <p14:tracePt t="17638" x="3086100" y="3549650"/>
          <p14:tracePt t="17655" x="3027363" y="3565525"/>
          <p14:tracePt t="17672" x="2960688" y="3565525"/>
          <p14:tracePt t="17688" x="2878138" y="3565525"/>
          <p14:tracePt t="17705" x="2844800" y="3565525"/>
          <p14:tracePt t="17722" x="2828925" y="3565525"/>
          <p14:tracePt t="17738" x="2811463" y="3565525"/>
          <p14:tracePt t="17787" x="2795588" y="3565525"/>
          <p14:tracePt t="17837" x="2770188" y="3565525"/>
          <p14:tracePt t="17870" x="2754313" y="3565525"/>
          <p14:tracePt t="17888" x="2736850" y="3565525"/>
          <p14:tracePt t="17905" x="2720975" y="3565525"/>
          <p14:tracePt t="17921" x="2670175" y="3565525"/>
          <p14:tracePt t="18410" x="2654300" y="3565525"/>
          <p14:tracePt t="18421" x="2636838" y="3565525"/>
          <p14:tracePt t="18438" x="2571750" y="3549650"/>
          <p14:tracePt t="18455" x="2497138" y="3516313"/>
          <p14:tracePt t="18471" x="2397125" y="3482975"/>
          <p14:tracePt t="18488" x="2297113" y="3467100"/>
          <p14:tracePt t="18505" x="2173288" y="3449638"/>
          <p14:tracePt t="18521" x="2073275" y="3449638"/>
          <p14:tracePt t="18538" x="1982788" y="3449638"/>
          <p14:tracePt t="18555" x="1882775" y="3449638"/>
          <p14:tracePt t="18571" x="1800225" y="3449638"/>
          <p14:tracePt t="18588" x="1674813" y="3467100"/>
          <p14:tracePt t="18605" x="1592263" y="3498850"/>
          <p14:tracePt t="18622" x="1525588" y="3516313"/>
          <p14:tracePt t="18638" x="1417638" y="3549650"/>
          <p14:tracePt t="18655" x="1368425" y="3582988"/>
          <p14:tracePt t="18671" x="1319213" y="3616325"/>
          <p14:tracePt t="18688" x="1301750" y="3632200"/>
          <p14:tracePt t="18705" x="1285875" y="3632200"/>
          <p14:tracePt t="18721" x="1268413" y="3648075"/>
          <p14:tracePt t="18830" x="1268413" y="3632200"/>
          <p14:tracePt t="18854" x="1285875" y="3632200"/>
          <p14:tracePt t="18872" x="1285875" y="3616325"/>
          <p14:tracePt t="18888" x="1301750" y="3598863"/>
          <p14:tracePt t="18905" x="1319213" y="3582988"/>
          <p14:tracePt t="18921" x="1335088" y="3582988"/>
          <p14:tracePt t="18938" x="1352550" y="3565525"/>
          <p14:tracePt t="18955" x="1368425" y="3565525"/>
          <p14:tracePt t="18971" x="1368425" y="3549650"/>
          <p14:tracePt t="18988" x="1384300" y="3549650"/>
          <p14:tracePt t="19020" x="1401763" y="3549650"/>
          <p14:tracePt t="19087" x="1401763" y="3532188"/>
          <p14:tracePt t="19106" x="1417638" y="3532188"/>
          <p14:tracePt t="19221" x="1435100" y="3532188"/>
          <p14:tracePt t="19654" x="1435100" y="3516313"/>
          <p14:tracePt t="19704" x="1450975" y="3516313"/>
          <p14:tracePt t="19771" x="1476375" y="3516313"/>
          <p14:tracePt t="19825" x="1476375" y="3532188"/>
          <p14:tracePt t="19838" x="1492250" y="3532188"/>
          <p14:tracePt t="19855" x="1492250" y="3565525"/>
          <p14:tracePt t="19871" x="1509713" y="3598863"/>
          <p14:tracePt t="19888" x="1509713" y="3648075"/>
          <p14:tracePt t="19905" x="1525588" y="3690938"/>
          <p14:tracePt t="19921" x="1525588" y="3722688"/>
          <p14:tracePt t="19938" x="1525588" y="3740150"/>
          <p14:tracePt t="19955" x="1525588" y="3756025"/>
          <p14:tracePt t="20245" x="1543050" y="3756025"/>
          <p14:tracePt t="20304" x="1558925" y="3756025"/>
          <p14:tracePt t="20337" x="1576388" y="3756025"/>
          <p14:tracePt t="20387" x="1592263" y="3756025"/>
          <p14:tracePt t="20405" x="1609725" y="3756025"/>
          <p14:tracePt t="20437" x="1641475" y="3756025"/>
          <p14:tracePt t="20455" x="1674813" y="3756025"/>
          <p14:tracePt t="20471" x="1749425" y="3756025"/>
          <p14:tracePt t="20488" x="1800225" y="3740150"/>
          <p14:tracePt t="20505" x="1866900" y="3740150"/>
          <p14:tracePt t="20521" x="1898650" y="3740150"/>
          <p14:tracePt t="20538" x="1965325" y="3740150"/>
          <p14:tracePt t="20555" x="2024063" y="3722688"/>
          <p14:tracePt t="20572" x="2073275" y="3722688"/>
          <p14:tracePt t="20588" x="2090738" y="3722688"/>
          <p14:tracePt t="20605" x="2139950" y="3706813"/>
          <p14:tracePt t="20621" x="2155825" y="3706813"/>
          <p14:tracePt t="20671" x="2173288" y="3706813"/>
          <p14:tracePt t="20971" x="2189163" y="3706813"/>
          <p14:tracePt t="20988" x="2206625" y="3706813"/>
          <p14:tracePt t="21005" x="2222500" y="3706813"/>
          <p14:tracePt t="21037" x="2239963" y="3706813"/>
          <p14:tracePt t="21071" x="2239963" y="3690938"/>
          <p14:tracePt t="21137" x="2222500" y="3690938"/>
          <p14:tracePt t="21171" x="2206625" y="3690938"/>
          <p14:tracePt t="21321" x="2206625" y="3706813"/>
          <p14:tracePt t="21876" x="2206625" y="3722688"/>
          <p14:tracePt t="21888" x="2206625" y="3756025"/>
          <p14:tracePt t="21905" x="2189163" y="3871913"/>
          <p14:tracePt t="21921" x="2173288" y="3997325"/>
          <p14:tracePt t="21938" x="2155825" y="4129088"/>
          <p14:tracePt t="21955" x="2139950" y="4303713"/>
          <p14:tracePt t="21971" x="2122488" y="4403725"/>
          <p14:tracePt t="21988" x="2106613" y="4460875"/>
          <p14:tracePt t="22005" x="2106613" y="4527550"/>
          <p14:tracePt t="22021" x="2090738" y="4576763"/>
          <p14:tracePt t="22038" x="2090738" y="4594225"/>
          <p14:tracePt t="22071" x="2090738" y="4610100"/>
          <p14:tracePt t="23890" x="2090738" y="4594225"/>
          <p14:tracePt t="23921" x="2090738" y="4576763"/>
          <p14:tracePt t="23938" x="2090738" y="4560888"/>
          <p14:tracePt t="23970" x="2090738" y="4545013"/>
          <p14:tracePt t="23988" x="2106613" y="4527550"/>
          <p14:tracePt t="24005" x="2106613" y="4511675"/>
          <p14:tracePt t="24021" x="2122488" y="4478338"/>
          <p14:tracePt t="24038" x="2122488" y="4437063"/>
          <p14:tracePt t="24055" x="2139950" y="4403725"/>
          <p14:tracePt t="24071" x="2139950" y="4386263"/>
          <p14:tracePt t="24088" x="2139950" y="4352925"/>
          <p14:tracePt t="24105" x="2155825" y="4321175"/>
          <p14:tracePt t="24121" x="2155825" y="4287838"/>
          <p14:tracePt t="24154" x="2155825" y="4270375"/>
          <p14:tracePt t="24189" x="2173288" y="4270375"/>
          <p14:tracePt t="24220" x="2173288" y="4254500"/>
          <p14:tracePt t="24304" x="2173288" y="4237038"/>
          <p14:tracePt t="24354" x="2155825" y="4221163"/>
          <p14:tracePt t="24404" x="2139950" y="4221163"/>
          <p14:tracePt t="24470" x="2122488" y="4221163"/>
          <p14:tracePt t="24489" x="2122488" y="4237038"/>
          <p14:tracePt t="24537" x="2122488" y="4254500"/>
          <p14:tracePt t="24571" x="2106613" y="4254500"/>
          <p14:tracePt t="24588" x="2106613" y="4270375"/>
          <p14:tracePt t="24621" x="2106613" y="4287838"/>
          <p14:tracePt t="24654" x="2090738" y="4303713"/>
          <p14:tracePt t="24704" x="2090738" y="4321175"/>
          <p14:tracePt t="24721" x="2073275" y="4337050"/>
          <p14:tracePt t="24738" x="2073275" y="4370388"/>
          <p14:tracePt t="24755" x="2057400" y="4403725"/>
          <p14:tracePt t="24772" x="2039938" y="4478338"/>
          <p14:tracePt t="24788" x="2024063" y="4511675"/>
          <p14:tracePt t="24805" x="1982788" y="4643438"/>
          <p14:tracePt t="24821" x="1965325" y="4676775"/>
          <p14:tracePt t="24838" x="1916113" y="4802188"/>
          <p14:tracePt t="24855" x="1882775" y="4900613"/>
          <p14:tracePt t="24871" x="1849438" y="5008563"/>
          <p14:tracePt t="24888" x="1816100" y="5075238"/>
          <p14:tracePt t="24905" x="1782763" y="5157788"/>
          <p14:tracePt t="24921" x="1766888" y="5232400"/>
          <p14:tracePt t="24938" x="1749425" y="5281613"/>
          <p14:tracePt t="24954" x="1733550" y="5332413"/>
          <p14:tracePt t="24971" x="1733550" y="5365750"/>
          <p14:tracePt t="24988" x="1708150" y="5432425"/>
          <p14:tracePt t="25005" x="1708150" y="5489575"/>
          <p14:tracePt t="25021" x="1708150" y="5538788"/>
          <p14:tracePt t="25038" x="1708150" y="5572125"/>
          <p14:tracePt t="25054" x="1708150" y="5589588"/>
          <p14:tracePt t="25071" x="1708150" y="5605463"/>
          <p14:tracePt t="25088" x="1708150" y="5622925"/>
          <p14:tracePt t="25105" x="1708150" y="5638800"/>
          <p14:tracePt t="25154" x="1749425" y="5656263"/>
          <p14:tracePt t="25171" x="1800225" y="5672138"/>
          <p14:tracePt t="25189" x="1866900" y="5688013"/>
          <p14:tracePt t="25205" x="1931988" y="5705475"/>
          <p14:tracePt t="25221" x="2024063" y="5746750"/>
          <p14:tracePt t="25238" x="2090738" y="5762625"/>
          <p14:tracePt t="25255" x="2122488" y="5762625"/>
          <p14:tracePt t="25271" x="2189163" y="5780088"/>
          <p14:tracePt t="25288" x="2281238" y="5780088"/>
          <p14:tracePt t="25305" x="2330450" y="5780088"/>
          <p14:tracePt t="25321" x="2363788" y="5780088"/>
          <p14:tracePt t="25338" x="2397125" y="5780088"/>
          <p14:tracePt t="25355" x="2446338" y="5780088"/>
          <p14:tracePt t="25371" x="2479675" y="5762625"/>
          <p14:tracePt t="25388" x="2538413" y="5762625"/>
          <p14:tracePt t="25405" x="2571750" y="5762625"/>
          <p14:tracePt t="25421" x="2620963" y="5746750"/>
          <p14:tracePt t="25438" x="2703513" y="5746750"/>
          <p14:tracePt t="25455" x="2770188" y="5730875"/>
          <p14:tracePt t="25471" x="2844800" y="5705475"/>
          <p14:tracePt t="25488" x="2927350" y="5688013"/>
          <p14:tracePt t="25505" x="3009900" y="5688013"/>
          <p14:tracePt t="25521" x="3117850" y="5672138"/>
          <p14:tracePt t="25538" x="3251200" y="5638800"/>
          <p14:tracePt t="25555" x="3325813" y="5638800"/>
          <p14:tracePt t="25571" x="3392488" y="5622925"/>
          <p14:tracePt t="25588" x="3492500" y="5605463"/>
          <p14:tracePt t="25605" x="3582988" y="5589588"/>
          <p14:tracePt t="25621" x="3649663" y="5572125"/>
          <p14:tracePt t="25638" x="3716338" y="5572125"/>
          <p14:tracePt t="25655" x="3798888" y="5538788"/>
          <p14:tracePt t="25671" x="3873500" y="5538788"/>
          <p14:tracePt t="25688" x="3956050" y="5507038"/>
          <p14:tracePt t="25705" x="4022725" y="5507038"/>
          <p14:tracePt t="25721" x="4071938" y="5489575"/>
          <p14:tracePt t="25738" x="4164013" y="5489575"/>
          <p14:tracePt t="25754" x="4197350" y="5473700"/>
          <p14:tracePt t="25771" x="4246563" y="5473700"/>
          <p14:tracePt t="25788" x="4262438" y="5473700"/>
          <p14:tracePt t="25805" x="4295775" y="5448300"/>
          <p14:tracePt t="25821" x="4313238" y="5448300"/>
          <p14:tracePt t="25838" x="4329113" y="5448300"/>
          <p14:tracePt t="25855" x="4346575" y="5448300"/>
          <p14:tracePt t="25887" x="4362450" y="5448300"/>
          <p14:tracePt t="25905" x="4387850" y="5448300"/>
          <p14:tracePt t="25921" x="4403725" y="5448300"/>
          <p14:tracePt t="26087" x="4403725" y="5432425"/>
          <p14:tracePt t="26154" x="4387850" y="5414963"/>
          <p14:tracePt t="26220" x="4387850" y="5399088"/>
          <p14:tracePt t="26254" x="4387850" y="5381625"/>
          <p14:tracePt t="26271" x="4387850" y="5365750"/>
          <p14:tracePt t="26288" x="4387850" y="5348288"/>
          <p14:tracePt t="26321" x="4387850" y="5299075"/>
          <p14:tracePt t="26338" x="4387850" y="5216525"/>
          <p14:tracePt t="26355" x="4387850" y="5141913"/>
          <p14:tracePt t="26371" x="4387850" y="5091113"/>
          <p14:tracePt t="26388" x="4387850" y="5041900"/>
          <p14:tracePt t="26405" x="4387850" y="5026025"/>
          <p14:tracePt t="26421" x="4387850" y="5008563"/>
          <p14:tracePt t="26438" x="4387850" y="4992688"/>
          <p14:tracePt t="26455" x="4387850" y="4975225"/>
          <p14:tracePt t="26471" x="4387850" y="4933950"/>
          <p14:tracePt t="26488" x="4387850" y="4900613"/>
          <p14:tracePt t="26505" x="4387850" y="4867275"/>
          <p14:tracePt t="26537" x="4387850" y="4851400"/>
          <p14:tracePt t="26555" x="4387850" y="4833938"/>
          <p14:tracePt t="26587" x="4387850" y="4818063"/>
          <p14:tracePt t="26605" x="4387850" y="4802188"/>
          <p14:tracePt t="26621" x="4387850" y="4784725"/>
          <p14:tracePt t="26638" x="4387850" y="4751388"/>
          <p14:tracePt t="26655" x="4387850" y="4735513"/>
          <p14:tracePt t="26671" x="4387850" y="4676775"/>
          <p14:tracePt t="26704" x="4387850" y="4643438"/>
          <p14:tracePt t="26721" x="4387850" y="4627563"/>
          <p14:tracePt t="26738" x="4387850" y="4610100"/>
          <p14:tracePt t="26804" x="4387850" y="4594225"/>
          <p14:tracePt t="26854" x="4387850" y="4576763"/>
          <p14:tracePt t="26871" x="4387850" y="4560888"/>
          <p14:tracePt t="26904" x="4387850" y="4545013"/>
          <p14:tracePt t="26921" x="4387850" y="4527550"/>
          <p14:tracePt t="26938" x="4387850" y="4511675"/>
          <p14:tracePt t="26955" x="4387850" y="4494213"/>
          <p14:tracePt t="26971" x="4387850" y="4460875"/>
          <p14:tracePt t="27004" x="4387850" y="4419600"/>
          <p14:tracePt t="27021" x="4387850" y="4403725"/>
          <p14:tracePt t="27038" x="4387850" y="4370388"/>
          <p14:tracePt t="27055" x="4387850" y="4352925"/>
          <p14:tracePt t="27071" x="4387850" y="4321175"/>
          <p14:tracePt t="27088" x="4362450" y="4287838"/>
          <p14:tracePt t="27105" x="4362450" y="4270375"/>
          <p14:tracePt t="27122" x="4362450" y="4254500"/>
          <p14:tracePt t="27138" x="4362450" y="4237038"/>
          <p14:tracePt t="27189" x="4346575" y="4221163"/>
          <p14:tracePt t="27221" x="4346575" y="4203700"/>
          <p14:tracePt t="27254" x="4346575" y="4179888"/>
          <p14:tracePt t="27409" x="4329113" y="4179888"/>
          <p14:tracePt t="28471" x="4329113" y="4203700"/>
          <p14:tracePt t="28537" x="4313238" y="4203700"/>
          <p14:tracePt t="28556" x="4313238" y="4221163"/>
          <p14:tracePt t="30565" x="4295775" y="4221163"/>
          <p14:tracePt t="30582" x="4295775" y="4203700"/>
          <p14:tracePt t="37009" x="4213225" y="4179888"/>
          <p14:tracePt t="37025" x="4089400" y="4129088"/>
          <p14:tracePt t="37039" x="4022725" y="4097338"/>
          <p14:tracePt t="37055" x="3906838" y="4064000"/>
          <p14:tracePt t="37071" x="3832225" y="4013200"/>
          <p14:tracePt t="37088" x="3748088" y="3979863"/>
          <p14:tracePt t="37105" x="3665538" y="3922713"/>
          <p14:tracePt t="37121" x="3616325" y="3905250"/>
          <p14:tracePt t="37138" x="3582988" y="3889375"/>
          <p14:tracePt t="37155" x="3557588" y="3889375"/>
          <p14:tracePt t="37171" x="3524250" y="3871913"/>
          <p14:tracePt t="37188" x="3492500" y="3856038"/>
          <p14:tracePt t="37205" x="3441700" y="3840163"/>
          <p14:tracePt t="37221" x="3375025" y="3822700"/>
          <p14:tracePt t="37238" x="3284538" y="3806825"/>
          <p14:tracePt t="37254" x="3168650" y="3806825"/>
          <p14:tracePt t="37271" x="3009900" y="3806825"/>
          <p14:tracePt t="37288" x="2878138" y="3840163"/>
          <p14:tracePt t="37304" x="2736850" y="3889375"/>
          <p14:tracePt t="37321" x="2636838" y="3946525"/>
          <p14:tracePt t="37338" x="2513013" y="3997325"/>
          <p14:tracePt t="37355" x="2463800" y="4030663"/>
          <p14:tracePt t="37371" x="2446338" y="4046538"/>
          <p14:tracePt t="37388" x="2413000" y="4064000"/>
          <p14:tracePt t="37405" x="2397125" y="4079875"/>
          <p14:tracePt t="38637" x="2330450" y="4113213"/>
          <p14:tracePt t="38655" x="2263775" y="4162425"/>
          <p14:tracePt t="38671" x="2189163" y="4221163"/>
          <p14:tracePt t="38688" x="2139950" y="4254500"/>
          <p14:tracePt t="38705" x="2090738" y="4303713"/>
          <p14:tracePt t="38721" x="2039938" y="4337050"/>
          <p14:tracePt t="38738" x="2024063" y="4352925"/>
          <p14:tracePt t="38754" x="1982788" y="4386263"/>
          <p14:tracePt t="38771" x="1965325" y="4419600"/>
          <p14:tracePt t="38788" x="1949450" y="4478338"/>
          <p14:tracePt t="38804" x="1931988" y="4545013"/>
          <p14:tracePt t="38821" x="1916113" y="4610100"/>
          <p14:tracePt t="38838" x="1916113" y="4660900"/>
          <p14:tracePt t="38855" x="1898650" y="4751388"/>
          <p14:tracePt t="38871" x="1882775" y="4818063"/>
          <p14:tracePt t="38888" x="1866900" y="4933950"/>
          <p14:tracePt t="38905" x="1866900" y="4992688"/>
          <p14:tracePt t="38921" x="1866900" y="5041900"/>
          <p14:tracePt t="38938" x="1866900" y="5124450"/>
          <p14:tracePt t="38954" x="1866900" y="5216525"/>
          <p14:tracePt t="38971" x="1866900" y="5281613"/>
          <p14:tracePt t="38988" x="1882775" y="5332413"/>
          <p14:tracePt t="39004" x="1916113" y="5381625"/>
          <p14:tracePt t="39021" x="1931988" y="5414963"/>
          <p14:tracePt t="39038" x="1949450" y="5448300"/>
          <p14:tracePt t="39054" x="1965325" y="5473700"/>
          <p14:tracePt t="39071" x="2006600" y="5489575"/>
          <p14:tracePt t="39088" x="2039938" y="5507038"/>
          <p14:tracePt t="39105" x="2073275" y="5522913"/>
          <p14:tracePt t="39121" x="2106613" y="5522913"/>
          <p14:tracePt t="39138" x="2139950" y="5538788"/>
          <p14:tracePt t="39155" x="2155825" y="5538788"/>
          <p14:tracePt t="39171" x="2189163" y="5556250"/>
          <p14:tracePt t="39189" x="2206625" y="5556250"/>
          <p14:tracePt t="39204" x="2239963" y="5556250"/>
          <p14:tracePt t="39221" x="2281238" y="5556250"/>
          <p14:tracePt t="39238" x="2297113" y="5556250"/>
          <p14:tracePt t="39254" x="2347913" y="5556250"/>
          <p14:tracePt t="39271" x="2379663" y="5556250"/>
          <p14:tracePt t="39288" x="2397125" y="5538788"/>
          <p14:tracePt t="39305" x="2413000" y="5538788"/>
          <p14:tracePt t="39321" x="2430463" y="5507038"/>
          <p14:tracePt t="39338" x="2446338" y="5489575"/>
          <p14:tracePt t="39354" x="2463800" y="5473700"/>
          <p14:tracePt t="39371" x="2463800" y="5448300"/>
          <p14:tracePt t="39388" x="2463800" y="5432425"/>
          <p14:tracePt t="39454" x="2463800" y="5414963"/>
          <p14:tracePt t="39471" x="2463800" y="5365750"/>
          <p14:tracePt t="39488" x="2463800" y="5314950"/>
          <p14:tracePt t="39504" x="2463800" y="5265738"/>
          <p14:tracePt t="39521" x="2463800" y="5232400"/>
          <p14:tracePt t="39538" x="2463800" y="5216525"/>
          <p14:tracePt t="39555" x="2463800" y="5191125"/>
          <p14:tracePt t="39555" x="2463800" y="5141913"/>
          <p14:tracePt t="39571" x="2463800" y="5108575"/>
          <p14:tracePt t="39588" x="2463800" y="5091113"/>
          <p14:tracePt t="39604" x="2463800" y="5057775"/>
          <p14:tracePt t="39637" x="2463800" y="5041900"/>
          <p14:tracePt t="39655" x="2463800" y="5026025"/>
          <p14:tracePt t="39687" x="2463800" y="5008563"/>
          <p14:tracePt t="40187" x="2463800" y="4959350"/>
          <p14:tracePt t="40205" x="2463800" y="4884738"/>
          <p14:tracePt t="40221" x="2463800" y="4802188"/>
          <p14:tracePt t="40238" x="2463800" y="4676775"/>
          <p14:tracePt t="40255" x="2463800" y="4560888"/>
          <p14:tracePt t="40271" x="2446338" y="4437063"/>
          <p14:tracePt t="40288" x="2430463" y="4321175"/>
          <p14:tracePt t="40305" x="2413000" y="4203700"/>
          <p14:tracePt t="40321" x="2397125" y="4129088"/>
          <p14:tracePt t="40338" x="2363788" y="4046538"/>
          <p14:tracePt t="40355" x="2347913" y="3979863"/>
          <p14:tracePt t="40371" x="2314575" y="3905250"/>
          <p14:tracePt t="40388" x="2297113" y="3856038"/>
          <p14:tracePt t="40405" x="2281238" y="3822700"/>
          <p14:tracePt t="40421" x="2263775" y="3789363"/>
          <p14:tracePt t="40454" x="2239963" y="3789363"/>
          <p14:tracePt t="40471" x="2222500" y="3789363"/>
          <p14:tracePt t="40504" x="2206625" y="3789363"/>
          <p14:tracePt t="40521" x="2189163" y="3789363"/>
          <p14:tracePt t="40538" x="2173288" y="3789363"/>
          <p14:tracePt t="40554" x="2139950" y="3806825"/>
          <p14:tracePt t="40571" x="2106613" y="3840163"/>
          <p14:tracePt t="40588" x="2073275" y="3871913"/>
          <p14:tracePt t="40604" x="2039938" y="3922713"/>
          <p14:tracePt t="40621" x="2006600" y="4013200"/>
          <p14:tracePt t="40638" x="1965325" y="4113213"/>
          <p14:tracePt t="40655" x="1949450" y="4237038"/>
          <p14:tracePt t="40671" x="1931988" y="4337050"/>
          <p14:tracePt t="40688" x="1931988" y="4460875"/>
          <p14:tracePt t="40705" x="1916113" y="4545013"/>
          <p14:tracePt t="40721" x="1916113" y="4627563"/>
          <p14:tracePt t="40738" x="1916113" y="4718050"/>
          <p14:tracePt t="40755" x="1916113" y="4784725"/>
          <p14:tracePt t="40771" x="1916113" y="4851400"/>
          <p14:tracePt t="40788" x="1916113" y="4918075"/>
          <p14:tracePt t="40804" x="1931988" y="5008563"/>
          <p14:tracePt t="40821" x="1949450" y="5075238"/>
          <p14:tracePt t="40838" x="1965325" y="5141913"/>
          <p14:tracePt t="40855" x="1982788" y="5191125"/>
          <p14:tracePt t="40871" x="2006600" y="5249863"/>
          <p14:tracePt t="40888" x="2006600" y="5314950"/>
          <p14:tracePt t="40904" x="2024063" y="5414963"/>
          <p14:tracePt t="40921" x="2039938" y="5522913"/>
          <p14:tracePt t="40938" x="2057400" y="5605463"/>
          <p14:tracePt t="40955" x="2073275" y="5688013"/>
          <p14:tracePt t="40971" x="2073275" y="5730875"/>
          <p14:tracePt t="40988" x="2090738" y="5780088"/>
          <p14:tracePt t="41020" x="2139950" y="5795963"/>
          <p14:tracePt t="41038" x="2173288" y="5813425"/>
          <p14:tracePt t="41055" x="2222500" y="5813425"/>
          <p14:tracePt t="41071" x="2263775" y="5813425"/>
          <p14:tracePt t="41088" x="2297113" y="5813425"/>
          <p14:tracePt t="41104" x="2314575" y="5813425"/>
          <p14:tracePt t="41121" x="2330450" y="5795963"/>
          <p14:tracePt t="41138" x="2347913" y="5795963"/>
          <p14:tracePt t="41155" x="2347913" y="5780088"/>
          <p14:tracePt t="41171" x="2347913" y="5762625"/>
          <p14:tracePt t="41188" x="2347913" y="5688013"/>
          <p14:tracePt t="41204" x="2347913" y="5622925"/>
          <p14:tracePt t="41221" x="2347913" y="5538788"/>
          <p14:tracePt t="41238" x="2347913" y="5432425"/>
          <p14:tracePt t="41254" x="2347913" y="5332413"/>
          <p14:tracePt t="41271" x="2347913" y="5232400"/>
          <p14:tracePt t="41288" x="2330450" y="5108575"/>
          <p14:tracePt t="41304" x="2314575" y="4959350"/>
          <p14:tracePt t="41321" x="2281238" y="4751388"/>
          <p14:tracePt t="41338" x="2239963" y="4660900"/>
          <p14:tracePt t="41354" x="2206625" y="4527550"/>
          <p14:tracePt t="41371" x="2189163" y="4437063"/>
          <p14:tracePt t="41388" x="2173288" y="4386263"/>
          <p14:tracePt t="41404" x="2155825" y="4370388"/>
          <p14:tracePt t="41421" x="2155825" y="4352925"/>
          <p14:tracePt t="41438" x="2155825" y="4337050"/>
          <p14:tracePt t="41470" x="2155825" y="4321175"/>
          <p14:tracePt t="41488" x="2155825" y="4303713"/>
          <p14:tracePt t="41521" x="2139950" y="4287838"/>
          <p14:tracePt t="41554" x="2139950" y="4270375"/>
          <p14:tracePt t="41571" x="2139950" y="4203700"/>
          <p14:tracePt t="41978" x="2139950" y="4179888"/>
          <p14:tracePt t="41988" x="2122488" y="4179888"/>
          <p14:tracePt t="42004" x="2106613" y="4162425"/>
          <p14:tracePt t="42021" x="2090738" y="4146550"/>
          <p14:tracePt t="42038" x="2090738" y="4129088"/>
          <p14:tracePt t="42054" x="2057400" y="4129088"/>
          <p14:tracePt t="42071" x="2039938" y="4113213"/>
          <p14:tracePt t="42088" x="2039938" y="4097338"/>
          <p14:tracePt t="42104" x="2024063" y="4079875"/>
          <p14:tracePt t="42121" x="2024063" y="4064000"/>
          <p14:tracePt t="42138" x="2024063" y="4030663"/>
          <p14:tracePt t="42155" x="2024063" y="3963988"/>
          <p14:tracePt t="42171" x="2024063" y="3946525"/>
          <p14:tracePt t="42189" x="2039938" y="3871913"/>
          <p14:tracePt t="42205" x="2057400" y="3856038"/>
          <p14:tracePt t="42221" x="2057400" y="3840163"/>
          <p14:tracePt t="42304" x="2057400" y="3856038"/>
          <p14:tracePt t="42322" x="2057400" y="3871913"/>
          <p14:tracePt t="42355" x="2057400" y="3889375"/>
          <p14:tracePt t="42371" x="2039938" y="3905250"/>
          <p14:tracePt t="42404" x="2024063" y="3922713"/>
          <p14:tracePt t="42421" x="2024063" y="3946525"/>
          <p14:tracePt t="42438" x="2006600" y="3946525"/>
          <p14:tracePt t="42454" x="1965325" y="3979863"/>
          <p14:tracePt t="42471" x="1949450" y="4013200"/>
          <p14:tracePt t="42488" x="1931988" y="4046538"/>
          <p14:tracePt t="42505" x="1916113" y="4064000"/>
          <p14:tracePt t="42521" x="1898650" y="4097338"/>
          <p14:tracePt t="42554" x="1898650" y="4113213"/>
          <p14:tracePt t="42587" x="1898650" y="4129088"/>
          <p14:tracePt t="42620" x="1898650" y="4146550"/>
          <p14:tracePt t="42654" x="1898650" y="4162425"/>
          <p14:tracePt t="42804" x="1916113" y="4162425"/>
          <p14:tracePt t="42821" x="1916113" y="4179888"/>
          <p14:tracePt t="42887" x="1931988" y="4179888"/>
          <p14:tracePt t="42904" x="1949450" y="4179888"/>
          <p14:tracePt t="42921" x="2006600" y="4179888"/>
          <p14:tracePt t="43145" x="1982788" y="4221163"/>
          <p14:tracePt t="43155" x="1949450" y="4270375"/>
          <p14:tracePt t="43171" x="1866900" y="4437063"/>
          <p14:tracePt t="43188" x="1800225" y="4627563"/>
          <p14:tracePt t="43204" x="1749425" y="4833938"/>
          <p14:tracePt t="43221" x="1733550" y="4959350"/>
          <p14:tracePt t="43238" x="1708150" y="5057775"/>
          <p14:tracePt t="43254" x="1692275" y="5141913"/>
          <p14:tracePt t="43271" x="1692275" y="5232400"/>
          <p14:tracePt t="43288" x="1692275" y="5281613"/>
          <p14:tracePt t="43304" x="1692275" y="5332413"/>
          <p14:tracePt t="43321" x="1692275" y="5381625"/>
          <p14:tracePt t="43338" x="1708150" y="5414963"/>
          <p14:tracePt t="43354" x="1749425" y="5448300"/>
          <p14:tracePt t="43371" x="1782763" y="5489575"/>
          <p14:tracePt t="43388" x="1816100" y="5507038"/>
          <p14:tracePt t="43405" x="1833563" y="5522913"/>
          <p14:tracePt t="43421" x="1849438" y="5538788"/>
          <p14:tracePt t="43454" x="1866900" y="5556250"/>
          <p14:tracePt t="43471" x="1882775" y="5572125"/>
          <p14:tracePt t="43488" x="1916113" y="5605463"/>
          <p14:tracePt t="43506" x="1949450" y="5638800"/>
          <p14:tracePt t="43521" x="1982788" y="5672138"/>
          <p14:tracePt t="43538" x="2024063" y="5705475"/>
          <p14:tracePt t="43554" x="2039938" y="5730875"/>
          <p14:tracePt t="43571" x="2039938" y="5746750"/>
          <p14:tracePt t="43588" x="2057400" y="5762625"/>
          <p14:tracePt t="43605" x="2057400" y="5780088"/>
          <p14:tracePt t="43654" x="2057400" y="5795963"/>
          <p14:tracePt t="43671" x="2073275" y="5795963"/>
          <p14:tracePt t="43688" x="2073275" y="5813425"/>
          <p14:tracePt t="43704" x="2090738" y="5829300"/>
          <p14:tracePt t="43737" x="2106613" y="5846763"/>
          <p14:tracePt t="43754" x="2122488" y="5846763"/>
          <p14:tracePt t="43771" x="2139950" y="5862638"/>
          <p14:tracePt t="43788" x="2173288" y="5862638"/>
          <p14:tracePt t="43804" x="2189163" y="5880100"/>
          <p14:tracePt t="43837" x="2206625" y="5880100"/>
          <p14:tracePt t="43854" x="2222500" y="5895975"/>
          <p14:tracePt t="43928" x="2222500" y="5911850"/>
          <p14:tracePt t="43987" x="2206625" y="5911850"/>
          <p14:tracePt t="44020" x="2189163" y="5911850"/>
          <p14:tracePt t="44038" x="2173288" y="5911850"/>
          <p14:tracePt t="44070" x="2155825" y="5911850"/>
          <p14:tracePt t="44104" x="2122488" y="5911850"/>
          <p14:tracePt t="44121" x="2106613" y="5895975"/>
          <p14:tracePt t="44138" x="2057400" y="5895975"/>
          <p14:tracePt t="44154" x="2024063" y="5880100"/>
          <p14:tracePt t="44171" x="1982788" y="5862638"/>
          <p14:tracePt t="44188" x="1965325" y="5862638"/>
          <p14:tracePt t="44205" x="1949450" y="5846763"/>
          <p14:tracePt t="44221" x="1931988" y="5829300"/>
          <p14:tracePt t="44254" x="1931988" y="5813425"/>
          <p14:tracePt t="44271" x="1931988" y="5795963"/>
          <p14:tracePt t="44304" x="1931988" y="5780088"/>
          <p14:tracePt t="44321" x="1931988" y="5762625"/>
          <p14:tracePt t="44354" x="1931988" y="5746750"/>
          <p14:tracePt t="44404" x="1949450" y="5746750"/>
          <p14:tracePt t="44437" x="1965325" y="5746750"/>
          <p14:tracePt t="44454" x="1965325" y="5730875"/>
          <p14:tracePt t="44471" x="1982788" y="5730875"/>
          <p14:tracePt t="44488" x="1982788" y="5705475"/>
          <p14:tracePt t="44505" x="2006600" y="5705475"/>
          <p14:tracePt t="44521" x="2024063" y="5688013"/>
          <p14:tracePt t="44554" x="2039938" y="5688013"/>
          <p14:tracePt t="44587" x="2057400" y="5688013"/>
          <p14:tracePt t="44604" x="2073275" y="5688013"/>
          <p14:tracePt t="44621" x="2090738" y="5688013"/>
          <p14:tracePt t="44654" x="2106613" y="5688013"/>
          <p14:tracePt t="44671" x="2122488" y="5688013"/>
          <p14:tracePt t="44688" x="2139950" y="5688013"/>
          <p14:tracePt t="44704" x="2155825" y="5705475"/>
          <p14:tracePt t="44721" x="2173288" y="5730875"/>
          <p14:tracePt t="44738" x="2189163" y="5746750"/>
          <p14:tracePt t="44754" x="2189163" y="5762625"/>
          <p14:tracePt t="44771" x="2206625" y="5780088"/>
          <p14:tracePt t="44788" x="2222500" y="5780088"/>
          <p14:tracePt t="44805" x="2239963" y="5795963"/>
          <p14:tracePt t="44837" x="2239963" y="5813425"/>
          <p14:tracePt t="44870" x="2263775" y="5829300"/>
          <p14:tracePt t="44904" x="2263775" y="5846763"/>
          <p14:tracePt t="44937" x="2263775" y="5862638"/>
          <p14:tracePt t="44970" x="2263775" y="5880100"/>
          <p14:tracePt t="44988" x="2263775" y="5895975"/>
          <p14:tracePt t="45037" x="2263775" y="5911850"/>
          <p14:tracePt t="45104" x="2239963" y="5911850"/>
          <p14:tracePt t="45137" x="2222500" y="5911850"/>
          <p14:tracePt t="45154" x="2206625" y="5911850"/>
          <p14:tracePt t="45171" x="2189163" y="5911850"/>
          <p14:tracePt t="45204" x="2173288" y="5911850"/>
          <p14:tracePt t="45237" x="2155825" y="5911850"/>
          <p14:tracePt t="45254" x="2139950" y="5911850"/>
          <p14:tracePt t="45287" x="2122488" y="5911850"/>
          <p14:tracePt t="45304" x="2106613" y="5911850"/>
          <p14:tracePt t="45321" x="2073275" y="5911850"/>
          <p14:tracePt t="45338" x="2057400" y="5911850"/>
          <p14:tracePt t="45355" x="2024063" y="5911850"/>
          <p14:tracePt t="45371" x="2006600" y="5911850"/>
          <p14:tracePt t="45470" x="1982788" y="5911850"/>
          <p14:tracePt t="46220" x="2006600" y="5911850"/>
          <p14:tracePt t="46239" x="2039938" y="5911850"/>
          <p14:tracePt t="46253" x="2090738" y="5929313"/>
          <p14:tracePt t="46271" x="2122488" y="5945188"/>
          <p14:tracePt t="46288" x="2139950" y="5945188"/>
          <p14:tracePt t="46304" x="2173288" y="5962650"/>
          <p14:tracePt t="46321" x="2189163" y="5962650"/>
          <p14:tracePt t="46338" x="2206625" y="5962650"/>
          <p14:tracePt t="46354" x="2222500" y="5962650"/>
          <p14:tracePt t="46387" x="2239963" y="5962650"/>
          <p14:tracePt t="46420" x="2263775" y="5962650"/>
          <p14:tracePt t="46454" x="2281238" y="5962650"/>
          <p14:tracePt t="46487" x="2297113" y="5962650"/>
          <p14:tracePt t="46521" x="2314575" y="5962650"/>
          <p14:tracePt t="46554" x="2330450" y="5962650"/>
          <p14:tracePt t="46587" x="2347913" y="5962650"/>
          <p14:tracePt t="46654" x="2363788" y="5962650"/>
          <p14:tracePt t="46687" x="2379663" y="5962650"/>
          <p14:tracePt t="46720" x="2397125" y="5962650"/>
          <p14:tracePt t="46738" x="2413000" y="5962650"/>
          <p14:tracePt t="46770" x="2430463" y="5962650"/>
          <p14:tracePt t="46788" x="2446338" y="5962650"/>
          <p14:tracePt t="46820" x="2463800" y="5962650"/>
          <p14:tracePt t="46860" x="2479675" y="5962650"/>
          <p14:tracePt t="46938" x="2497138" y="5962650"/>
          <p14:tracePt t="46970" x="2513013" y="5988050"/>
          <p14:tracePt t="46988" x="2538413" y="5988050"/>
          <p14:tracePt t="47004" x="2554288" y="5988050"/>
          <p14:tracePt t="47037" x="2571750" y="6003925"/>
          <p14:tracePt t="47070" x="2587625" y="6003925"/>
          <p14:tracePt t="47541" x="2587625" y="5988050"/>
          <p14:tracePt t="47555" x="2587625" y="5962650"/>
          <p14:tracePt t="47571" x="2587625" y="5895975"/>
          <p14:tracePt t="47588" x="2587625" y="5862638"/>
          <p14:tracePt t="47604" x="2587625" y="5813425"/>
          <p14:tracePt t="47621" x="2587625" y="5746750"/>
          <p14:tracePt t="47638" x="2587625" y="5672138"/>
          <p14:tracePt t="47654" x="2587625" y="5622925"/>
          <p14:tracePt t="47671" x="2587625" y="5589588"/>
          <p14:tracePt t="47688" x="2587625" y="5572125"/>
          <p14:tracePt t="47705" x="2587625" y="5556250"/>
          <p14:tracePt t="47737" x="2571750" y="5556250"/>
          <p14:tracePt t="47754" x="2571750" y="5538788"/>
          <p14:tracePt t="47771" x="2554288" y="5538788"/>
          <p14:tracePt t="47803" x="2538413" y="5538788"/>
          <p14:tracePt t="47870" x="2513013" y="5538788"/>
          <p14:tracePt t="47944" x="2497138" y="5538788"/>
          <p14:tracePt t="47987" x="2479675" y="5538788"/>
          <p14:tracePt t="48037" x="2463800" y="5556250"/>
          <p14:tracePt t="48054" x="2446338" y="5556250"/>
          <p14:tracePt t="48087" x="2430463" y="5572125"/>
          <p14:tracePt t="48104" x="2413000" y="5589588"/>
          <p14:tracePt t="48121" x="2397125" y="5589588"/>
          <p14:tracePt t="48138" x="2397125" y="5605463"/>
          <p14:tracePt t="48170" x="2379663" y="5622925"/>
          <p14:tracePt t="48254" x="2379663" y="5638800"/>
          <p14:tracePt t="48304" x="2379663" y="5656263"/>
          <p14:tracePt t="48405" x="2397125" y="5656263"/>
          <p14:tracePt t="48430" x="2397125" y="5672138"/>
          <p14:tracePt t="48438" x="2413000" y="5672138"/>
          <p14:tracePt t="48455" x="2446338" y="5705475"/>
          <p14:tracePt t="48471" x="2479675" y="5746750"/>
          <p14:tracePt t="48488" x="2513013" y="5762625"/>
          <p14:tracePt t="48504" x="2571750" y="5795963"/>
          <p14:tracePt t="48521" x="2603500" y="5813425"/>
          <p14:tracePt t="48538" x="2687638" y="5829300"/>
          <p14:tracePt t="48554" x="2927350" y="5880100"/>
          <p14:tracePt t="48571" x="3235325" y="5988050"/>
          <p14:tracePt t="48588" x="3649663" y="6119813"/>
          <p14:tracePt t="48604" x="3956050" y="6186488"/>
          <p14:tracePt t="48621" x="4295775" y="6261100"/>
          <p14:tracePt t="48638" x="4603750" y="6294438"/>
          <p14:tracePt t="48654" x="4694238" y="6294438"/>
          <p14:tracePt t="48671" x="4810125" y="6294438"/>
          <p14:tracePt t="48688" x="4935538" y="6276975"/>
          <p14:tracePt t="48704" x="4984750" y="6261100"/>
          <p14:tracePt t="48721" x="5000625" y="6261100"/>
          <p14:tracePt t="48738" x="5018088" y="6261100"/>
          <p14:tracePt t="48754" x="5033963" y="6261100"/>
          <p14:tracePt t="48787" x="5033963" y="6243638"/>
          <p14:tracePt t="48871" x="5033963" y="6202363"/>
          <p14:tracePt t="48888" x="5033963" y="6153150"/>
          <p14:tracePt t="48904" x="5033963" y="6137275"/>
          <p14:tracePt t="48921" x="5033963" y="6103938"/>
          <p14:tracePt t="48938" x="5051425" y="6086475"/>
          <p14:tracePt t="48954" x="5051425" y="6053138"/>
          <p14:tracePt t="48971" x="5051425" y="6003925"/>
          <p14:tracePt t="48988" x="5051425" y="5962650"/>
          <p14:tracePt t="49004" x="5033963" y="5929313"/>
          <p14:tracePt t="49021" x="5018088" y="5880100"/>
          <p14:tracePt t="49038" x="5000625" y="5846763"/>
          <p14:tracePt t="49054" x="4967288" y="5813425"/>
          <p14:tracePt t="49071" x="4951413" y="5780088"/>
          <p14:tracePt t="49088" x="4935538" y="5762625"/>
          <p14:tracePt t="49104" x="4918075" y="5746750"/>
          <p14:tracePt t="49121" x="4892675" y="5730875"/>
          <p14:tracePt t="49170" x="4876800" y="5730875"/>
          <p14:tracePt t="49204" x="4860925" y="5730875"/>
          <p14:tracePt t="49254" x="4843463" y="5730875"/>
          <p14:tracePt t="49271" x="4827588" y="5730875"/>
          <p14:tracePt t="49288" x="4794250" y="5730875"/>
          <p14:tracePt t="49304" x="4776788" y="5730875"/>
          <p14:tracePt t="49321" x="4760913" y="5730875"/>
          <p14:tracePt t="49338" x="4727575" y="5730875"/>
          <p14:tracePt t="49354" x="4711700" y="5730875"/>
          <p14:tracePt t="49387" x="4694238" y="5730875"/>
          <p14:tracePt t="49454" x="4678363" y="5730875"/>
          <p14:tracePt t="49539" x="4660900" y="5730875"/>
          <p14:tracePt t="49751" x="4645025" y="5730875"/>
          <p14:tracePt t="49853" x="4619625" y="5730875"/>
          <p14:tracePt t="49903" x="4603750" y="5730875"/>
          <p14:tracePt t="49959" x="4586288" y="5705475"/>
          <p14:tracePt t="50155" x="4570413" y="5705475"/>
          <p14:tracePt t="50220" x="4552950" y="5705475"/>
          <p14:tracePt t="50253" x="4537075" y="5705475"/>
          <p14:tracePt t="50287" x="4519613" y="5705475"/>
          <p14:tracePt t="50304" x="4503738" y="5705475"/>
          <p14:tracePt t="50337" x="4486275" y="5705475"/>
          <p14:tracePt t="50370" x="4470400" y="5705475"/>
          <p14:tracePt t="50387" x="4470400" y="5730875"/>
          <p14:tracePt t="50603" x="4470400" y="5746750"/>
          <p14:tracePt t="50621" x="4454525" y="5746750"/>
          <p14:tracePt t="52817" x="4470400" y="5746750"/>
          <p14:tracePt t="52825" x="4503738" y="5746750"/>
          <p14:tracePt t="52837" x="4552950" y="5746750"/>
          <p14:tracePt t="52854" x="4660900" y="5780088"/>
          <p14:tracePt t="52871" x="4810125" y="5813425"/>
          <p14:tracePt t="52888" x="5000625" y="5862638"/>
          <p14:tracePt t="52904" x="5118100" y="5880100"/>
          <p14:tracePt t="52921" x="5241925" y="5895975"/>
          <p14:tracePt t="52938" x="5341938" y="5911850"/>
          <p14:tracePt t="52954" x="5391150" y="5911850"/>
          <p14:tracePt t="52971" x="5481638" y="5911850"/>
          <p14:tracePt t="52987" x="5532438" y="5911850"/>
          <p14:tracePt t="53004" x="5599113" y="5911850"/>
          <p14:tracePt t="53021" x="5648325" y="5911850"/>
          <p14:tracePt t="53038" x="5722938" y="5895975"/>
          <p14:tracePt t="53054" x="5789613" y="5880100"/>
          <p14:tracePt t="53071" x="5905500" y="5862638"/>
          <p14:tracePt t="53088" x="6145213" y="5846763"/>
          <p14:tracePt t="53104" x="6369050" y="5846763"/>
          <p14:tracePt t="53121" x="6527800" y="5846763"/>
          <p14:tracePt t="53138" x="6659563" y="5846763"/>
          <p14:tracePt t="53154" x="6743700" y="5846763"/>
          <p14:tracePt t="53171" x="6800850" y="5846763"/>
          <p14:tracePt t="53189" x="6850063" y="5846763"/>
          <p14:tracePt t="53204" x="6883400" y="5846763"/>
          <p14:tracePt t="53221" x="6967538" y="5829300"/>
          <p14:tracePt t="53238" x="7058025" y="5813425"/>
          <p14:tracePt t="53254" x="7107238" y="5813425"/>
          <p14:tracePt t="53271" x="7158038" y="5795963"/>
          <p14:tracePt t="53288" x="7191375" y="5795963"/>
          <p14:tracePt t="53304" x="7224713" y="5780088"/>
          <p14:tracePt t="53321" x="7299325" y="5730875"/>
          <p14:tracePt t="53338" x="7381875" y="5656263"/>
          <p14:tracePt t="53354" x="7464425" y="5556250"/>
          <p14:tracePt t="53371" x="7546975" y="5489575"/>
          <p14:tracePt t="53388" x="7639050" y="5381625"/>
          <p14:tracePt t="53404" x="7672388" y="5332413"/>
          <p14:tracePt t="53421" x="7737475" y="5232400"/>
          <p14:tracePt t="53438" x="7770813" y="5141913"/>
          <p14:tracePt t="53454" x="7804150" y="5041900"/>
          <p14:tracePt t="53471" x="7829550" y="5008563"/>
          <p14:tracePt t="53488" x="7845425" y="4900613"/>
          <p14:tracePt t="53505" x="7862888" y="4818063"/>
          <p14:tracePt t="53521" x="7862888" y="4694238"/>
          <p14:tracePt t="53538" x="7862888" y="4594225"/>
          <p14:tracePt t="53554" x="7829550" y="4460875"/>
          <p14:tracePt t="53571" x="7788275" y="4352925"/>
          <p14:tracePt t="53588" x="7737475" y="4270375"/>
          <p14:tracePt t="53605" x="7705725" y="4221163"/>
          <p14:tracePt t="53621" x="7672388" y="4203700"/>
          <p14:tracePt t="53638" x="7654925" y="4162425"/>
          <p14:tracePt t="53654" x="7605713" y="4113213"/>
          <p14:tracePt t="53671" x="7546975" y="4064000"/>
          <p14:tracePt t="53688" x="7480300" y="4030663"/>
          <p14:tracePt t="53704" x="7431088" y="3997325"/>
          <p14:tracePt t="53721" x="7381875" y="3979863"/>
          <p14:tracePt t="53738" x="7331075" y="3963988"/>
          <p14:tracePt t="53754" x="7256463" y="3946525"/>
          <p14:tracePt t="53771" x="7191375" y="3905250"/>
          <p14:tracePt t="53788" x="7091363" y="3889375"/>
          <p14:tracePt t="53804" x="6999288" y="3871913"/>
          <p14:tracePt t="53821" x="6950075" y="3856038"/>
          <p14:tracePt t="53837" x="6916738" y="3856038"/>
          <p14:tracePt t="53854" x="6883400" y="3840163"/>
          <p14:tracePt t="53871" x="6867525" y="3840163"/>
          <p14:tracePt t="53888" x="6850063" y="3840163"/>
          <p14:tracePt t="53920" x="6834188" y="3840163"/>
          <p14:tracePt t="53953" x="6800850" y="3840163"/>
          <p14:tracePt t="53971" x="6767513" y="3840163"/>
          <p14:tracePt t="54272" x="6710363" y="3840163"/>
          <p14:tracePt t="54288" x="6677025" y="3840163"/>
          <p14:tracePt t="54304" x="6610350" y="3856038"/>
          <p14:tracePt t="54321" x="6527800" y="3856038"/>
          <p14:tracePt t="54338" x="6435725" y="3871913"/>
          <p14:tracePt t="54355" x="6369050" y="3871913"/>
          <p14:tracePt t="54371" x="6353175" y="3871913"/>
          <p14:tracePt t="54388" x="6337300" y="3871913"/>
          <p14:tracePt t="54404" x="6319838" y="3871913"/>
          <p14:tracePt t="54470" x="6303963" y="3871913"/>
          <p14:tracePt t="54488" x="6286500" y="3871913"/>
          <p14:tracePt t="54504" x="6270625" y="3889375"/>
          <p14:tracePt t="54521" x="6237288" y="3889375"/>
          <p14:tracePt t="54538" x="6196013" y="3889375"/>
          <p14:tracePt t="54554" x="6145213" y="3905250"/>
          <p14:tracePt t="54571" x="6111875" y="3905250"/>
          <p14:tracePt t="54588" x="6080125" y="3922713"/>
          <p14:tracePt t="54604" x="6062663" y="3922713"/>
          <p14:tracePt t="54621" x="6029325" y="3946525"/>
          <p14:tracePt t="54638" x="6013450" y="3946525"/>
          <p14:tracePt t="54654" x="5995988" y="3946525"/>
          <p14:tracePt t="54671" x="5980113" y="3963988"/>
          <p14:tracePt t="54688" x="5938838" y="3963988"/>
          <p14:tracePt t="54704" x="5921375" y="3979863"/>
          <p14:tracePt t="54721" x="5905500" y="3979863"/>
          <p14:tracePt t="54738" x="5888038" y="3997325"/>
          <p14:tracePt t="54754" x="5872163" y="4013200"/>
          <p14:tracePt t="54787" x="5872163" y="4030663"/>
          <p14:tracePt t="54820" x="5854700" y="4046538"/>
          <p14:tracePt t="54838" x="5854700" y="4064000"/>
          <p14:tracePt t="54854" x="5854700" y="4097338"/>
          <p14:tracePt t="54871" x="5854700" y="4129088"/>
          <p14:tracePt t="54888" x="5854700" y="4162425"/>
          <p14:tracePt t="54904" x="5854700" y="4203700"/>
          <p14:tracePt t="54921" x="5854700" y="4221163"/>
          <p14:tracePt t="54938" x="5854700" y="4254500"/>
          <p14:tracePt t="54970" x="5854700" y="4270375"/>
          <p14:tracePt t="55004" x="5854700" y="4287838"/>
          <p14:tracePt t="55021" x="5854700" y="4303713"/>
          <p14:tracePt t="55038" x="5854700" y="4321175"/>
          <p14:tracePt t="55054" x="5872163" y="4337050"/>
          <p14:tracePt t="55104" x="5872163" y="4352925"/>
          <p14:tracePt t="55237" x="5872163" y="4370388"/>
          <p14:tracePt t="55259" x="5888038" y="4370388"/>
          <p14:tracePt t="55337" x="5905500" y="4370388"/>
          <p14:tracePt t="55354" x="5921375" y="4370388"/>
          <p14:tracePt t="55371" x="5954713" y="4386263"/>
          <p14:tracePt t="55388" x="5980113" y="4386263"/>
          <p14:tracePt t="55404" x="5995988" y="4386263"/>
          <p14:tracePt t="55421" x="6013450" y="4386263"/>
          <p14:tracePt t="55438" x="6029325" y="4386263"/>
          <p14:tracePt t="55454" x="6046788" y="4386263"/>
          <p14:tracePt t="55471" x="6062663" y="4403725"/>
          <p14:tracePt t="55488" x="6080125" y="4403725"/>
          <p14:tracePt t="55504" x="6096000" y="4403725"/>
          <p14:tracePt t="55521" x="6129338" y="4403725"/>
          <p14:tracePt t="55538" x="6145213" y="4403725"/>
          <p14:tracePt t="55554" x="6178550" y="4403725"/>
          <p14:tracePt t="55587" x="6211888" y="4403725"/>
          <p14:tracePt t="55604" x="6237288" y="4403725"/>
          <p14:tracePt t="55621" x="6270625" y="4403725"/>
          <p14:tracePt t="55638" x="6286500" y="4403725"/>
          <p14:tracePt t="55654" x="6319838" y="4403725"/>
          <p14:tracePt t="55671" x="6369050" y="4403725"/>
          <p14:tracePt t="55688" x="6419850" y="4403725"/>
          <p14:tracePt t="55704" x="6486525" y="4403725"/>
          <p14:tracePt t="55721" x="6561138" y="4403725"/>
          <p14:tracePt t="55738" x="6626225" y="4403725"/>
          <p14:tracePt t="55754" x="6710363" y="4403725"/>
          <p14:tracePt t="55771" x="6818313" y="4403725"/>
          <p14:tracePt t="55788" x="6900863" y="4403725"/>
          <p14:tracePt t="55804" x="6950075" y="4403725"/>
          <p14:tracePt t="55821" x="7042150" y="4403725"/>
          <p14:tracePt t="55838" x="7107238" y="4386263"/>
          <p14:tracePt t="55854" x="7158038" y="4386263"/>
          <p14:tracePt t="55871" x="7207250" y="4386263"/>
          <p14:tracePt t="55888" x="7224713" y="4386263"/>
          <p14:tracePt t="55904" x="7256463" y="4386263"/>
          <p14:tracePt t="55921" x="7273925" y="4370388"/>
          <p14:tracePt t="55938" x="7299325" y="4370388"/>
          <p14:tracePt t="55954" x="7315200" y="4370388"/>
          <p14:tracePt t="55987" x="7331075" y="4370388"/>
          <p14:tracePt t="56004" x="7348538" y="4352925"/>
          <p14:tracePt t="56021" x="7364413" y="4352925"/>
          <p14:tracePt t="56038" x="7397750" y="4337050"/>
          <p14:tracePt t="56054" x="7431088" y="4321175"/>
          <p14:tracePt t="56071" x="7448550" y="4303713"/>
          <p14:tracePt t="56088" x="7464425" y="4303713"/>
          <p14:tracePt t="56104" x="7480300" y="4287838"/>
          <p14:tracePt t="56137" x="7497763" y="4287838"/>
          <p14:tracePt t="56154" x="7497763" y="4270375"/>
          <p14:tracePt t="56204" x="7497763" y="4254500"/>
          <p14:tracePt t="56254" x="7497763" y="4237038"/>
          <p14:tracePt t="56303" x="7480300" y="4203700"/>
          <p14:tracePt t="56321" x="7448550" y="4179888"/>
          <p14:tracePt t="56338" x="7431088" y="4146550"/>
          <p14:tracePt t="56354" x="7397750" y="4129088"/>
          <p14:tracePt t="56371" x="7364413" y="4097338"/>
          <p14:tracePt t="56387" x="7315200" y="4064000"/>
          <p14:tracePt t="56404" x="7273925" y="4046538"/>
          <p14:tracePt t="56421" x="7256463" y="4030663"/>
          <p14:tracePt t="56438" x="7224713" y="4013200"/>
          <p14:tracePt t="56454" x="7191375" y="4013200"/>
          <p14:tracePt t="56471" x="7158038" y="3997325"/>
          <p14:tracePt t="56488" x="7107238" y="3979863"/>
          <p14:tracePt t="56505" x="7091363" y="3979863"/>
          <p14:tracePt t="56521" x="7073900" y="3979863"/>
          <p14:tracePt t="56538" x="7042150" y="3963988"/>
          <p14:tracePt t="56554" x="6983413" y="3963988"/>
          <p14:tracePt t="56571" x="6900863" y="3963988"/>
          <p14:tracePt t="56588" x="6850063" y="3963988"/>
          <p14:tracePt t="56604" x="6767513" y="3963988"/>
          <p14:tracePt t="56621" x="6677025" y="3963988"/>
          <p14:tracePt t="56638" x="6610350" y="3963988"/>
          <p14:tracePt t="56655" x="6527800" y="3963988"/>
          <p14:tracePt t="56671" x="6453188" y="3963988"/>
          <p14:tracePt t="56688" x="6402388" y="3979863"/>
          <p14:tracePt t="56704" x="6386513" y="3979863"/>
          <p14:tracePt t="56721" x="6353175" y="3997325"/>
          <p14:tracePt t="56738" x="6319838" y="3997325"/>
          <p14:tracePt t="56754" x="6270625" y="4013200"/>
          <p14:tracePt t="56771" x="6211888" y="4013200"/>
          <p14:tracePt t="56788" x="6178550" y="4030663"/>
          <p14:tracePt t="56804" x="6111875" y="4046538"/>
          <p14:tracePt t="56821" x="6062663" y="4046538"/>
          <p14:tracePt t="56838" x="6029325" y="4064000"/>
          <p14:tracePt t="56854" x="6013450" y="4064000"/>
          <p14:tracePt t="56871" x="5980113" y="4079875"/>
          <p14:tracePt t="56888" x="5938838" y="4079875"/>
          <p14:tracePt t="56904" x="5905500" y="4097338"/>
          <p14:tracePt t="56921" x="5872163" y="4113213"/>
          <p14:tracePt t="56938" x="5854700" y="4113213"/>
          <p14:tracePt t="56954" x="5838825" y="4129088"/>
          <p14:tracePt t="56971" x="5822950" y="4129088"/>
          <p14:tracePt t="56988" x="5805488" y="4146550"/>
          <p14:tracePt t="57037" x="5805488" y="4162425"/>
          <p14:tracePt t="57070" x="5789613" y="4179888"/>
          <p14:tracePt t="57088" x="5789613" y="4203700"/>
          <p14:tracePt t="57104" x="5789613" y="4237038"/>
          <p14:tracePt t="57121" x="5789613" y="4254500"/>
          <p14:tracePt t="57138" x="5789613" y="4303713"/>
          <p14:tracePt t="57154" x="5789613" y="4337050"/>
          <p14:tracePt t="57171" x="5789613" y="4352925"/>
          <p14:tracePt t="57188" x="5789613" y="4370388"/>
          <p14:tracePt t="57220" x="5789613" y="4386263"/>
          <p14:tracePt t="57343" x="5789613" y="4403725"/>
          <p14:tracePt t="57354" x="5805488" y="4403725"/>
          <p14:tracePt t="57387" x="5822950" y="4403725"/>
          <p14:tracePt t="57420" x="5838825" y="4419600"/>
          <p14:tracePt t="57438" x="5854700" y="4419600"/>
          <p14:tracePt t="57454" x="5888038" y="4419600"/>
          <p14:tracePt t="57471" x="5905500" y="4419600"/>
          <p14:tracePt t="57488" x="5954713" y="4419600"/>
          <p14:tracePt t="57504" x="6013450" y="4419600"/>
          <p14:tracePt t="57521" x="6046788" y="4419600"/>
          <p14:tracePt t="57538" x="6080125" y="4419600"/>
          <p14:tracePt t="57554" x="6111875" y="4419600"/>
          <p14:tracePt t="57571" x="6145213" y="4419600"/>
          <p14:tracePt t="57588" x="6178550" y="4419600"/>
          <p14:tracePt t="57604" x="6253163" y="4419600"/>
          <p14:tracePt t="57621" x="6270625" y="4419600"/>
          <p14:tracePt t="57638" x="6303963" y="4419600"/>
          <p14:tracePt t="57654" x="6353175" y="4419600"/>
          <p14:tracePt t="57671" x="6402388" y="4419600"/>
          <p14:tracePt t="57689" x="6453188" y="4419600"/>
          <p14:tracePt t="57704" x="6510338" y="4419600"/>
          <p14:tracePt t="57721" x="6561138" y="4419600"/>
          <p14:tracePt t="57738" x="6610350" y="4403725"/>
          <p14:tracePt t="57754" x="6692900" y="4403725"/>
          <p14:tracePt t="57771" x="6784975" y="4386263"/>
          <p14:tracePt t="57788" x="6883400" y="4386263"/>
          <p14:tracePt t="57804" x="6967538" y="4370388"/>
          <p14:tracePt t="57821" x="7058025" y="4352925"/>
          <p14:tracePt t="57838" x="7191375" y="4337050"/>
          <p14:tracePt t="57854" x="7256463" y="4337050"/>
          <p14:tracePt t="57871" x="7315200" y="4337050"/>
          <p14:tracePt t="57887" x="7348538" y="4321175"/>
          <p14:tracePt t="57904" x="7381875" y="4321175"/>
          <p14:tracePt t="57921" x="7397750" y="4321175"/>
          <p14:tracePt t="57937" x="7415213" y="4321175"/>
          <p14:tracePt t="57954" x="7431088" y="4321175"/>
          <p14:tracePt t="57971" x="7464425" y="4321175"/>
          <p14:tracePt t="58004" x="7480300" y="4321175"/>
          <p14:tracePt t="58021" x="7497763" y="4321175"/>
          <p14:tracePt t="58038" x="7513638" y="4321175"/>
          <p14:tracePt t="58054" x="7531100" y="4321175"/>
          <p14:tracePt t="58071" x="7546975" y="4321175"/>
          <p14:tracePt t="58088" x="7572375" y="4321175"/>
          <p14:tracePt t="58120" x="7588250" y="4321175"/>
          <p14:tracePt t="58693" x="7588250" y="4303713"/>
          <p14:tracePt t="58704" x="7572375" y="4270375"/>
          <p14:tracePt t="58721" x="7513638" y="4129088"/>
          <p14:tracePt t="58738" x="7480300" y="4013200"/>
          <p14:tracePt t="58754" x="7448550" y="3922713"/>
          <p14:tracePt t="58771" x="7415213" y="3856038"/>
          <p14:tracePt t="58788" x="7415213" y="3840163"/>
          <p14:tracePt t="58804" x="7397750" y="3840163"/>
          <p14:tracePt t="58821" x="7397750" y="3822700"/>
          <p14:tracePt t="58838" x="7381875" y="3822700"/>
          <p14:tracePt t="58854" x="7364413" y="3822700"/>
          <p14:tracePt t="58871" x="7348538" y="3806825"/>
          <p14:tracePt t="58888" x="7315200" y="3806825"/>
          <p14:tracePt t="58904" x="7256463" y="3806825"/>
          <p14:tracePt t="58921" x="7107238" y="3806825"/>
          <p14:tracePt t="58938" x="7058025" y="3806825"/>
          <p14:tracePt t="58954" x="6916738" y="3806825"/>
          <p14:tracePt t="58971" x="6710363" y="3789363"/>
          <p14:tracePt t="58988" x="6592888" y="3789363"/>
          <p14:tracePt t="59004" x="6469063" y="3773488"/>
          <p14:tracePt t="59021" x="6337300" y="3756025"/>
          <p14:tracePt t="59038" x="6196013" y="3740150"/>
          <p14:tracePt t="59054" x="6096000" y="3722688"/>
          <p14:tracePt t="59071" x="5980113" y="3722688"/>
          <p14:tracePt t="59088" x="5854700" y="3722688"/>
          <p14:tracePt t="59104" x="5738813" y="3722688"/>
          <p14:tracePt t="59121" x="5614988" y="3722688"/>
          <p14:tracePt t="59138" x="5532438" y="3722688"/>
          <p14:tracePt t="59154" x="5448300" y="3740150"/>
          <p14:tracePt t="59171" x="5373688" y="3740150"/>
          <p14:tracePt t="59188" x="5341938" y="3756025"/>
          <p14:tracePt t="59204" x="5324475" y="3773488"/>
          <p14:tracePt t="59221" x="5308600" y="3773488"/>
          <p14:tracePt t="59238" x="5291138" y="3789363"/>
          <p14:tracePt t="59254" x="5275263" y="3789363"/>
          <p14:tracePt t="59271" x="5257800" y="3806825"/>
          <p14:tracePt t="59288" x="5257800" y="3822700"/>
          <p14:tracePt t="59304" x="5241925" y="3822700"/>
          <p14:tracePt t="59321" x="5192713" y="3871913"/>
          <p14:tracePt t="59338" x="5149850" y="3905250"/>
          <p14:tracePt t="59354" x="5100638" y="3963988"/>
          <p14:tracePt t="59371" x="5067300" y="3997325"/>
          <p14:tracePt t="59388" x="5051425" y="4030663"/>
          <p14:tracePt t="59420" x="5033963" y="4046538"/>
          <p14:tracePt t="59438" x="5033963" y="4064000"/>
          <p14:tracePt t="59470" x="5033963" y="4079875"/>
          <p14:tracePt t="59487" x="5033963" y="4097338"/>
          <p14:tracePt t="59504" x="5033963" y="4113213"/>
          <p14:tracePt t="59521" x="5033963" y="4162425"/>
          <p14:tracePt t="59538" x="5067300" y="4237038"/>
          <p14:tracePt t="59554" x="5100638" y="4303713"/>
          <p14:tracePt t="59571" x="5133975" y="4370388"/>
          <p14:tracePt t="59588" x="5149850" y="4419600"/>
          <p14:tracePt t="59604" x="5175250" y="4460875"/>
          <p14:tracePt t="59621" x="5192713" y="4460875"/>
          <p14:tracePt t="59638" x="5192713" y="4478338"/>
          <p14:tracePt t="59814" x="5208588" y="4478338"/>
          <p14:tracePt t="59837" x="5224463" y="4478338"/>
          <p14:tracePt t="59854" x="5241925" y="4478338"/>
          <p14:tracePt t="59871" x="5257800" y="4478338"/>
          <p14:tracePt t="59888" x="5275263" y="4478338"/>
          <p14:tracePt t="59904" x="5308600" y="4460875"/>
          <p14:tracePt t="59921" x="5341938" y="4460875"/>
          <p14:tracePt t="59938" x="5357813" y="4460875"/>
          <p14:tracePt t="59954" x="5391150" y="4437063"/>
          <p14:tracePt t="59971" x="5407025" y="4437063"/>
          <p14:tracePt t="59988" x="5448300" y="4419600"/>
          <p14:tracePt t="60004" x="5481638" y="4419600"/>
          <p14:tracePt t="60021" x="5532438" y="4403725"/>
          <p14:tracePt t="60038" x="5565775" y="4403725"/>
          <p14:tracePt t="60054" x="5599113" y="4386263"/>
          <p14:tracePt t="60071" x="5630863" y="4386263"/>
          <p14:tracePt t="60088" x="5648325" y="4370388"/>
          <p14:tracePt t="60104" x="5664200" y="4370388"/>
          <p14:tracePt t="60121" x="5705475" y="4352925"/>
          <p14:tracePt t="60138" x="5722938" y="4337050"/>
          <p14:tracePt t="60154" x="5738813" y="4321175"/>
          <p14:tracePt t="60171" x="5756275" y="4303713"/>
          <p14:tracePt t="60188" x="5772150" y="4303713"/>
          <p14:tracePt t="60204" x="5772150" y="4287838"/>
          <p14:tracePt t="60221" x="5789613" y="4270375"/>
          <p14:tracePt t="60238" x="5805488" y="4254500"/>
          <p14:tracePt t="60254" x="5805488" y="4237038"/>
          <p14:tracePt t="60271" x="5805488" y="4221163"/>
          <p14:tracePt t="60320" x="5805488" y="4203700"/>
          <p14:tracePt t="60353" x="5789613" y="4203700"/>
          <p14:tracePt t="60387" x="5772150" y="4162425"/>
          <p14:tracePt t="60404" x="5738813" y="4146550"/>
          <p14:tracePt t="60421" x="5722938" y="4113213"/>
          <p14:tracePt t="60437" x="5681663" y="4097338"/>
          <p14:tracePt t="60454" x="5664200" y="4079875"/>
          <p14:tracePt t="60471" x="5648325" y="4064000"/>
          <p14:tracePt t="60504" x="5630863" y="4064000"/>
          <p14:tracePt t="60537" x="5614988" y="4046538"/>
          <p14:tracePt t="60554" x="5599113" y="4046538"/>
          <p14:tracePt t="60571" x="5581650" y="4046538"/>
          <p14:tracePt t="60588" x="5565775" y="4046538"/>
          <p14:tracePt t="60604" x="5548313" y="4046538"/>
          <p14:tracePt t="60621" x="5514975" y="4046538"/>
          <p14:tracePt t="60638" x="5465763" y="4046538"/>
          <p14:tracePt t="60670" x="5448300" y="4046538"/>
          <p14:tracePt t="60688" x="5424488" y="4046538"/>
          <p14:tracePt t="60704" x="5407025" y="4046538"/>
          <p14:tracePt t="60737" x="5391150" y="4046538"/>
          <p14:tracePt t="60754" x="5373688" y="4046538"/>
          <p14:tracePt t="60787" x="5357813" y="4046538"/>
          <p14:tracePt t="60853" x="5357813" y="4064000"/>
          <p14:tracePt t="60887" x="5341938" y="4064000"/>
          <p14:tracePt t="60904" x="5341938" y="4079875"/>
          <p14:tracePt t="60921" x="5324475" y="4097338"/>
          <p14:tracePt t="60937" x="5308600" y="4097338"/>
          <p14:tracePt t="60954" x="5291138" y="4113213"/>
          <p14:tracePt t="60971" x="5275263" y="4129088"/>
          <p14:tracePt t="61003" x="5257800" y="4146550"/>
          <p14:tracePt t="61021" x="5241925" y="4162425"/>
          <p14:tracePt t="61037" x="5224463" y="4179888"/>
          <p14:tracePt t="61054" x="5208588" y="4203700"/>
          <p14:tracePt t="61071" x="5175250" y="4221163"/>
          <p14:tracePt t="61088" x="5149850" y="4237038"/>
          <p14:tracePt t="63296" x="5175250" y="4237038"/>
          <p14:tracePt t="63305" x="5192713" y="4221163"/>
          <p14:tracePt t="63321" x="5241925" y="4179888"/>
          <p14:tracePt t="63338" x="5391150" y="4113213"/>
          <p14:tracePt t="63354" x="5465763" y="4079875"/>
          <p14:tracePt t="63371" x="5532438" y="4064000"/>
          <p14:tracePt t="63387" x="5630863" y="4030663"/>
          <p14:tracePt t="63404" x="5681663" y="4030663"/>
          <p14:tracePt t="63421" x="5805488" y="3997325"/>
          <p14:tracePt t="63438" x="5905500" y="3979863"/>
          <p14:tracePt t="63454" x="6046788" y="3946525"/>
          <p14:tracePt t="63471" x="6111875" y="3922713"/>
          <p14:tracePt t="63488" x="6178550" y="3905250"/>
          <p14:tracePt t="63504" x="6211888" y="3905250"/>
          <p14:tracePt t="63521" x="6286500" y="3889375"/>
          <p14:tracePt t="63538" x="6353175" y="3889375"/>
          <p14:tracePt t="63554" x="6486525" y="3889375"/>
          <p14:tracePt t="63571" x="6543675" y="3889375"/>
          <p14:tracePt t="63588" x="6592888" y="3889375"/>
          <p14:tracePt t="63604" x="6610350" y="3889375"/>
          <p14:tracePt t="63621" x="6626225" y="3889375"/>
          <p14:tracePt t="63638" x="6643688" y="3889375"/>
          <p14:tracePt t="63903" x="6659563" y="3889375"/>
          <p14:tracePt t="63921" x="6659563" y="3871913"/>
          <p14:tracePt t="63938" x="6677025" y="3871913"/>
          <p14:tracePt t="63954" x="6692900" y="3871913"/>
          <p14:tracePt t="64003" x="6710363" y="3871913"/>
          <p14:tracePt t="64203" x="6692900" y="3871913"/>
          <p14:tracePt t="64237" x="6677025" y="3871913"/>
          <p14:tracePt t="64270" x="6659563" y="3871913"/>
          <p14:tracePt t="64288" x="6643688" y="3856038"/>
          <p14:tracePt t="64304" x="6610350" y="3840163"/>
          <p14:tracePt t="64321" x="6561138" y="3806825"/>
          <p14:tracePt t="64338" x="6510338" y="3773488"/>
          <p14:tracePt t="64354" x="6469063" y="3773488"/>
          <p14:tracePt t="64371" x="6453188" y="3773488"/>
          <p14:tracePt t="64388" x="6419850" y="3756025"/>
          <p14:tracePt t="64404" x="6369050" y="3756025"/>
          <p14:tracePt t="64421" x="6337300" y="3740150"/>
          <p14:tracePt t="64438" x="6270625" y="3740150"/>
          <p14:tracePt t="64454" x="6237288" y="3740150"/>
          <p14:tracePt t="64471" x="6178550" y="3722688"/>
          <p14:tracePt t="64488" x="6145213" y="3722688"/>
          <p14:tracePt t="64504" x="6111875" y="3722688"/>
          <p14:tracePt t="64521" x="6080125" y="3722688"/>
          <p14:tracePt t="64537" x="6029325" y="3722688"/>
          <p14:tracePt t="64554" x="5980113" y="3722688"/>
          <p14:tracePt t="64571" x="5921375" y="3722688"/>
          <p14:tracePt t="64587" x="5888038" y="3722688"/>
          <p14:tracePt t="64604" x="5838825" y="3722688"/>
          <p14:tracePt t="64621" x="5805488" y="3722688"/>
          <p14:tracePt t="64638" x="5789613" y="3722688"/>
          <p14:tracePt t="64654" x="5772150" y="3722688"/>
          <p14:tracePt t="64703" x="5756275" y="3740150"/>
          <p14:tracePt t="64721" x="5738813" y="3740150"/>
          <p14:tracePt t="64738" x="5722938" y="3756025"/>
          <p14:tracePt t="64754" x="5705475" y="3756025"/>
          <p14:tracePt t="64771" x="5681663" y="3773488"/>
          <p14:tracePt t="64788" x="5648325" y="3773488"/>
          <p14:tracePt t="64804" x="5630863" y="3806825"/>
          <p14:tracePt t="64821" x="5581650" y="3822700"/>
          <p14:tracePt t="64838" x="5532438" y="3856038"/>
          <p14:tracePt t="64854" x="5481638" y="3889375"/>
          <p14:tracePt t="64871" x="5424488" y="3946525"/>
          <p14:tracePt t="64888" x="5357813" y="3997325"/>
          <p14:tracePt t="64904" x="5341938" y="3997325"/>
          <p14:tracePt t="64921" x="5324475" y="4030663"/>
          <p14:tracePt t="64937" x="5308600" y="4046538"/>
          <p14:tracePt t="64954" x="5291138" y="4079875"/>
          <p14:tracePt t="64971" x="5275263" y="4097338"/>
          <p14:tracePt t="64987" x="5275263" y="4113213"/>
          <p14:tracePt t="65020" x="5275263" y="4146550"/>
          <p14:tracePt t="65037" x="5275263" y="4162425"/>
          <p14:tracePt t="65054" x="5275263" y="4203700"/>
          <p14:tracePt t="65071" x="5275263" y="4221163"/>
          <p14:tracePt t="65088" x="5291138" y="4254500"/>
          <p14:tracePt t="65104" x="5308600" y="4270375"/>
          <p14:tracePt t="65121" x="5324475" y="4287838"/>
          <p14:tracePt t="65153" x="5341938" y="4303713"/>
          <p14:tracePt t="65188" x="5357813" y="4303713"/>
          <p14:tracePt t="65204" x="5373688" y="4321175"/>
          <p14:tracePt t="65237" x="5391150" y="4321175"/>
          <p14:tracePt t="65343" x="5391150" y="4337050"/>
          <p14:tracePt t="65354" x="5407025" y="4337050"/>
          <p14:tracePt t="65387" x="5424488" y="4337050"/>
          <p14:tracePt t="65404" x="5424488" y="4352925"/>
          <p14:tracePt t="65421" x="5448300" y="4352925"/>
          <p14:tracePt t="65453" x="5465763" y="4370388"/>
          <p14:tracePt t="65487" x="5481638" y="4370388"/>
          <p14:tracePt t="65520" x="5499100" y="4370388"/>
          <p14:tracePt t="65537" x="5514975" y="4370388"/>
          <p14:tracePt t="65554" x="5514975" y="4386263"/>
          <p14:tracePt t="65571" x="5532438" y="4386263"/>
          <p14:tracePt t="65604" x="5548313" y="4386263"/>
          <p14:tracePt t="65704" x="5565775" y="4386263"/>
          <p14:tracePt t="65770" x="5581650" y="4386263"/>
          <p14:tracePt t="65803" x="5599113" y="4386263"/>
          <p14:tracePt t="65837" x="5630863" y="4370388"/>
          <p14:tracePt t="65854" x="5664200" y="4337050"/>
          <p14:tracePt t="65871" x="5681663" y="4321175"/>
          <p14:tracePt t="65887" x="5705475" y="4303713"/>
          <p14:tracePt t="65904" x="5722938" y="4287838"/>
          <p14:tracePt t="65921" x="5738813" y="4254500"/>
          <p14:tracePt t="65937" x="5738813" y="4237038"/>
          <p14:tracePt t="65970" x="5738813" y="4221163"/>
          <p14:tracePt t="66004" x="5738813" y="4203700"/>
          <p14:tracePt t="66037" x="5722938" y="4203700"/>
          <p14:tracePt t="66054" x="5705475" y="4203700"/>
          <p14:tracePt t="66071" x="5681663" y="4179888"/>
          <p14:tracePt t="66142" x="5664200" y="4179888"/>
          <p14:tracePt t="66470" x="5630863" y="4179888"/>
          <p14:tracePt t="66487" x="5581650" y="4179888"/>
          <p14:tracePt t="66504" x="5465763" y="4179888"/>
          <p14:tracePt t="66521" x="5324475" y="4179888"/>
          <p14:tracePt t="66537" x="5208588" y="4203700"/>
          <p14:tracePt t="66554" x="5133975" y="4203700"/>
          <p14:tracePt t="66571" x="5100638" y="4203700"/>
          <p14:tracePt t="66588" x="5084763" y="4203700"/>
          <p14:tracePt t="66703" x="5100638" y="4203700"/>
          <p14:tracePt t="66770" x="5118100" y="4203700"/>
          <p14:tracePt t="66803" x="5133975" y="4203700"/>
          <p14:tracePt t="66821" x="5149850" y="4221163"/>
          <p14:tracePt t="66837" x="5192713" y="4221163"/>
          <p14:tracePt t="66854" x="5241925" y="4237038"/>
          <p14:tracePt t="66871" x="5257800" y="4237038"/>
          <p14:tracePt t="66887" x="5308600" y="4254500"/>
          <p14:tracePt t="66904" x="5341938" y="4254500"/>
          <p14:tracePt t="66921" x="5357813" y="4254500"/>
          <p14:tracePt t="66953" x="5373688" y="4254500"/>
          <p14:tracePt t="67270" x="5373688" y="4237038"/>
          <p14:tracePt t="67320" x="5357813" y="4221163"/>
          <p14:tracePt t="67353" x="5341938" y="4203700"/>
          <p14:tracePt t="67371" x="5308600" y="4162425"/>
          <p14:tracePt t="67387" x="5257800" y="4113213"/>
          <p14:tracePt t="67404" x="5192713" y="4046538"/>
          <p14:tracePt t="67421" x="5133975" y="4013200"/>
          <p14:tracePt t="67437" x="5084763" y="3979863"/>
          <p14:tracePt t="67454" x="5051425" y="3946525"/>
          <p14:tracePt t="67471" x="5018088" y="3946525"/>
          <p14:tracePt t="67487" x="4984750" y="3922713"/>
          <p14:tracePt t="67504" x="4935538" y="3922713"/>
          <p14:tracePt t="67521" x="4827588" y="3905250"/>
          <p14:tracePt t="67538" x="4727575" y="3889375"/>
          <p14:tracePt t="67554" x="4603750" y="3889375"/>
          <p14:tracePt t="67571" x="4454525" y="3889375"/>
          <p14:tracePt t="67588" x="4295775" y="3889375"/>
          <p14:tracePt t="67604" x="4164013" y="3946525"/>
          <p14:tracePt t="67884" x="4146550" y="3946525"/>
          <p14:tracePt t="67892" x="4089400" y="3946525"/>
          <p14:tracePt t="67904" x="4038600" y="3946525"/>
          <p14:tracePt t="67921" x="3906838" y="3946525"/>
          <p14:tracePt t="67938" x="3698875" y="3946525"/>
          <p14:tracePt t="67954" x="3441700" y="3946525"/>
          <p14:tracePt t="67971" x="3235325" y="3946525"/>
          <p14:tracePt t="67988" x="3052763" y="3946525"/>
          <p14:tracePt t="68004" x="2927350" y="3946525"/>
          <p14:tracePt t="68021" x="2811463" y="3946525"/>
          <p14:tracePt t="68037" x="2720975" y="3946525"/>
          <p14:tracePt t="68054" x="2654300" y="3946525"/>
          <p14:tracePt t="68071" x="2603500" y="3946525"/>
          <p14:tracePt t="68088" x="2571750" y="3946525"/>
          <p14:tracePt t="68104" x="2513013" y="3963988"/>
          <p14:tracePt t="68121" x="2430463" y="3963988"/>
          <p14:tracePt t="68137" x="2379663" y="3963988"/>
          <p14:tracePt t="68154" x="2297113" y="3963988"/>
          <p14:tracePt t="68171" x="2222500" y="3979863"/>
          <p14:tracePt t="68188" x="2173288" y="3979863"/>
          <p14:tracePt t="68204" x="2139950" y="3979863"/>
          <p14:tracePt t="68221" x="2106613" y="3997325"/>
          <p14:tracePt t="68253" x="2090738" y="4013200"/>
          <p14:tracePt t="68303" x="2090738" y="4030663"/>
          <p14:tracePt t="68321" x="2090738" y="4046538"/>
          <p14:tracePt t="68337" x="2090738" y="4097338"/>
          <p14:tracePt t="68354" x="2090738" y="4146550"/>
          <p14:tracePt t="68371" x="2073275" y="4179888"/>
          <p14:tracePt t="68387" x="2073275" y="4221163"/>
          <p14:tracePt t="68404" x="2057400" y="4237038"/>
          <p14:tracePt t="68421" x="2057400" y="4254500"/>
          <p14:tracePt t="68453" x="2057400" y="4270375"/>
          <p14:tracePt t="68471" x="2057400" y="4287838"/>
          <p14:tracePt t="68488" x="2057400" y="4303713"/>
          <p14:tracePt t="68520" x="2057400" y="4321175"/>
          <p14:tracePt t="68662" x="2057400" y="4337050"/>
          <p14:tracePt t="68687" x="2073275" y="4337050"/>
          <p14:tracePt t="68720" x="2106613" y="4337050"/>
          <p14:tracePt t="68753" x="2122488" y="4337050"/>
          <p14:tracePt t="68787" x="2139950" y="4337050"/>
          <p14:tracePt t="71346" x="2139950" y="4321175"/>
          <p14:tracePt t="72237" x="2155825" y="4337050"/>
          <p14:tracePt t="72254" x="2173288" y="4337050"/>
          <p14:tracePt t="72520" x="2189163" y="4337050"/>
          <p14:tracePt t="72538" x="2379663" y="4254500"/>
          <p14:tracePt t="72554" x="2994025" y="3997325"/>
          <p14:tracePt t="72571" x="4470400" y="3467100"/>
          <p14:tracePt t="72588" x="6013450" y="2935288"/>
          <p14:tracePt t="72604" x="6934200" y="2636838"/>
          <p14:tracePt t="72621" x="7672388" y="2420938"/>
          <p14:tracePt t="72638" x="8850313" y="2106613"/>
          <p14:tracePt t="72654" x="9637713" y="1973263"/>
          <p14:tracePt t="72671" x="10167938" y="1924050"/>
          <p14:tracePt t="72688" x="10599738" y="1898650"/>
          <p14:tracePt t="72704" x="11014075" y="1898650"/>
          <p14:tracePt t="72721" x="11271250" y="1898650"/>
          <p14:tracePt t="72738" x="11387138" y="1939925"/>
          <p14:tracePt t="72754" x="11503025" y="2006600"/>
          <p14:tracePt t="72771" x="11595100" y="2122488"/>
          <p14:tracePt t="72787" x="11677650" y="2281238"/>
          <p14:tracePt t="72804" x="11760200" y="2487613"/>
          <p14:tracePt t="72821" x="11818938" y="2587625"/>
          <p14:tracePt t="72838" x="11868150" y="2711450"/>
          <p14:tracePt t="72854" x="11901488" y="2827338"/>
          <p14:tracePt t="72871" x="11968163" y="2968625"/>
          <p14:tracePt t="72888" x="12125325" y="3341688"/>
          <p14:tracePt t="73220" x="12142788" y="4768850"/>
          <p14:tracePt t="73238" x="12017375" y="4833938"/>
          <p14:tracePt t="73254" x="11868150" y="4918075"/>
          <p14:tracePt t="73271" x="11677650" y="5008563"/>
          <p14:tracePt t="73288" x="11404600" y="5108575"/>
          <p14:tracePt t="73304" x="11163300" y="5191125"/>
          <p14:tracePt t="73321" x="10939463" y="5265738"/>
          <p14:tracePt t="73337" x="10756900" y="5314950"/>
          <p14:tracePt t="73354" x="10566400" y="5365750"/>
          <p14:tracePt t="73371" x="10391775" y="5399088"/>
          <p14:tracePt t="73387" x="10293350" y="5399088"/>
          <p14:tracePt t="73404" x="10209213" y="5399088"/>
          <p14:tracePt t="73421" x="10134600" y="5399088"/>
          <p14:tracePt t="73437" x="10069513" y="5399088"/>
          <p14:tracePt t="73454" x="10018713" y="5399088"/>
          <p14:tracePt t="73471" x="9928225" y="5381625"/>
          <p14:tracePt t="73487" x="9877425" y="5365750"/>
          <p14:tracePt t="73504" x="9794875" y="5348288"/>
          <p14:tracePt t="73521" x="9745663" y="5314950"/>
          <p14:tracePt t="73537" x="9637713" y="5281613"/>
          <p14:tracePt t="73554" x="9537700" y="5249863"/>
          <p14:tracePt t="73571" x="9331325" y="5157788"/>
          <p14:tracePt t="73587" x="9231313" y="5124450"/>
          <p14:tracePt t="73604" x="9090025" y="5057775"/>
          <p14:tracePt t="73621" x="9023350" y="5026025"/>
          <p14:tracePt t="73638" x="8990013" y="5008563"/>
          <p14:tracePt t="73654" x="8990013" y="4992688"/>
          <p14:tracePt t="73671" x="8974138" y="4959350"/>
          <p14:tracePt t="73703" x="8974138" y="4900613"/>
          <p14:tracePt t="73721" x="8956675" y="4867275"/>
          <p14:tracePt t="73737" x="8956675" y="4833938"/>
          <p14:tracePt t="73754" x="8956675" y="4784725"/>
          <p14:tracePt t="73771" x="8956675" y="4751388"/>
          <p14:tracePt t="73787" x="8956675" y="4694238"/>
          <p14:tracePt t="73804" x="8956675" y="4576763"/>
          <p14:tracePt t="73821" x="8956675" y="4478338"/>
          <p14:tracePt t="73837" x="8990013" y="4386263"/>
          <p14:tracePt t="73854" x="9007475" y="4321175"/>
          <p14:tracePt t="73871" x="9040813" y="4287838"/>
          <p14:tracePt t="73887" x="9074150" y="4254500"/>
          <p14:tracePt t="73904" x="9164638" y="4237038"/>
          <p14:tracePt t="73921" x="9280525" y="4221163"/>
          <p14:tracePt t="73938" x="9396413" y="4221163"/>
          <p14:tracePt t="73954" x="9488488" y="4221163"/>
          <p14:tracePt t="73971" x="9620250" y="4221163"/>
          <p14:tracePt t="73987" x="9712325" y="4237038"/>
          <p14:tracePt t="74004" x="9779000" y="4270375"/>
          <p14:tracePt t="74021" x="9844088" y="4321175"/>
          <p14:tracePt t="74037" x="9894888" y="4352925"/>
          <p14:tracePt t="74054" x="9910763" y="4386263"/>
          <p14:tracePt t="74071" x="9969500" y="4478338"/>
          <p14:tracePt t="74087" x="9969500" y="4527550"/>
          <p14:tracePt t="74104" x="9985375" y="4610100"/>
          <p14:tracePt t="74121" x="9985375" y="4694238"/>
          <p14:tracePt t="74137" x="9969500" y="4784725"/>
          <p14:tracePt t="74154" x="9910763" y="4884738"/>
          <p14:tracePt t="74171" x="9861550" y="5008563"/>
          <p14:tracePt t="74188" x="9794875" y="5124450"/>
          <p14:tracePt t="74204" x="9745663" y="5157788"/>
          <p14:tracePt t="74221" x="9653588" y="5265738"/>
          <p14:tracePt t="74238" x="9571038" y="5332413"/>
          <p14:tracePt t="74254" x="9488488" y="5399088"/>
          <p14:tracePt t="74271" x="9396413" y="5448300"/>
          <p14:tracePt t="74288" x="9313863" y="5489575"/>
          <p14:tracePt t="74304" x="9247188" y="5522913"/>
          <p14:tracePt t="74321" x="9164638" y="5522913"/>
          <p14:tracePt t="74338" x="9148763" y="5522913"/>
          <p14:tracePt t="74354" x="9056688" y="5522913"/>
          <p14:tracePt t="74371" x="8940800" y="5448300"/>
          <p14:tracePt t="74388" x="8832850" y="5399088"/>
          <p14:tracePt t="74404" x="8750300" y="5348288"/>
          <p14:tracePt t="74421" x="8699500" y="5281613"/>
          <p14:tracePt t="74437" x="8667750" y="5249863"/>
          <p14:tracePt t="74454" x="8634413" y="5191125"/>
          <p14:tracePt t="74471" x="8593138" y="5091113"/>
          <p14:tracePt t="74487" x="8526463" y="4918075"/>
          <p14:tracePt t="74504" x="8509000" y="4784725"/>
          <p14:tracePt t="74521" x="8493125" y="4718050"/>
          <p14:tracePt t="74537" x="8475663" y="4627563"/>
          <p14:tracePt t="74554" x="8475663" y="4560888"/>
          <p14:tracePt t="74571" x="8509000" y="4478338"/>
          <p14:tracePt t="74587" x="8650288" y="4321175"/>
          <p14:tracePt t="74604" x="8732838" y="4237038"/>
          <p14:tracePt t="74621" x="8907463" y="4097338"/>
          <p14:tracePt t="74637" x="8974138" y="4046538"/>
          <p14:tracePt t="74654" x="9148763" y="3922713"/>
          <p14:tracePt t="74671" x="9247188" y="3905250"/>
          <p14:tracePt t="74687" x="9363075" y="3905250"/>
          <p14:tracePt t="74704" x="9471025" y="3905250"/>
          <p14:tracePt t="74721" x="9604375" y="3922713"/>
          <p14:tracePt t="74737" x="9761538" y="3997325"/>
          <p14:tracePt t="74754" x="9861550" y="4030663"/>
          <p14:tracePt t="74771" x="9928225" y="4079875"/>
          <p14:tracePt t="74788" x="10052050" y="4179888"/>
          <p14:tracePt t="74804" x="10069513" y="4221163"/>
          <p14:tracePt t="74821" x="10118725" y="4352925"/>
          <p14:tracePt t="74839" x="10167938" y="4643438"/>
          <p14:tracePt t="74854" x="10167938" y="4851400"/>
          <p14:tracePt t="74871" x="10118725" y="5008563"/>
          <p14:tracePt t="74888" x="10052050" y="5124450"/>
          <p14:tracePt t="74904" x="9985375" y="5191125"/>
          <p14:tracePt t="74921" x="9910763" y="5232400"/>
          <p14:tracePt t="74937" x="9877425" y="5265738"/>
          <p14:tracePt t="74954" x="9844088" y="5265738"/>
          <p14:tracePt t="74971" x="9828213" y="5265738"/>
          <p14:tracePt t="75787" x="9794875" y="5265738"/>
          <p14:tracePt t="75804" x="9694863" y="5232400"/>
          <p14:tracePt t="75821" x="9555163" y="5175250"/>
          <p14:tracePt t="75837" x="9297988" y="5075238"/>
          <p14:tracePt t="75854" x="9148763" y="5008563"/>
          <p14:tracePt t="75871" x="8816975" y="4900613"/>
          <p14:tracePt t="75887" x="8493125" y="4818063"/>
          <p14:tracePt t="75904" x="8078788" y="4694238"/>
          <p14:tracePt t="75921" x="7705725" y="4594225"/>
          <p14:tracePt t="75937" x="7546975" y="4576763"/>
          <p14:tracePt t="75954" x="7158038" y="4478338"/>
          <p14:tracePt t="75971" x="6916738" y="4437063"/>
          <p14:tracePt t="75987" x="6818313" y="4403725"/>
          <p14:tracePt t="76004" x="6592888" y="4370388"/>
          <p14:tracePt t="76021" x="6369050" y="4337050"/>
          <p14:tracePt t="76038" x="6253163" y="4321175"/>
          <p14:tracePt t="76054" x="6129338" y="4303713"/>
          <p14:tracePt t="76071" x="6062663" y="4287838"/>
          <p14:tracePt t="76088" x="6029325" y="4287838"/>
          <p14:tracePt t="76104" x="6013450" y="4270375"/>
          <p14:tracePt t="76137" x="5995988" y="4254500"/>
          <p14:tracePt t="76154" x="5980113" y="4254500"/>
          <p14:tracePt t="76414" x="5938838" y="4254500"/>
          <p14:tracePt t="76422" x="5872163" y="4254500"/>
          <p14:tracePt t="76438" x="5805488" y="4254500"/>
          <p14:tracePt t="76454" x="5614988" y="4237038"/>
          <p14:tracePt t="76471" x="5208588" y="4162425"/>
          <p14:tracePt t="76487" x="4694238" y="4064000"/>
          <p14:tracePt t="76504" x="4130675" y="3979863"/>
          <p14:tracePt t="76521" x="3922713" y="3946525"/>
          <p14:tracePt t="76538" x="3582988" y="3889375"/>
          <p14:tracePt t="76554" x="3168650" y="3822700"/>
          <p14:tracePt t="76571" x="2894013" y="3773488"/>
          <p14:tracePt t="76588" x="2754313" y="3756025"/>
          <p14:tracePt t="76604" x="2654300" y="3740150"/>
          <p14:tracePt t="76621" x="2587625" y="3722688"/>
          <p14:tracePt t="76637" x="2554288" y="3722688"/>
          <p14:tracePt t="76654" x="2538413" y="3722688"/>
          <p14:tracePt t="76671" x="2513013" y="3722688"/>
          <p14:tracePt t="76687" x="2497138" y="3722688"/>
          <p14:tracePt t="76704" x="2430463" y="3722688"/>
          <p14:tracePt t="76721" x="2413000" y="3722688"/>
          <p14:tracePt t="76737" x="2363788" y="3722688"/>
          <p14:tracePt t="76754" x="2314575" y="3722688"/>
          <p14:tracePt t="76771" x="2222500" y="3740150"/>
          <p14:tracePt t="76787" x="2139950" y="3756025"/>
          <p14:tracePt t="76804" x="2090738" y="3789363"/>
          <p14:tracePt t="76821" x="2039938" y="3806825"/>
          <p14:tracePt t="76837" x="1982788" y="3822700"/>
          <p14:tracePt t="76854" x="1949450" y="3856038"/>
          <p14:tracePt t="76871" x="1931988" y="3871913"/>
          <p14:tracePt t="76887" x="1916113" y="3889375"/>
          <p14:tracePt t="76904" x="1898650" y="3905250"/>
          <p14:tracePt t="76921" x="1898650" y="3922713"/>
          <p14:tracePt t="76937" x="1898650" y="3946525"/>
          <p14:tracePt t="76954" x="1898650" y="3997325"/>
          <p14:tracePt t="76971" x="1898650" y="4064000"/>
          <p14:tracePt t="76987" x="1898650" y="4129088"/>
          <p14:tracePt t="77004" x="1898650" y="4203700"/>
          <p14:tracePt t="77021" x="1898650" y="4237038"/>
          <p14:tracePt t="77037" x="1898650" y="4254500"/>
          <p14:tracePt t="77054" x="1898650" y="4270375"/>
          <p14:tracePt t="77171" x="1916113" y="4254500"/>
          <p14:tracePt t="77188" x="1931988" y="4254500"/>
          <p14:tracePt t="77204" x="1949450" y="4237038"/>
          <p14:tracePt t="77221" x="1949450" y="4221163"/>
          <p14:tracePt t="77237" x="1965325" y="4221163"/>
          <p14:tracePt t="77254" x="1982788" y="4221163"/>
          <p14:tracePt t="77720" x="2039938" y="4221163"/>
          <p14:tracePt t="77738" x="2155825" y="4203700"/>
          <p14:tracePt t="77754" x="2239963" y="4179888"/>
          <p14:tracePt t="77771" x="2330450" y="4162425"/>
          <p14:tracePt t="77788" x="2397125" y="4162425"/>
          <p14:tracePt t="77804" x="2413000" y="4146550"/>
          <p14:tracePt t="77821" x="2430463" y="4146550"/>
          <p14:tracePt t="77837" x="2446338" y="4146550"/>
          <p14:tracePt t="78003" x="2430463" y="4146550"/>
          <p14:tracePt t="78037" x="2413000" y="4129088"/>
          <p14:tracePt t="78054" x="2397125" y="4113213"/>
          <p14:tracePt t="78071" x="2363788" y="4113213"/>
          <p14:tracePt t="78087" x="2330450" y="4097338"/>
          <p14:tracePt t="78104" x="2314575" y="4097338"/>
          <p14:tracePt t="78121" x="2263775" y="4079875"/>
          <p14:tracePt t="78137" x="2239963" y="4079875"/>
          <p14:tracePt t="78154" x="2206625" y="4079875"/>
          <p14:tracePt t="78171" x="2189163" y="4064000"/>
          <p14:tracePt t="78220" x="2173288" y="4064000"/>
          <p14:tracePt t="78612" x="2189163" y="4064000"/>
          <p14:tracePt t="78687" x="2206625" y="4064000"/>
          <p14:tracePt t="78705" x="2222500" y="4064000"/>
          <p14:tracePt t="78720" x="2239963" y="4064000"/>
          <p14:tracePt t="78737" x="2297113" y="4064000"/>
          <p14:tracePt t="78754" x="2347913" y="4064000"/>
          <p14:tracePt t="78771" x="2430463" y="4064000"/>
          <p14:tracePt t="78787" x="2513013" y="4064000"/>
          <p14:tracePt t="78804" x="2571750" y="4079875"/>
          <p14:tracePt t="78821" x="2587625" y="4079875"/>
          <p14:tracePt t="78837" x="2620963" y="4079875"/>
          <p14:tracePt t="78854" x="2636838" y="4079875"/>
          <p14:tracePt t="78871" x="2654300" y="4079875"/>
          <p14:tracePt t="79089" x="2670175" y="4079875"/>
          <p14:tracePt t="79104" x="2754313" y="4079875"/>
          <p14:tracePt t="79121" x="3184525" y="4146550"/>
          <p14:tracePt t="79137" x="3632200" y="4203700"/>
          <p14:tracePt t="79154" x="4246563" y="4287838"/>
          <p14:tracePt t="79171" x="4603750" y="4303713"/>
          <p14:tracePt t="79188" x="5033963" y="4337050"/>
          <p14:tracePt t="79204" x="5192713" y="4337050"/>
          <p14:tracePt t="79221" x="5481638" y="4337050"/>
          <p14:tracePt t="79237" x="5614988" y="4352925"/>
          <p14:tracePt t="79254" x="5648325" y="4352925"/>
          <p14:tracePt t="79271" x="5705475" y="4352925"/>
          <p14:tracePt t="79287" x="5738813" y="4370388"/>
          <p14:tracePt t="79304" x="5756275" y="4370388"/>
          <p14:tracePt t="79321" x="5772150" y="4370388"/>
          <p14:tracePt t="79353" x="5789613" y="4370388"/>
          <p14:tracePt t="79371" x="5838825" y="4370388"/>
          <p14:tracePt t="79387" x="5905500" y="4370388"/>
          <p14:tracePt t="79404" x="5995988" y="4370388"/>
          <p14:tracePt t="79421" x="6178550" y="4352925"/>
          <p14:tracePt t="79437" x="6303963" y="4337050"/>
          <p14:tracePt t="79454" x="6402388" y="4321175"/>
          <p14:tracePt t="79471" x="6486525" y="4321175"/>
          <p14:tracePt t="79487" x="6527800" y="4321175"/>
          <p14:tracePt t="79504" x="6561138" y="4321175"/>
          <p14:tracePt t="79566" x="6543675" y="4321175"/>
          <p14:tracePt t="79574" x="6510338" y="4321175"/>
          <p14:tracePt t="79587" x="6469063" y="4321175"/>
          <p14:tracePt t="79604" x="6419850" y="4352925"/>
          <p14:tracePt t="79621" x="6353175" y="4386263"/>
          <p14:tracePt t="79637" x="6319838" y="4403725"/>
          <p14:tracePt t="79654" x="6303963" y="4419600"/>
          <p14:tracePt t="79671" x="6286500" y="4437063"/>
          <p14:tracePt t="79720" x="6286500" y="4460875"/>
          <p14:tracePt t="79737" x="6270625" y="4460875"/>
          <p14:tracePt t="79770" x="6253163" y="4478338"/>
          <p14:tracePt t="79787" x="6253163" y="4494213"/>
          <p14:tracePt t="79804" x="6237288" y="4494213"/>
          <p14:tracePt t="79821" x="6211888" y="4511675"/>
          <p14:tracePt t="79837" x="6196013" y="4511675"/>
          <p14:tracePt t="79854" x="6178550" y="4527550"/>
          <p14:tracePt t="79871" x="6162675" y="4545013"/>
          <p14:tracePt t="79887" x="6145213" y="4545013"/>
          <p14:tracePt t="79904" x="6129338" y="4560888"/>
          <p14:tracePt t="80103" x="6129338" y="4545013"/>
          <p14:tracePt t="80137" x="6129338" y="4527550"/>
          <p14:tracePt t="80170" x="6129338" y="4511675"/>
          <p14:tracePt t="80188" x="6129338" y="4494213"/>
          <p14:tracePt t="80204" x="6129338" y="4478338"/>
          <p14:tracePt t="80221" x="6129338" y="4460875"/>
          <p14:tracePt t="80253" x="6129338" y="4419600"/>
          <p14:tracePt t="80271" x="6129338" y="4386263"/>
          <p14:tracePt t="80287" x="6129338" y="4352925"/>
          <p14:tracePt t="80304" x="6129338" y="4321175"/>
          <p14:tracePt t="80321" x="6129338" y="4303713"/>
          <p14:tracePt t="80337" x="6129338" y="4270375"/>
          <p14:tracePt t="80370" x="6129338" y="4237038"/>
          <p14:tracePt t="80387" x="6129338" y="4203700"/>
          <p14:tracePt t="80404" x="6145213" y="4179888"/>
          <p14:tracePt t="80421" x="6145213" y="4162425"/>
          <p14:tracePt t="80437" x="6162675" y="4146550"/>
          <p14:tracePt t="80486" x="6178550" y="4146550"/>
          <p14:tracePt t="80520" x="6196013" y="4146550"/>
          <p14:tracePt t="80553" x="6237288" y="4146550"/>
          <p14:tracePt t="80571" x="6237288" y="4162425"/>
          <p14:tracePt t="80587" x="6270625" y="4162425"/>
          <p14:tracePt t="80604" x="6286500" y="4179888"/>
          <p14:tracePt t="80636" x="6303963" y="4179888"/>
          <p14:tracePt t="80654" x="6303963" y="4203700"/>
          <p14:tracePt t="80687" x="6303963" y="4221163"/>
          <p14:tracePt t="80920" x="6337300" y="4221163"/>
          <p14:tracePt t="80938" x="6561138" y="4221163"/>
          <p14:tracePt t="80954" x="6726238" y="4221163"/>
          <p14:tracePt t="80971" x="7016750" y="4221163"/>
          <p14:tracePt t="80987" x="7397750" y="4221163"/>
          <p14:tracePt t="81004" x="7737475" y="4221163"/>
          <p14:tracePt t="81021" x="7962900" y="4221163"/>
          <p14:tracePt t="81037" x="8061325" y="4221163"/>
          <p14:tracePt t="81054" x="8169275" y="4221163"/>
          <p14:tracePt t="81071" x="8202613" y="4221163"/>
          <p14:tracePt t="81087" x="8251825" y="4237038"/>
          <p14:tracePt t="81104" x="8318500" y="4287838"/>
          <p14:tracePt t="81121" x="8393113" y="4370388"/>
          <p14:tracePt t="81137" x="8443913" y="4437063"/>
          <p14:tracePt t="81154" x="8493125" y="4511675"/>
          <p14:tracePt t="81171" x="8542338" y="4545013"/>
          <p14:tracePt t="81188" x="8575675" y="4576763"/>
          <p14:tracePt t="81204" x="8609013" y="4594225"/>
          <p14:tracePt t="81221" x="8667750" y="4627563"/>
          <p14:tracePt t="81237" x="8716963" y="4643438"/>
          <p14:tracePt t="81254" x="8783638" y="4660900"/>
          <p14:tracePt t="81271" x="8816975" y="4660900"/>
          <p14:tracePt t="81287" x="8866188" y="4676775"/>
          <p14:tracePt t="81304" x="8924925" y="4676775"/>
          <p14:tracePt t="81321" x="9007475" y="4676775"/>
          <p14:tracePt t="81337" x="9074150" y="4660900"/>
          <p14:tracePt t="81354" x="9148763" y="4610100"/>
          <p14:tracePt t="81371" x="9213850" y="4560888"/>
          <p14:tracePt t="81388" x="9264650" y="4511675"/>
          <p14:tracePt t="81404" x="9297988" y="4478338"/>
          <p14:tracePt t="81421" x="9313863" y="4460875"/>
          <p14:tracePt t="81437" x="9313863" y="4437063"/>
          <p14:tracePt t="81470" x="9331325" y="4437063"/>
          <p14:tracePt t="81487" x="9331325" y="4419600"/>
          <p14:tracePt t="81504" x="9347200" y="4403725"/>
          <p14:tracePt t="81521" x="9363075" y="4386263"/>
          <p14:tracePt t="81537" x="9380538" y="4370388"/>
          <p14:tracePt t="81554" x="9396413" y="4352925"/>
          <p14:tracePt t="81605" x="9363075" y="4352925"/>
          <p14:tracePt t="81637" x="9297988" y="4352925"/>
          <p14:tracePt t="81654" x="9264650" y="4370388"/>
          <p14:tracePt t="81671" x="9247188" y="4370388"/>
          <p14:tracePt t="81688" x="9213850" y="4370388"/>
          <p14:tracePt t="81720" x="9197975" y="4370388"/>
          <p14:tracePt t="81737" x="9182100" y="4370388"/>
          <p14:tracePt t="81754" x="9164638" y="4352925"/>
          <p14:tracePt t="81770" x="9148763" y="4337050"/>
          <p14:tracePt t="81803" x="9123363" y="4321175"/>
          <p14:tracePt t="81821" x="9123363" y="4303713"/>
          <p14:tracePt t="81837" x="9105900" y="4303713"/>
          <p14:tracePt t="81854" x="9105900" y="4287838"/>
          <p14:tracePt t="81871" x="9105900" y="4270375"/>
          <p14:tracePt t="81903" x="9105900" y="4254500"/>
          <p14:tracePt t="81921" x="9105900" y="4237038"/>
          <p14:tracePt t="81937" x="9105900" y="4203700"/>
          <p14:tracePt t="81954" x="9123363" y="4179888"/>
          <p14:tracePt t="81971" x="9148763" y="4146550"/>
          <p14:tracePt t="81987" x="9182100" y="4129088"/>
          <p14:tracePt t="82004" x="9213850" y="4113213"/>
          <p14:tracePt t="82021" x="9247188" y="4097338"/>
          <p14:tracePt t="82037" x="9297988" y="4079875"/>
          <p14:tracePt t="82054" x="9331325" y="4079875"/>
          <p14:tracePt t="82071" x="9347200" y="4079875"/>
          <p14:tracePt t="82087" x="9363075" y="4079875"/>
          <p14:tracePt t="82104" x="9380538" y="4079875"/>
          <p14:tracePt t="82153" x="9380538" y="4097338"/>
          <p14:tracePt t="82188" x="9380538" y="4113213"/>
          <p14:tracePt t="82204" x="9347200" y="4146550"/>
          <p14:tracePt t="82221" x="9331325" y="4162425"/>
          <p14:tracePt t="82237" x="9313863" y="4179888"/>
          <p14:tracePt t="82608" x="9280525" y="4179888"/>
          <p14:tracePt t="82621" x="9247188" y="4203700"/>
          <p14:tracePt t="82637" x="9213850" y="4254500"/>
          <p14:tracePt t="82654" x="9056688" y="4403725"/>
          <p14:tracePt t="82671" x="8940800" y="4576763"/>
          <p14:tracePt t="82687" x="8891588" y="4676775"/>
          <p14:tracePt t="82704" x="8766175" y="4867275"/>
          <p14:tracePt t="82721" x="8650288" y="5041900"/>
          <p14:tracePt t="82737" x="8542338" y="5191125"/>
          <p14:tracePt t="82754" x="8459788" y="5265738"/>
          <p14:tracePt t="82771" x="8377238" y="5365750"/>
          <p14:tracePt t="82788" x="8269288" y="5432425"/>
          <p14:tracePt t="82804" x="8202613" y="5489575"/>
          <p14:tracePt t="82821" x="8102600" y="5507038"/>
          <p14:tracePt t="82837" x="7896225" y="5538788"/>
          <p14:tracePt t="82854" x="7737475" y="5538788"/>
          <p14:tracePt t="82871" x="7572375" y="5538788"/>
          <p14:tracePt t="82887" x="7381875" y="5522913"/>
          <p14:tracePt t="82904" x="7191375" y="5489575"/>
          <p14:tracePt t="82921" x="7124700" y="5448300"/>
          <p14:tracePt t="82937" x="7042150" y="5432425"/>
          <p14:tracePt t="82954" x="6967538" y="5414963"/>
          <p14:tracePt t="82971" x="6934200" y="5399088"/>
          <p14:tracePt t="82987" x="6916738" y="5381625"/>
          <p14:tracePt t="83004" x="6883400" y="5365750"/>
          <p14:tracePt t="83021" x="6883400" y="5332413"/>
          <p14:tracePt t="83037" x="6867525" y="5314950"/>
          <p14:tracePt t="83054" x="6834188" y="5265738"/>
          <p14:tracePt t="83071" x="6818313" y="5232400"/>
          <p14:tracePt t="83087" x="6784975" y="5175250"/>
          <p14:tracePt t="83104" x="6743700" y="5124450"/>
          <p14:tracePt t="83121" x="6692900" y="5075238"/>
          <p14:tracePt t="83137" x="6659563" y="5041900"/>
          <p14:tracePt t="83154" x="6626225" y="5008563"/>
          <p14:tracePt t="83171" x="6577013" y="4959350"/>
          <p14:tracePt t="83188" x="6527800" y="4884738"/>
          <p14:tracePt t="83204" x="6486525" y="4833938"/>
          <p14:tracePt t="83221" x="6469063" y="4784725"/>
          <p14:tracePt t="83237" x="6469063" y="4751388"/>
          <p14:tracePt t="83254" x="6469063" y="4718050"/>
          <p14:tracePt t="83270" x="6469063" y="4660900"/>
          <p14:tracePt t="83287" x="6510338" y="4560888"/>
          <p14:tracePt t="83304" x="6577013" y="4437063"/>
          <p14:tracePt t="83321" x="6643688" y="4337050"/>
          <p14:tracePt t="83338" x="6692900" y="4254500"/>
          <p14:tracePt t="83354" x="6710363" y="4221163"/>
          <p14:tracePt t="83371" x="6726238" y="4179888"/>
          <p14:tracePt t="83403" x="6726238" y="4162425"/>
          <p14:tracePt t="83421" x="6710363" y="4146550"/>
          <p14:tracePt t="83437" x="6677025" y="4146550"/>
          <p14:tracePt t="83454" x="6643688" y="4129088"/>
          <p14:tracePt t="83470" x="6610350" y="4113213"/>
          <p14:tracePt t="83487" x="6592888" y="4113213"/>
          <p14:tracePt t="83504" x="6577013" y="4097338"/>
          <p14:tracePt t="83521" x="6561138" y="4097338"/>
          <p14:tracePt t="83537" x="6561138" y="4079875"/>
          <p14:tracePt t="83621" x="6543675" y="4079875"/>
          <p14:tracePt t="83653" x="6543675" y="4097338"/>
          <p14:tracePt t="83671" x="6527800" y="4113213"/>
          <p14:tracePt t="83703" x="6510338" y="4129088"/>
          <p14:tracePt t="83736" x="6510338" y="4146550"/>
          <p14:tracePt t="83770" x="6510338" y="4162425"/>
          <p14:tracePt t="83787" x="6510338" y="4179888"/>
          <p14:tracePt t="83804" x="6510338" y="4237038"/>
          <p14:tracePt t="83821" x="6527800" y="4270375"/>
          <p14:tracePt t="83837" x="6527800" y="4321175"/>
          <p14:tracePt t="83854" x="6561138" y="4370388"/>
          <p14:tracePt t="83871" x="6577013" y="4403725"/>
          <p14:tracePt t="83887" x="6577013" y="4419600"/>
          <p14:tracePt t="83904" x="6592888" y="4437063"/>
          <p14:tracePt t="84349" x="6577013" y="4437063"/>
          <p14:tracePt t="84357" x="6577013" y="4419600"/>
          <p14:tracePt t="84371" x="6561138" y="4403725"/>
          <p14:tracePt t="84387" x="6543675" y="4386263"/>
          <p14:tracePt t="84404" x="6527800" y="4370388"/>
          <p14:tracePt t="84421" x="6510338" y="4370388"/>
          <p14:tracePt t="84437" x="6510338" y="4352925"/>
          <p14:tracePt t="84454" x="6486525" y="4352925"/>
          <p14:tracePt t="84587" x="6469063" y="4352925"/>
          <p14:tracePt t="84636" x="6435725" y="4370388"/>
          <p14:tracePt t="84654" x="6369050" y="4403725"/>
          <p14:tracePt t="84671" x="6303963" y="4419600"/>
          <p14:tracePt t="84687" x="6211888" y="4478338"/>
          <p14:tracePt t="84704" x="6162675" y="4494213"/>
          <p14:tracePt t="84721" x="6145213" y="4511675"/>
          <p14:tracePt t="84737" x="6129338" y="4527550"/>
          <p14:tracePt t="84773" x="6129338" y="4545013"/>
          <p14:tracePt t="84820" x="6145213" y="4545013"/>
          <p14:tracePt t="84837" x="6178550" y="4560888"/>
          <p14:tracePt t="84854" x="6237288" y="4576763"/>
          <p14:tracePt t="84871" x="6270625" y="4576763"/>
          <p14:tracePt t="84887" x="6319838" y="4594225"/>
          <p14:tracePt t="84904" x="6369050" y="4610100"/>
          <p14:tracePt t="84921" x="6402388" y="4610100"/>
          <p14:tracePt t="84937" x="6435725" y="4610100"/>
          <p14:tracePt t="84954" x="6469063" y="4610100"/>
          <p14:tracePt t="84971" x="6486525" y="4610100"/>
          <p14:tracePt t="84987" x="6510338" y="4610100"/>
          <p14:tracePt t="85004" x="6543675" y="4594225"/>
          <p14:tracePt t="85021" x="6577013" y="4576763"/>
          <p14:tracePt t="85037" x="6592888" y="4560888"/>
          <p14:tracePt t="85054" x="6610350" y="4560888"/>
          <p14:tracePt t="85071" x="6626225" y="4545013"/>
          <p14:tracePt t="85087" x="6626225" y="4527550"/>
          <p14:tracePt t="85104" x="6643688" y="4527550"/>
          <p14:tracePt t="85170" x="6643688" y="4511675"/>
          <p14:tracePt t="85267" x="6643688" y="4494213"/>
          <p14:tracePt t="85353" x="6643688" y="4478338"/>
          <p14:tracePt t="85371" x="6626225" y="4478338"/>
          <p14:tracePt t="85403" x="6610350" y="4478338"/>
          <p14:tracePt t="85421" x="6610350" y="4460875"/>
          <p14:tracePt t="85437" x="6592888" y="4437063"/>
          <p14:tracePt t="85454" x="6577013" y="4419600"/>
          <p14:tracePt t="85470" x="6561138" y="4403725"/>
          <p14:tracePt t="85520" x="6543675" y="4386263"/>
          <p14:tracePt t="85570" x="6527800" y="4386263"/>
          <p14:tracePt t="85603" x="6510338" y="4386263"/>
          <p14:tracePt t="85620" x="6486525" y="4386263"/>
          <p14:tracePt t="85637" x="6469063" y="4370388"/>
          <p14:tracePt t="85670" x="6453188" y="4370388"/>
          <p14:tracePt t="85687" x="6435725" y="4370388"/>
          <p14:tracePt t="85720" x="6419850" y="4370388"/>
          <p14:tracePt t="85769" x="6419850" y="4386263"/>
          <p14:tracePt t="85850" x="6419850" y="4403725"/>
          <p14:tracePt t="85858" x="6435725" y="4403725"/>
          <p14:tracePt t="85920" x="6453188" y="4419600"/>
          <p14:tracePt t="85937" x="6469063" y="4437063"/>
          <p14:tracePt t="85954" x="6486525" y="4437063"/>
          <p14:tracePt t="85970" x="6486525" y="4460875"/>
          <p14:tracePt t="85987" x="6510338" y="4460875"/>
          <p14:tracePt t="86004" x="6527800" y="4478338"/>
          <p14:tracePt t="86021" x="6543675" y="4494213"/>
          <p14:tracePt t="86037" x="6577013" y="4494213"/>
          <p14:tracePt t="86054" x="6610350" y="4494213"/>
          <p14:tracePt t="86071" x="6643688" y="4494213"/>
          <p14:tracePt t="86087" x="6692900" y="4494213"/>
          <p14:tracePt t="86104" x="6743700" y="4494213"/>
          <p14:tracePt t="86121" x="6800850" y="4494213"/>
          <p14:tracePt t="86137" x="6834188" y="4494213"/>
          <p14:tracePt t="86154" x="6883400" y="4478338"/>
          <p14:tracePt t="86171" x="6900863" y="4460875"/>
          <p14:tracePt t="86188" x="6934200" y="4460875"/>
          <p14:tracePt t="86204" x="6950075" y="4460875"/>
          <p14:tracePt t="86237" x="6967538" y="4460875"/>
          <p14:tracePt t="86286" x="6983413" y="4460875"/>
          <p14:tracePt t="86336" x="7016750" y="4460875"/>
          <p14:tracePt t="86354" x="7058025" y="4460875"/>
          <p14:tracePt t="86371" x="7091363" y="4437063"/>
          <p14:tracePt t="86387" x="7124700" y="4437063"/>
          <p14:tracePt t="86404" x="7140575" y="4437063"/>
          <p14:tracePt t="87070" x="7124700" y="4437063"/>
          <p14:tracePt t="87087" x="7042150" y="4437063"/>
          <p14:tracePt t="87104" x="6950075" y="4478338"/>
          <p14:tracePt t="87121" x="6850063" y="4511675"/>
          <p14:tracePt t="87137" x="6743700" y="4560888"/>
          <p14:tracePt t="87154" x="6643688" y="4610100"/>
          <p14:tracePt t="87171" x="6543675" y="4676775"/>
          <p14:tracePt t="87188" x="6469063" y="4735513"/>
          <p14:tracePt t="87204" x="6386513" y="4784725"/>
          <p14:tracePt t="87221" x="6303963" y="4833938"/>
          <p14:tracePt t="87237" x="6196013" y="4884738"/>
          <p14:tracePt t="87538" x="6162675" y="4900613"/>
          <p14:tracePt t="87554" x="6129338" y="4918075"/>
          <p14:tracePt t="87571" x="6013450" y="4992688"/>
          <p14:tracePt t="87588" x="5822950" y="5075238"/>
          <p14:tracePt t="87604" x="5648325" y="5141913"/>
          <p14:tracePt t="87621" x="5465763" y="5232400"/>
          <p14:tracePt t="87637" x="5257800" y="5314950"/>
          <p14:tracePt t="87654" x="5067300" y="5381625"/>
          <p14:tracePt t="87671" x="4984750" y="5414963"/>
          <p14:tracePt t="87687" x="4794250" y="5489575"/>
          <p14:tracePt t="87704" x="4660900" y="5538788"/>
          <p14:tracePt t="87721" x="4503738" y="5589588"/>
          <p14:tracePt t="87737" x="4362450" y="5638800"/>
          <p14:tracePt t="87754" x="4179888" y="5672138"/>
          <p14:tracePt t="87771" x="4005263" y="5730875"/>
          <p14:tracePt t="87787" x="3832225" y="5762625"/>
          <p14:tracePt t="87804" x="3665538" y="5813425"/>
          <p14:tracePt t="87821" x="3492500" y="5862638"/>
          <p14:tracePt t="87837" x="3325813" y="5911850"/>
          <p14:tracePt t="87854" x="3168650" y="5945188"/>
          <p14:tracePt t="87870" x="3027363" y="6003925"/>
          <p14:tracePt t="87887" x="2878138" y="6053138"/>
          <p14:tracePt t="87904" x="2736850" y="6103938"/>
          <p14:tracePt t="87921" x="2620963" y="6137275"/>
          <p14:tracePt t="87937" x="2554288" y="6153150"/>
          <p14:tracePt t="87954" x="2446338" y="6202363"/>
          <p14:tracePt t="87971" x="2330450" y="6243638"/>
          <p14:tracePt t="87987" x="2222500" y="6261100"/>
          <p14:tracePt t="88004" x="2106613" y="6310313"/>
          <p14:tracePt t="88021" x="2024063" y="6327775"/>
          <p14:tracePt t="88037" x="1916113" y="6361113"/>
          <p14:tracePt t="88054" x="1833563" y="6392863"/>
          <p14:tracePt t="88071" x="1766888" y="6410325"/>
          <p14:tracePt t="88087" x="1692275" y="6443663"/>
          <p14:tracePt t="88104" x="1641475" y="6459538"/>
          <p14:tracePt t="88121" x="1576388" y="6484938"/>
          <p14:tracePt t="88137" x="1525588" y="6518275"/>
          <p14:tracePt t="88154" x="1476375" y="6534150"/>
          <p14:tracePt t="88171" x="1435100" y="6551613"/>
          <p14:tracePt t="88188" x="1417638" y="6567488"/>
          <p14:tracePt t="88204" x="1384300" y="6567488"/>
          <p14:tracePt t="88221" x="1368425" y="6584950"/>
          <p14:tracePt t="88237" x="1352550" y="6584950"/>
          <p14:tracePt t="88325" x="1352550" y="6600825"/>
          <p14:tracePt t="88353" x="1368425" y="6618288"/>
          <p14:tracePt t="88371" x="1384300" y="6634163"/>
          <p14:tracePt t="88387" x="1417638" y="6667500"/>
          <p14:tracePt t="88404" x="1450975" y="6683375"/>
          <p14:tracePt t="88421" x="1492250" y="6683375"/>
          <p14:tracePt t="88437" x="1543050" y="6700838"/>
          <p14:tracePt t="88454" x="1576388" y="6700838"/>
          <p14:tracePt t="88471" x="1592263" y="6700838"/>
          <p14:tracePt t="88487" x="1609725" y="6700838"/>
          <p14:tracePt t="88504" x="1625600" y="6700838"/>
          <p14:tracePt t="88521" x="1658938" y="6700838"/>
          <p14:tracePt t="88553" x="1674813" y="6700838"/>
          <p14:tracePt t="88586" x="1692275" y="6700838"/>
          <p14:tracePt t="88604" x="1708150" y="6700838"/>
          <p14:tracePt t="88621" x="1733550" y="6700838"/>
          <p14:tracePt t="88637" x="1749425" y="6700838"/>
          <p14:tracePt t="88654" x="1766888" y="6683375"/>
          <p14:tracePt t="88671" x="1782763" y="6683375"/>
          <p14:tracePt t="88687" x="1800225" y="6683375"/>
          <p14:tracePt t="88704" x="1833563" y="6667500"/>
          <p14:tracePt t="88721" x="1882775" y="6667500"/>
          <p14:tracePt t="88737" x="1949450" y="6667500"/>
          <p14:tracePt t="88754" x="2024063" y="6650038"/>
          <p14:tracePt t="88771" x="2106613" y="6650038"/>
          <p14:tracePt t="88787" x="2173288" y="6634163"/>
          <p14:tracePt t="88804" x="2222500" y="6634163"/>
          <p14:tracePt t="88821" x="2297113" y="6618288"/>
          <p14:tracePt t="88837" x="2330450" y="6618288"/>
          <p14:tracePt t="88854" x="2347913" y="6618288"/>
          <p14:tracePt t="88870" x="2363788" y="6600825"/>
          <p14:tracePt t="88887" x="2379663" y="6600825"/>
          <p14:tracePt t="89170" x="2397125" y="6618288"/>
          <p14:tracePt t="89188" x="2413000" y="6634163"/>
          <p14:tracePt t="89204" x="2430463" y="6634163"/>
          <p14:tracePt t="89220" x="2446338" y="6634163"/>
          <p14:tracePt t="89237" x="2479675" y="6634163"/>
          <p14:tracePt t="89254" x="2497138" y="6634163"/>
          <p14:tracePt t="89271" x="2554288" y="6634163"/>
          <p14:tracePt t="89287" x="2571750" y="6634163"/>
          <p14:tracePt t="89304" x="2603500" y="6634163"/>
          <p14:tracePt t="89321" x="2620963" y="6634163"/>
          <p14:tracePt t="89337" x="2654300" y="6634163"/>
          <p14:tracePt t="89354" x="2687638" y="6634163"/>
          <p14:tracePt t="89386" x="2703513" y="6634163"/>
          <p14:tracePt t="89420" x="2720975" y="6634163"/>
          <p14:tracePt t="89437" x="2720975" y="6650038"/>
          <p14:tracePt t="89984" x="2703513" y="6650038"/>
          <p14:tracePt t="90004" x="2687638" y="6650038"/>
          <p14:tracePt t="90021" x="2670175" y="6650038"/>
          <p14:tracePt t="90037" x="2654300" y="6634163"/>
          <p14:tracePt t="90054" x="2620963" y="6634163"/>
          <p14:tracePt t="90070" x="2603500" y="6618288"/>
          <p14:tracePt t="90087" x="2571750" y="6600825"/>
          <p14:tracePt t="90104" x="2554288" y="6600825"/>
          <p14:tracePt t="90121" x="2538413" y="6600825"/>
          <p14:tracePt t="90137" x="2513013" y="6600825"/>
          <p14:tracePt t="90154" x="2497138" y="6600825"/>
          <p14:tracePt t="90322" x="2513013" y="6600825"/>
          <p14:tracePt t="90337" x="2538413" y="6600825"/>
          <p14:tracePt t="90354" x="2554288" y="6600825"/>
          <p14:tracePt t="90371" x="2587625" y="6600825"/>
          <p14:tracePt t="90387" x="2603500" y="6600825"/>
          <p14:tracePt t="90404" x="2636838" y="6600825"/>
          <p14:tracePt t="90421" x="2654300" y="6600825"/>
          <p14:tracePt t="90437" x="2670175" y="6600825"/>
          <p14:tracePt t="90454" x="2687638" y="6600825"/>
          <p14:tracePt t="90471" x="2720975" y="6600825"/>
          <p14:tracePt t="90487" x="2754313" y="6618288"/>
          <p14:tracePt t="90504" x="2811463" y="6618288"/>
          <p14:tracePt t="90521" x="2844800" y="6618288"/>
          <p14:tracePt t="90537" x="2878138" y="6634163"/>
          <p14:tracePt t="90554" x="2927350" y="6634163"/>
          <p14:tracePt t="90571" x="2960688" y="6634163"/>
          <p14:tracePt t="90587" x="2978150" y="6634163"/>
          <p14:tracePt t="90604" x="2994025" y="6634163"/>
          <p14:tracePt t="90621" x="3009900" y="6634163"/>
          <p14:tracePt t="90637" x="3027363" y="6634163"/>
          <p14:tracePt t="90654" x="3052763" y="6634163"/>
          <p14:tracePt t="90670" x="3068638" y="6634163"/>
          <p14:tracePt t="90703" x="3086100" y="6634163"/>
          <p14:tracePt t="90737" x="3101975" y="6634163"/>
          <p14:tracePt t="90770" x="3117850" y="6634163"/>
          <p14:tracePt t="90803" x="3135313" y="6634163"/>
          <p14:tracePt t="90836" x="3151188" y="6634163"/>
          <p14:tracePt t="90870" x="3168650" y="6634163"/>
          <p14:tracePt t="90936" x="3184525" y="6634163"/>
          <p14:tracePt t="90970" x="3201988" y="6634163"/>
          <p14:tracePt t="91003" x="3235325" y="6634163"/>
          <p14:tracePt t="91020" x="3251200" y="6634163"/>
          <p14:tracePt t="91037" x="3267075" y="6634163"/>
          <p14:tracePt t="91054" x="3284538" y="6634163"/>
          <p14:tracePt t="91086" x="3300413" y="6634163"/>
          <p14:tracePt t="91309" x="3325813" y="6634163"/>
          <p14:tracePt t="91336" x="3341688" y="6634163"/>
          <p14:tracePt t="91354" x="3375025" y="6634163"/>
          <p14:tracePt t="91371" x="3408363" y="6634163"/>
          <p14:tracePt t="91387" x="3441700" y="6634163"/>
          <p14:tracePt t="91404" x="3459163" y="6618288"/>
          <p14:tracePt t="91421" x="3475038" y="6618288"/>
          <p14:tracePt t="91437" x="3508375" y="6618288"/>
          <p14:tracePt t="91454" x="3541713" y="6600825"/>
          <p14:tracePt t="91471" x="3582988" y="6600825"/>
          <p14:tracePt t="91487" x="3632200" y="6584950"/>
          <p14:tracePt t="91504" x="3665538" y="6584950"/>
          <p14:tracePt t="91521" x="3698875" y="6584950"/>
          <p14:tracePt t="91537" x="3732213" y="6567488"/>
          <p14:tracePt t="91554" x="3765550" y="6567488"/>
          <p14:tracePt t="91570" x="3781425" y="6567488"/>
          <p14:tracePt t="91587" x="3798888" y="6567488"/>
          <p14:tracePt t="91604" x="3814763" y="6567488"/>
          <p14:tracePt t="91621" x="3873500" y="6567488"/>
          <p14:tracePt t="91637" x="3922713" y="6567488"/>
          <p14:tracePt t="91654" x="3989388" y="6567488"/>
          <p14:tracePt t="91671" x="4056063" y="6567488"/>
          <p14:tracePt t="91687" x="4130675" y="6567488"/>
          <p14:tracePt t="91704" x="4146550" y="6567488"/>
          <p14:tracePt t="91720" x="4197350" y="6567488"/>
          <p14:tracePt t="91737" x="4246563" y="6567488"/>
          <p14:tracePt t="91754" x="4279900" y="6567488"/>
          <p14:tracePt t="91771" x="4295775" y="6567488"/>
          <p14:tracePt t="91787" x="4313238" y="6567488"/>
          <p14:tracePt t="91958" x="4329113" y="6567488"/>
          <p14:tracePt t="91970" x="4329113" y="6584950"/>
          <p14:tracePt t="92037" x="4346575" y="6584950"/>
          <p14:tracePt t="92071" x="4346575" y="6600825"/>
          <p14:tracePt t="92088" x="4362450" y="6600825"/>
          <p14:tracePt t="92153" x="4387850" y="6600825"/>
          <p14:tracePt t="92204" x="4403725" y="6618288"/>
          <p14:tracePt t="92970" x="4387850" y="6618288"/>
          <p14:tracePt t="92987" x="4362450" y="6600825"/>
          <p14:tracePt t="93004" x="4329113" y="6567488"/>
          <p14:tracePt t="93021" x="4295775" y="6551613"/>
          <p14:tracePt t="93037" x="4246563" y="6518275"/>
          <p14:tracePt t="93054" x="4179888" y="6459538"/>
          <p14:tracePt t="93071" x="4130675" y="6410325"/>
          <p14:tracePt t="93087" x="4071938" y="6376988"/>
          <p14:tracePt t="93104" x="4038600" y="6327775"/>
          <p14:tracePt t="93121" x="4005263" y="6276975"/>
          <p14:tracePt t="93137" x="3973513" y="6202363"/>
          <p14:tracePt t="93154" x="3940175" y="6119813"/>
          <p14:tracePt t="93170" x="3906838" y="6019800"/>
          <p14:tracePt t="93188" x="3873500" y="5911850"/>
          <p14:tracePt t="93204" x="3873500" y="5846763"/>
          <p14:tracePt t="93220" x="3832225" y="5762625"/>
          <p14:tracePt t="93237" x="3832225" y="5638800"/>
          <p14:tracePt t="93254" x="3814763" y="5522913"/>
          <p14:tracePt t="93270" x="3814763" y="5399088"/>
          <p14:tracePt t="93287" x="3814763" y="5265738"/>
          <p14:tracePt t="93304" x="3856038" y="5124450"/>
          <p14:tracePt t="93321" x="3873500" y="5041900"/>
          <p14:tracePt t="93337" x="3906838" y="4959350"/>
          <p14:tracePt t="93354" x="3956050" y="4867275"/>
          <p14:tracePt t="93371" x="4056063" y="4751388"/>
          <p14:tracePt t="93387" x="4213225" y="4560888"/>
          <p14:tracePt t="93404" x="4470400" y="4287838"/>
          <p14:tracePt t="93421" x="4776788" y="3963988"/>
          <p14:tracePt t="93437" x="4984750" y="3756025"/>
          <p14:tracePt t="93454" x="5208588" y="3516313"/>
          <p14:tracePt t="93471" x="5324475" y="3433763"/>
          <p14:tracePt t="93487" x="5407025" y="3325813"/>
          <p14:tracePt t="93504" x="5481638" y="3275013"/>
          <p14:tracePt t="93521" x="5514975" y="3259138"/>
          <p14:tracePt t="93537" x="5532438" y="3259138"/>
          <p14:tracePt t="93603" x="5514975" y="3275013"/>
          <p14:tracePt t="93621" x="5514975" y="3292475"/>
          <p14:tracePt t="93637" x="5514975" y="3359150"/>
          <p14:tracePt t="93654" x="5499100" y="3433763"/>
          <p14:tracePt t="93671" x="5499100" y="3498850"/>
          <p14:tracePt t="93688" x="5481638" y="3598863"/>
          <p14:tracePt t="93704" x="5481638" y="3648075"/>
          <p14:tracePt t="93721" x="5465763" y="3690938"/>
          <p14:tracePt t="93737" x="5465763" y="3706813"/>
          <p14:tracePt t="93754" x="5448300" y="3722688"/>
          <p14:tracePt t="93771" x="5424488" y="3740150"/>
          <p14:tracePt t="93803" x="5407025" y="3756025"/>
          <p14:tracePt t="93821" x="5391150" y="3773488"/>
          <p14:tracePt t="93837" x="5373688" y="3773488"/>
          <p14:tracePt t="93854" x="5357813" y="3789363"/>
          <p14:tracePt t="93871" x="5341938" y="3789363"/>
          <p14:tracePt t="93887" x="5324475" y="3789363"/>
          <p14:tracePt t="93904" x="5308600" y="3789363"/>
          <p14:tracePt t="93920" x="5291138" y="3789363"/>
          <p14:tracePt t="93937" x="5257800" y="3806825"/>
          <p14:tracePt t="93954" x="5175250" y="3806825"/>
          <p14:tracePt t="93971" x="5100638" y="3822700"/>
          <p14:tracePt t="93987" x="5000625" y="3840163"/>
          <p14:tracePt t="94004" x="4951413" y="3856038"/>
          <p14:tracePt t="94021" x="4810125" y="3905250"/>
          <p14:tracePt t="94037" x="4694238" y="3979863"/>
          <p14:tracePt t="94054" x="4603750" y="4030663"/>
          <p14:tracePt t="94070" x="4537075" y="4079875"/>
          <p14:tracePt t="94087" x="4503738" y="4113213"/>
          <p14:tracePt t="94104" x="4470400" y="4129088"/>
          <p14:tracePt t="94121" x="4470400" y="4146550"/>
          <p14:tracePt t="94137" x="4470400" y="4179888"/>
          <p14:tracePt t="94154" x="4470400" y="4221163"/>
          <p14:tracePt t="94171" x="4470400" y="4303713"/>
          <p14:tracePt t="94188" x="4503738" y="4460875"/>
          <p14:tracePt t="94204" x="4519613" y="4511675"/>
          <p14:tracePt t="94221" x="4570413" y="4610100"/>
          <p14:tracePt t="94237" x="4619625" y="4735513"/>
          <p14:tracePt t="94254" x="4660900" y="4784725"/>
          <p14:tracePt t="94270" x="4727575" y="4884738"/>
          <p14:tracePt t="94287" x="4760913" y="4933950"/>
          <p14:tracePt t="94304" x="4810125" y="4992688"/>
          <p14:tracePt t="94321" x="4860925" y="5041900"/>
          <p14:tracePt t="94337" x="4918075" y="5091113"/>
          <p14:tracePt t="94354" x="4951413" y="5108575"/>
          <p14:tracePt t="94370" x="4984750" y="5141913"/>
          <p14:tracePt t="94387" x="5000625" y="5141913"/>
          <p14:tracePt t="94404" x="5000625" y="5157788"/>
          <p14:tracePt t="94420" x="5018088" y="5175250"/>
          <p14:tracePt t="94437" x="5033963" y="5191125"/>
          <p14:tracePt t="94454" x="5051425" y="5216525"/>
          <p14:tracePt t="94470" x="5084763" y="5249863"/>
          <p14:tracePt t="94487" x="5100638" y="5265738"/>
          <p14:tracePt t="94504" x="5118100" y="5299075"/>
          <p14:tracePt t="94521" x="5149850" y="5314950"/>
          <p14:tracePt t="94537" x="5192713" y="5348288"/>
          <p14:tracePt t="94554" x="5241925" y="5381625"/>
          <p14:tracePt t="94570" x="5291138" y="5414963"/>
          <p14:tracePt t="94587" x="5308600" y="5432425"/>
          <p14:tracePt t="94604" x="5391150" y="5489575"/>
          <p14:tracePt t="94620" x="5499100" y="5538788"/>
          <p14:tracePt t="94637" x="5630863" y="5572125"/>
          <p14:tracePt t="94654" x="5805488" y="5638800"/>
          <p14:tracePt t="94670" x="5954713" y="5672138"/>
          <p14:tracePt t="94687" x="6096000" y="5705475"/>
          <p14:tracePt t="94704" x="6253163" y="5762625"/>
          <p14:tracePt t="94721" x="6402388" y="5780088"/>
          <p14:tracePt t="94737" x="6561138" y="5813425"/>
          <p14:tracePt t="94754" x="6643688" y="5813425"/>
          <p14:tracePt t="94771" x="6743700" y="5829300"/>
          <p14:tracePt t="94787" x="6867525" y="5829300"/>
          <p14:tracePt t="94804" x="6900863" y="5829300"/>
          <p14:tracePt t="94821" x="6950075" y="5829300"/>
          <p14:tracePt t="94837" x="6999288" y="5829300"/>
          <p14:tracePt t="94854" x="7042150" y="5813425"/>
          <p14:tracePt t="94871" x="7058025" y="5813425"/>
          <p14:tracePt t="94887" x="7073900" y="5795963"/>
          <p14:tracePt t="94904" x="7107238" y="5780088"/>
          <p14:tracePt t="94920" x="7124700" y="5762625"/>
          <p14:tracePt t="94937" x="7140575" y="5746750"/>
          <p14:tracePt t="94954" x="7173913" y="5705475"/>
          <p14:tracePt t="94970" x="7191375" y="5672138"/>
          <p14:tracePt t="94987" x="7240588" y="5605463"/>
          <p14:tracePt t="95004" x="7299325" y="5448300"/>
          <p14:tracePt t="95020" x="7331075" y="5041900"/>
          <p14:tracePt t="95037" x="7431088" y="4370388"/>
          <p14:tracePt t="95054" x="7605713" y="3856038"/>
          <p14:tracePt t="95070" x="7754938" y="3498850"/>
          <p14:tracePt t="95087" x="7862888" y="3292475"/>
          <p14:tracePt t="95104" x="7912100" y="3151188"/>
          <p14:tracePt t="95121" x="7962900" y="3101975"/>
          <p14:tracePt t="95137" x="7962900" y="3084513"/>
          <p14:tracePt t="95254" x="7945438" y="3068638"/>
          <p14:tracePt t="95270" x="7929563" y="3068638"/>
          <p14:tracePt t="95287" x="7896225" y="3068638"/>
          <p14:tracePt t="95304" x="7754938" y="3035300"/>
          <p14:tracePt t="95321" x="7513638" y="3001963"/>
          <p14:tracePt t="95337" x="7158038" y="2935288"/>
          <p14:tracePt t="95354" x="6834188" y="2894013"/>
          <p14:tracePt t="95371" x="6319838" y="2878138"/>
          <p14:tracePt t="95388" x="6178550" y="2878138"/>
          <p14:tracePt t="95404" x="6111875" y="2878138"/>
          <p14:tracePt t="95421" x="6013450" y="2878138"/>
          <p14:tracePt t="95437" x="5995988" y="2878138"/>
          <p14:tracePt t="95454" x="5980113" y="2878138"/>
          <p14:tracePt t="95486" x="5980113" y="2860675"/>
          <p14:tracePt t="95937" x="5995988" y="2860675"/>
          <p14:tracePt t="95954" x="6096000" y="2860675"/>
          <p14:tracePt t="95971" x="6145213" y="2860675"/>
          <p14:tracePt t="95987" x="6303963" y="2878138"/>
          <p14:tracePt t="96004" x="6402388" y="2878138"/>
          <p14:tracePt t="96021" x="6486525" y="2894013"/>
          <p14:tracePt t="96037" x="6543675" y="2894013"/>
          <p14:tracePt t="96054" x="6577013" y="2894013"/>
          <p14:tracePt t="96071" x="6592888" y="2894013"/>
          <p14:tracePt t="96087" x="6610350" y="2894013"/>
          <p14:tracePt t="96120" x="6626225" y="2894013"/>
          <p14:tracePt t="96137" x="6643688" y="2894013"/>
          <p14:tracePt t="96170" x="6659563" y="2894013"/>
          <p14:tracePt t="96203" x="6677025" y="2894013"/>
          <p14:tracePt t="96220" x="6710363" y="2894013"/>
          <p14:tracePt t="96237" x="6784975" y="2894013"/>
          <p14:tracePt t="96254" x="6850063" y="2894013"/>
          <p14:tracePt t="96270" x="6934200" y="2894013"/>
          <p14:tracePt t="96287" x="7016750" y="2894013"/>
          <p14:tracePt t="96304" x="7091363" y="2894013"/>
          <p14:tracePt t="96321" x="7158038" y="2894013"/>
          <p14:tracePt t="96337" x="7207250" y="2894013"/>
          <p14:tracePt t="96354" x="7256463" y="2894013"/>
          <p14:tracePt t="96370" x="7273925" y="2894013"/>
          <p14:tracePt t="96387" x="7299325" y="2894013"/>
          <p14:tracePt t="96610" x="7273925" y="2894013"/>
          <p14:tracePt t="96621" x="7240588" y="2894013"/>
          <p14:tracePt t="96637" x="7107238" y="2935288"/>
          <p14:tracePt t="96654" x="6950075" y="2986088"/>
          <p14:tracePt t="96671" x="6767513" y="3051175"/>
          <p14:tracePt t="96687" x="6626225" y="3084513"/>
          <p14:tracePt t="96704" x="6510338" y="3117850"/>
          <p14:tracePt t="96721" x="6419850" y="3151188"/>
          <p14:tracePt t="96737" x="6369050" y="3167063"/>
          <p14:tracePt t="96754" x="6353175" y="3167063"/>
          <p14:tracePt t="96771" x="6337300" y="3167063"/>
          <p14:tracePt t="96989" x="6353175" y="3167063"/>
          <p14:tracePt t="97004" x="6419850" y="3167063"/>
          <p14:tracePt t="97021" x="6610350" y="3192463"/>
          <p14:tracePt t="97037" x="6916738" y="3209925"/>
          <p14:tracePt t="97054" x="7348538" y="3209925"/>
          <p14:tracePt t="97071" x="7672388" y="3209925"/>
          <p14:tracePt t="97087" x="7912100" y="3192463"/>
          <p14:tracePt t="97104" x="8102600" y="3167063"/>
          <p14:tracePt t="97120" x="8186738" y="3151188"/>
          <p14:tracePt t="97137" x="8202613" y="3151188"/>
          <p14:tracePt t="97154" x="8218488" y="3151188"/>
          <p14:tracePt t="97320" x="8202613" y="3151188"/>
          <p14:tracePt t="97353" x="8186738" y="3151188"/>
          <p14:tracePt t="97370" x="8135938" y="3151188"/>
          <p14:tracePt t="97387" x="8061325" y="3151188"/>
          <p14:tracePt t="97404" x="7945438" y="3151188"/>
          <p14:tracePt t="97420" x="7770813" y="3151188"/>
          <p14:tracePt t="97437" x="7588250" y="3151188"/>
          <p14:tracePt t="97454" x="7397750" y="3151188"/>
          <p14:tracePt t="97470" x="7348538" y="3151188"/>
          <p14:tracePt t="97487" x="7240588" y="3151188"/>
          <p14:tracePt t="97504" x="7207250" y="3151188"/>
          <p14:tracePt t="97521" x="7107238" y="3167063"/>
          <p14:tracePt t="97537" x="6999288" y="3167063"/>
          <p14:tracePt t="97554" x="6916738" y="3192463"/>
          <p14:tracePt t="97570" x="6867525" y="3209925"/>
          <p14:tracePt t="97587" x="6818313" y="3225800"/>
          <p14:tracePt t="97604" x="6784975" y="3225800"/>
          <p14:tracePt t="97636" x="6767513" y="3225800"/>
          <p14:tracePt t="97686" x="6767513" y="3241675"/>
          <p14:tracePt t="97704" x="6784975" y="3241675"/>
          <p14:tracePt t="97721" x="6818313" y="3259138"/>
          <p14:tracePt t="97737" x="6867525" y="3275013"/>
          <p14:tracePt t="97754" x="6934200" y="3308350"/>
          <p14:tracePt t="97770" x="7016750" y="3325813"/>
          <p14:tracePt t="97787" x="7140575" y="3359150"/>
          <p14:tracePt t="97804" x="7256463" y="3375025"/>
          <p14:tracePt t="97820" x="7348538" y="3390900"/>
          <p14:tracePt t="97837" x="7448550" y="3408363"/>
          <p14:tracePt t="97854" x="7497763" y="3408363"/>
          <p14:tracePt t="97871" x="7513638" y="3408363"/>
          <p14:tracePt t="97887" x="7531100" y="3408363"/>
          <p14:tracePt t="97904" x="7531100" y="3433763"/>
          <p14:tracePt t="97969" x="7531100" y="3449638"/>
          <p14:tracePt t="98800" x="7546975" y="3449638"/>
          <p14:tracePt t="98808" x="7572375" y="3449638"/>
          <p14:tracePt t="98821" x="7605713" y="3449638"/>
          <p14:tracePt t="98837" x="7654925" y="3449638"/>
          <p14:tracePt t="98854" x="7721600" y="3467100"/>
          <p14:tracePt t="98871" x="7788275" y="3498850"/>
          <p14:tracePt t="98887" x="7862888" y="3516313"/>
          <p14:tracePt t="98904" x="7896225" y="3532188"/>
          <p14:tracePt t="98920" x="7929563" y="3549650"/>
          <p14:tracePt t="98953" x="7945438" y="3565525"/>
          <p14:tracePt t="98986" x="7929563" y="3582988"/>
          <p14:tracePt t="99004" x="7878763" y="3582988"/>
          <p14:tracePt t="99021" x="7788275" y="3598863"/>
          <p14:tracePt t="99037" x="7672388" y="3616325"/>
          <p14:tracePt t="99054" x="7513638" y="3648075"/>
          <p14:tracePt t="99070" x="7348538" y="3665538"/>
          <p14:tracePt t="99087" x="7173913" y="3690938"/>
          <p14:tracePt t="99104" x="7073900" y="3690938"/>
          <p14:tracePt t="99121" x="6967538" y="3706813"/>
          <p14:tracePt t="99137" x="6867525" y="3706813"/>
          <p14:tracePt t="99154" x="6818313" y="3722688"/>
          <p14:tracePt t="99171" x="6800850" y="3722688"/>
          <p14:tracePt t="99189" x="6784975" y="3740150"/>
          <p14:tracePt t="99204" x="6767513" y="3740150"/>
          <p14:tracePt t="99260" x="6784975" y="3740150"/>
          <p14:tracePt t="99270" x="6800850" y="3740150"/>
          <p14:tracePt t="99303" x="6867525" y="3740150"/>
          <p14:tracePt t="99320" x="6983413" y="3740150"/>
          <p14:tracePt t="99337" x="7140575" y="3756025"/>
          <p14:tracePt t="99354" x="7331075" y="3773488"/>
          <p14:tracePt t="99370" x="7431088" y="3789363"/>
          <p14:tracePt t="99387" x="7513638" y="3806825"/>
          <p14:tracePt t="99404" x="7546975" y="3822700"/>
          <p14:tracePt t="99421" x="7572375" y="3822700"/>
          <p14:tracePt t="99437" x="7588250" y="3840163"/>
          <p14:tracePt t="101303" x="7639050" y="3840163"/>
          <p14:tracePt t="101321" x="7804150" y="3946525"/>
          <p14:tracePt t="101337" x="7994650" y="4079875"/>
          <p14:tracePt t="101354" x="8186738" y="4221163"/>
          <p14:tracePt t="101370" x="8335963" y="4337050"/>
          <p14:tracePt t="101387" x="8426450" y="4403725"/>
          <p14:tracePt t="101404" x="8493125" y="4460875"/>
          <p14:tracePt t="101420" x="8575675" y="4560888"/>
          <p14:tracePt t="101437" x="8650288" y="4694238"/>
          <p14:tracePt t="101454" x="8683625" y="4818063"/>
          <p14:tracePt t="101470" x="8716963" y="4918075"/>
          <p14:tracePt t="101487" x="8732838" y="4992688"/>
          <p14:tracePt t="101504" x="8732838" y="5057775"/>
          <p14:tracePt t="101521" x="8699500" y="5108575"/>
          <p14:tracePt t="101537" x="8593138" y="5191125"/>
          <p14:tracePt t="101554" x="8459788" y="5314950"/>
          <p14:tracePt t="101571" x="8318500" y="5432425"/>
          <p14:tracePt t="101587" x="8186738" y="5538788"/>
          <p14:tracePt t="101604" x="8061325" y="5605463"/>
          <p14:tracePt t="101620" x="7896225" y="5705475"/>
          <p14:tracePt t="101637" x="7639050" y="5846763"/>
          <p14:tracePt t="101654" x="7381875" y="6003925"/>
          <p14:tracePt t="101670" x="7091363" y="6169025"/>
          <p14:tracePt t="101687" x="6883400" y="6310313"/>
          <p14:tracePt t="101704" x="6543675" y="6534150"/>
          <p14:tracePt t="101721" x="6353175" y="6634163"/>
          <p14:tracePt t="101737" x="6046788" y="6808788"/>
          <p14:tracePt t="102289" x="4362450" y="6842125"/>
          <p14:tracePt t="102305" x="4387850" y="6824663"/>
          <p14:tracePt t="102321" x="4403725" y="6808788"/>
          <p14:tracePt t="102353" x="4403725" y="6791325"/>
          <p14:tracePt t="102370" x="4421188" y="6791325"/>
          <p14:tracePt t="102387" x="4421188" y="6775450"/>
          <p14:tracePt t="102914" x="4437063" y="6775450"/>
          <p14:tracePt t="102922" x="4454525" y="6775450"/>
          <p14:tracePt t="102937" x="4470400" y="6757988"/>
          <p14:tracePt t="102954" x="4519613" y="6742113"/>
          <p14:tracePt t="102971" x="4537075" y="6742113"/>
          <p14:tracePt t="102987" x="4552950" y="6716713"/>
          <p14:tracePt t="103004" x="4570413" y="6716713"/>
          <p14:tracePt t="103053" x="4586288" y="6716713"/>
          <p14:tracePt t="103120" x="4603750" y="6716713"/>
          <p14:tracePt t="103153" x="4619625" y="6700838"/>
          <p14:tracePt t="103170" x="4645025" y="6700838"/>
          <p14:tracePt t="103188" x="4678363" y="6700838"/>
          <p14:tracePt t="103204" x="4711700" y="6700838"/>
          <p14:tracePt t="103220" x="4743450" y="6683375"/>
          <p14:tracePt t="103237" x="4776788" y="6683375"/>
          <p14:tracePt t="103254" x="4810125" y="6683375"/>
          <p14:tracePt t="103270" x="4860925" y="6667500"/>
          <p14:tracePt t="103287" x="4876800" y="6667500"/>
          <p14:tracePt t="103304" x="4918075" y="6667500"/>
          <p14:tracePt t="103320" x="4935538" y="6667500"/>
          <p14:tracePt t="103337" x="4967288" y="6667500"/>
          <p14:tracePt t="103370" x="4984750" y="6667500"/>
          <p14:tracePt t="103387" x="5000625" y="6667500"/>
          <p14:tracePt t="103404" x="5018088" y="6667500"/>
          <p14:tracePt t="103420" x="5033963" y="6667500"/>
          <p14:tracePt t="103437" x="5051425" y="6667500"/>
          <p14:tracePt t="103454" x="5084763" y="6667500"/>
          <p14:tracePt t="103470" x="5118100" y="6667500"/>
          <p14:tracePt t="103487" x="5149850" y="6667500"/>
          <p14:tracePt t="103504" x="5192713" y="6667500"/>
          <p14:tracePt t="103520" x="5208588" y="6667500"/>
          <p14:tracePt t="103537" x="5241925" y="6667500"/>
          <p14:tracePt t="103554" x="5275263" y="6667500"/>
          <p14:tracePt t="103570" x="5341938" y="6667500"/>
          <p14:tracePt t="103587" x="5373688" y="6667500"/>
          <p14:tracePt t="103620" x="5407025" y="6667500"/>
          <p14:tracePt t="103637" x="5424488" y="6667500"/>
          <p14:tracePt t="103654" x="5448300" y="6667500"/>
          <p14:tracePt t="103670" x="5481638" y="6667500"/>
          <p14:tracePt t="103687" x="5499100" y="6683375"/>
          <p14:tracePt t="103704" x="5514975" y="6683375"/>
          <p14:tracePt t="103720" x="5548313" y="6683375"/>
          <p14:tracePt t="103737" x="5565775" y="6683375"/>
          <p14:tracePt t="103754" x="5599113" y="6683375"/>
          <p14:tracePt t="103770" x="5630863" y="6683375"/>
          <p14:tracePt t="103787" x="5664200" y="6683375"/>
          <p14:tracePt t="103804" x="5722938" y="6700838"/>
          <p14:tracePt t="103821" x="5738813" y="6700838"/>
          <p14:tracePt t="103837" x="5772150" y="6700838"/>
          <p14:tracePt t="104174" x="5789613" y="6700838"/>
          <p14:tracePt t="104187" x="5822950" y="6700838"/>
          <p14:tracePt t="104204" x="5921375" y="6700838"/>
          <p14:tracePt t="104220" x="6013450" y="6700838"/>
          <p14:tracePt t="104237" x="6111875" y="6700838"/>
          <p14:tracePt t="104254" x="6196013" y="6683375"/>
          <p14:tracePt t="104271" x="6253163" y="6667500"/>
          <p14:tracePt t="104287" x="6303963" y="6650038"/>
          <p14:tracePt t="104304" x="6337300" y="6650038"/>
          <p14:tracePt t="104320" x="6353175" y="6634163"/>
          <p14:tracePt t="104353" x="6369050" y="6634163"/>
          <p14:tracePt t="104853" x="6386513" y="6634163"/>
          <p14:tracePt t="104870" x="6402388" y="6634163"/>
          <p14:tracePt t="104887" x="6435725" y="6634163"/>
          <p14:tracePt t="104904" x="6486525" y="6650038"/>
          <p14:tracePt t="104920" x="6527800" y="6650038"/>
          <p14:tracePt t="104937" x="6577013" y="6650038"/>
          <p14:tracePt t="104954" x="6610350" y="6650038"/>
          <p14:tracePt t="104971" x="6610350" y="6667500"/>
          <p14:tracePt t="104987" x="6626225" y="6667500"/>
          <p14:tracePt t="105036" x="6643688" y="6667500"/>
          <p14:tracePt t="105111" x="6659563" y="6667500"/>
          <p14:tracePt t="105188" x="6677025" y="6667500"/>
          <p14:tracePt t="105874" x="6743700" y="6667500"/>
          <p14:tracePt t="105887" x="6850063" y="6667500"/>
          <p14:tracePt t="105904" x="7073900" y="6667500"/>
          <p14:tracePt t="105920" x="7721600" y="6551613"/>
          <p14:tracePt t="105937" x="8027988" y="6484938"/>
          <p14:tracePt t="105954" x="8359775" y="6392863"/>
          <p14:tracePt t="105970" x="8509000" y="6361113"/>
          <p14:tracePt t="105987" x="8559800" y="6327775"/>
          <p14:tracePt t="106004" x="8667750" y="6294438"/>
          <p14:tracePt t="106021" x="8699500" y="6276975"/>
          <p14:tracePt t="106037" x="8716963" y="6276975"/>
          <p14:tracePt t="106054" x="8716963" y="6261100"/>
          <p14:tracePt t="106386" x="8699500" y="6261100"/>
          <p14:tracePt t="106404" x="8683625" y="6227763"/>
          <p14:tracePt t="106420" x="8609013" y="6153150"/>
          <p14:tracePt t="106437" x="8526463" y="6019800"/>
          <p14:tracePt t="106454" x="8443913" y="5862638"/>
          <p14:tracePt t="106470" x="8393113" y="5688013"/>
          <p14:tracePt t="106487" x="8318500" y="5314950"/>
          <p14:tracePt t="106504" x="8318500" y="4975225"/>
          <p14:tracePt t="106520" x="8318500" y="4676775"/>
          <p14:tracePt t="106537" x="8377238" y="4460875"/>
          <p14:tracePt t="106554" x="8393113" y="4303713"/>
          <p14:tracePt t="106570" x="8410575" y="4221163"/>
          <p14:tracePt t="106587" x="8410575" y="4179888"/>
          <p14:tracePt t="106669" x="8393113" y="4179888"/>
          <p14:tracePt t="106703" x="8359775" y="4179888"/>
          <p14:tracePt t="106720" x="8335963" y="4162425"/>
          <p14:tracePt t="106737" x="8318500" y="4129088"/>
          <p14:tracePt t="106754" x="8302625" y="4129088"/>
          <p14:tracePt t="106770" x="8302625" y="4113213"/>
          <p14:tracePt t="106787" x="8285163" y="4097338"/>
          <p14:tracePt t="106820" x="8285163" y="4079875"/>
          <p14:tracePt t="106865" x="8302625" y="4079875"/>
          <p14:tracePt t="106886" x="8318500" y="4079875"/>
          <p14:tracePt t="106904" x="8410575" y="4064000"/>
          <p14:tracePt t="106920" x="8509000" y="4064000"/>
          <p14:tracePt t="106937" x="8593138" y="4064000"/>
          <p14:tracePt t="106954" x="8716963" y="4046538"/>
          <p14:tracePt t="106970" x="8799513" y="4046538"/>
          <p14:tracePt t="106987" x="8832850" y="4046538"/>
          <p14:tracePt t="107004" x="8866188" y="4046538"/>
          <p14:tracePt t="107036" x="8891588" y="4046538"/>
          <p14:tracePt t="107070" x="8866188" y="4046538"/>
          <p14:tracePt t="107087" x="8850313" y="4046538"/>
          <p14:tracePt t="107104" x="8716963" y="4079875"/>
          <p14:tracePt t="107120" x="8559800" y="4113213"/>
          <p14:tracePt t="107137" x="8377238" y="4162425"/>
          <p14:tracePt t="107154" x="8269288" y="4179888"/>
          <p14:tracePt t="107170" x="8153400" y="4221163"/>
          <p14:tracePt t="107187" x="8102600" y="4237038"/>
          <p14:tracePt t="107204" x="8061325" y="4254500"/>
          <p14:tracePt t="107220" x="8061325" y="4270375"/>
          <p14:tracePt t="107273" x="8078788" y="4270375"/>
          <p14:tracePt t="107287" x="8102600" y="4270375"/>
          <p14:tracePt t="107304" x="8186738" y="4287838"/>
          <p14:tracePt t="107320" x="8359775" y="4287838"/>
          <p14:tracePt t="107337" x="8493125" y="4287838"/>
          <p14:tracePt t="107354" x="8634413" y="4287838"/>
          <p14:tracePt t="107370" x="8732838" y="4287838"/>
          <p14:tracePt t="107387" x="8783638" y="4287838"/>
          <p14:tracePt t="107404" x="8816975" y="4287838"/>
          <p14:tracePt t="109753" x="8816975" y="4254500"/>
          <p14:tracePt t="109771" x="8799513" y="4179888"/>
          <p14:tracePt t="109787" x="8783638" y="4046538"/>
          <p14:tracePt t="109804" x="8750300" y="3922713"/>
          <p14:tracePt t="109820" x="8732838" y="3822700"/>
          <p14:tracePt t="109837" x="8716963" y="3773488"/>
          <p14:tracePt t="109854" x="8716963" y="3740150"/>
          <p14:tracePt t="109870" x="8683625" y="3648075"/>
          <p14:tracePt t="109887" x="8683625" y="3582988"/>
          <p14:tracePt t="109904" x="8667750" y="3532188"/>
          <p14:tracePt t="109920" x="8650288" y="3498850"/>
          <p14:tracePt t="109937" x="8650288" y="3482975"/>
          <p14:tracePt t="109954" x="8634413" y="3467100"/>
          <p14:tracePt t="109970" x="8609013" y="3375025"/>
          <p14:tracePt t="109987" x="8609013" y="3359150"/>
          <p14:tracePt t="110004" x="8593138" y="3292475"/>
          <p14:tracePt t="110020" x="8575675" y="3241675"/>
          <p14:tracePt t="110037" x="8559800" y="3225800"/>
          <p14:tracePt t="110054" x="8559800" y="3209925"/>
          <p14:tracePt t="110086" x="8542338" y="3209925"/>
          <p14:tracePt t="110136" x="8526463" y="3209925"/>
          <p14:tracePt t="110154" x="8509000" y="3209925"/>
          <p14:tracePt t="110170" x="8493125" y="3209925"/>
          <p14:tracePt t="110188" x="8443913" y="3225800"/>
          <p14:tracePt t="110204" x="8377238" y="3241675"/>
          <p14:tracePt t="110221" x="8235950" y="3275013"/>
          <p14:tracePt t="110237" x="8202613" y="3292475"/>
          <p14:tracePt t="110254" x="8045450" y="3325813"/>
          <p14:tracePt t="110270" x="7994650" y="3341688"/>
          <p14:tracePt t="110287" x="7945438" y="3341688"/>
          <p14:tracePt t="110304" x="7929563" y="3341688"/>
          <p14:tracePt t="110320" x="7912100" y="3341688"/>
          <p14:tracePt t="110353" x="7896225" y="3325813"/>
          <p14:tracePt t="110370" x="7896225" y="3308350"/>
          <p14:tracePt t="110387" x="7896225" y="3275013"/>
          <p14:tracePt t="110420" x="7896225" y="3241675"/>
          <p14:tracePt t="110437" x="7896225" y="3084513"/>
          <p14:tracePt t="110454" x="7896225" y="2935288"/>
          <p14:tracePt t="110470" x="7896225" y="2811463"/>
          <p14:tracePt t="110487" x="7912100" y="2711450"/>
          <p14:tracePt t="110504" x="7912100" y="2636838"/>
          <p14:tracePt t="110521" x="7929563" y="2620963"/>
          <p14:tracePt t="110553" x="7929563" y="2603500"/>
          <p14:tracePt t="110703" x="7945438" y="2603500"/>
          <p14:tracePt t="110720" x="7994650" y="2536825"/>
          <p14:tracePt t="110737" x="8027988" y="2505075"/>
          <p14:tracePt t="110754" x="8169275" y="2420938"/>
          <p14:tracePt t="110770" x="8285163" y="2312988"/>
          <p14:tracePt t="110787" x="8377238" y="2263775"/>
          <p14:tracePt t="110804" x="8410575" y="2230438"/>
          <p14:tracePt t="110820" x="8426450" y="2214563"/>
          <p14:tracePt t="110903" x="8393113" y="2214563"/>
          <p14:tracePt t="110920" x="8318500" y="2214563"/>
          <p14:tracePt t="110937" x="8251825" y="2214563"/>
          <p14:tracePt t="110954" x="8186738" y="2214563"/>
          <p14:tracePt t="110970" x="8102600" y="2214563"/>
          <p14:tracePt t="110987" x="7994650" y="2214563"/>
          <p14:tracePt t="111004" x="7912100" y="2214563"/>
          <p14:tracePt t="111020" x="7862888" y="2214563"/>
          <p14:tracePt t="111037" x="7788275" y="2230438"/>
          <p14:tracePt t="111054" x="7737475" y="2247900"/>
          <p14:tracePt t="111070" x="7705725" y="2263775"/>
          <p14:tracePt t="111087" x="7672388" y="2297113"/>
          <p14:tracePt t="111120" x="7654925" y="2312988"/>
          <p14:tracePt t="111137" x="7639050" y="2346325"/>
          <p14:tracePt t="111154" x="7639050" y="2363788"/>
          <p14:tracePt t="111170" x="7639050" y="2379663"/>
          <p14:tracePt t="111188" x="7639050" y="2420938"/>
          <p14:tracePt t="111204" x="7654925" y="2454275"/>
          <p14:tracePt t="111220" x="7672388" y="2454275"/>
          <p14:tracePt t="111237" x="7688263" y="2471738"/>
          <p14:tracePt t="111254" x="7721600" y="2487613"/>
          <p14:tracePt t="111270" x="7754938" y="2505075"/>
          <p14:tracePt t="111287" x="7788275" y="2505075"/>
          <p14:tracePt t="111304" x="7804150" y="2505075"/>
          <p14:tracePt t="111320" x="7829550" y="2505075"/>
          <p14:tracePt t="111337" x="7845425" y="2505075"/>
          <p14:tracePt t="111370" x="7862888" y="2505075"/>
          <p14:tracePt t="111436" x="7878763" y="2505075"/>
          <p14:tracePt t="111470" x="7896225" y="2505075"/>
          <p14:tracePt t="111503" x="7912100" y="2505075"/>
          <p14:tracePt t="111520" x="7929563" y="2505075"/>
          <p14:tracePt t="111537" x="7945438" y="2487613"/>
          <p14:tracePt t="111554" x="7962900" y="2487613"/>
          <p14:tracePt t="111570" x="7994650" y="2487613"/>
          <p14:tracePt t="111587" x="8012113" y="2471738"/>
          <p14:tracePt t="111604" x="8027988" y="2471738"/>
          <p14:tracePt t="111620" x="8045450" y="2454275"/>
          <p14:tracePt t="111637" x="8078788" y="2454275"/>
          <p14:tracePt t="111654" x="8120063" y="2438400"/>
          <p14:tracePt t="111670" x="8135938" y="2438400"/>
          <p14:tracePt t="111687" x="8153400" y="2420938"/>
          <p14:tracePt t="111704" x="8218488" y="2397125"/>
          <p14:tracePt t="111720" x="8393113" y="2346325"/>
          <p14:tracePt t="111737" x="8559800" y="2312988"/>
          <p14:tracePt t="111754" x="8650288" y="2281238"/>
          <p14:tracePt t="111770" x="8816975" y="2247900"/>
          <p14:tracePt t="111787" x="8924925" y="2214563"/>
          <p14:tracePt t="111804" x="8990013" y="2197100"/>
          <p14:tracePt t="111820" x="9056688" y="2181225"/>
          <p14:tracePt t="111837" x="9074150" y="2181225"/>
          <p14:tracePt t="111854" x="9090025" y="2181225"/>
          <p14:tracePt t="111870" x="9105900" y="2181225"/>
          <p14:tracePt t="111936" x="9105900" y="2197100"/>
          <p14:tracePt t="111954" x="9105900" y="2214563"/>
          <p14:tracePt t="111970" x="9090025" y="2230438"/>
          <p14:tracePt t="111987" x="9090025" y="2247900"/>
          <p14:tracePt t="112004" x="9040813" y="2281238"/>
          <p14:tracePt t="112020" x="8990013" y="2312988"/>
          <p14:tracePt t="112037" x="8891588" y="2379663"/>
          <p14:tracePt t="112054" x="8816975" y="2438400"/>
          <p14:tracePt t="112070" x="8667750" y="2520950"/>
          <p14:tracePt t="112087" x="8493125" y="2587625"/>
          <p14:tracePt t="112104" x="8302625" y="2636838"/>
          <p14:tracePt t="112120" x="8102600" y="2695575"/>
          <p14:tracePt t="112137" x="7929563" y="2711450"/>
          <p14:tracePt t="112154" x="7754938" y="2711450"/>
          <p14:tracePt t="112170" x="7654925" y="2711450"/>
          <p14:tracePt t="112188" x="7546975" y="2654300"/>
          <p14:tracePt t="112205" x="7497763" y="2603500"/>
          <p14:tracePt t="112220" x="7480300" y="2587625"/>
          <p14:tracePt t="112237" x="7415213" y="2487613"/>
          <p14:tracePt t="112254" x="7397750" y="2363788"/>
          <p14:tracePt t="112270" x="7397750" y="2214563"/>
          <p14:tracePt t="112287" x="7415213" y="2039938"/>
          <p14:tracePt t="112304" x="7464425" y="1939925"/>
          <p14:tracePt t="112320" x="7531100" y="1849438"/>
          <p14:tracePt t="112337" x="7588250" y="1800225"/>
          <p14:tracePt t="112354" x="7672388" y="1766888"/>
          <p14:tracePt t="112370" x="7770813" y="1749425"/>
          <p14:tracePt t="112387" x="7912100" y="1749425"/>
          <p14:tracePt t="112404" x="8027988" y="1749425"/>
          <p14:tracePt t="112420" x="8153400" y="1766888"/>
          <p14:tracePt t="112437" x="8218488" y="1800225"/>
          <p14:tracePt t="112454" x="8251825" y="1816100"/>
          <p14:tracePt t="112470" x="8269288" y="1831975"/>
          <p14:tracePt t="112487" x="8285163" y="1882775"/>
          <p14:tracePt t="112504" x="8302625" y="1990725"/>
          <p14:tracePt t="112521" x="8302625" y="2139950"/>
          <p14:tracePt t="112537" x="8269288" y="2297113"/>
          <p14:tracePt t="112554" x="8218488" y="2397125"/>
          <p14:tracePt t="112570" x="8169275" y="2454275"/>
          <p14:tracePt t="112587" x="8135938" y="2487613"/>
          <p14:tracePt t="112604" x="8120063" y="2505075"/>
          <p14:tracePt t="112620" x="8078788" y="2505075"/>
          <p14:tracePt t="112637" x="8078788" y="2520950"/>
          <p14:tracePt t="112653" x="8061325" y="2520950"/>
          <p14:tracePt t="112719" x="8045450" y="2520950"/>
          <p14:tracePt t="112770" x="8012113" y="2520950"/>
          <p14:tracePt t="112787" x="7978775" y="2520950"/>
          <p14:tracePt t="112804" x="7878763" y="2487613"/>
          <p14:tracePt t="112820" x="7770813" y="2438400"/>
          <p14:tracePt t="112837" x="7688263" y="2397125"/>
          <p14:tracePt t="112854" x="7654925" y="2363788"/>
          <p14:tracePt t="112870" x="7605713" y="2346325"/>
          <p14:tracePt t="112887" x="7605713" y="2330450"/>
          <p14:tracePt t="112904" x="7588250" y="2312988"/>
          <p14:tracePt t="112920" x="7588250" y="2297113"/>
          <p14:tracePt t="112937" x="7621588" y="2281238"/>
          <p14:tracePt t="112954" x="7754938" y="2230438"/>
          <p14:tracePt t="112970" x="7896225" y="2197100"/>
          <p14:tracePt t="112987" x="8078788" y="2181225"/>
          <p14:tracePt t="113004" x="8186738" y="2181225"/>
          <p14:tracePt t="113020" x="8285163" y="2181225"/>
          <p14:tracePt t="113037" x="8318500" y="2181225"/>
          <p14:tracePt t="113054" x="8335963" y="2197100"/>
          <p14:tracePt t="113070" x="8359775" y="2214563"/>
          <p14:tracePt t="113087" x="8359775" y="2263775"/>
          <p14:tracePt t="113104" x="8359775" y="2420938"/>
          <p14:tracePt t="113120" x="8302625" y="2695575"/>
          <p14:tracePt t="113137" x="8218488" y="2935288"/>
          <p14:tracePt t="113154" x="8078788" y="3225800"/>
          <p14:tracePt t="113170" x="7994650" y="3390900"/>
          <p14:tracePt t="113187" x="7929563" y="3516313"/>
          <p14:tracePt t="113204" x="7878763" y="3598863"/>
          <p14:tracePt t="113221" x="7862888" y="3616325"/>
          <p14:tracePt t="113237" x="7862888" y="3632200"/>
          <p14:tracePt t="113253" x="7862888" y="3648075"/>
          <p14:tracePt t="113470" x="7896225" y="3648075"/>
          <p14:tracePt t="113487" x="7962900" y="3648075"/>
          <p14:tracePt t="113504" x="8045450" y="3648075"/>
          <p14:tracePt t="113520" x="8153400" y="3648075"/>
          <p14:tracePt t="113537" x="8251825" y="3648075"/>
          <p14:tracePt t="113554" x="8335963" y="3648075"/>
          <p14:tracePt t="113570" x="8410575" y="3648075"/>
          <p14:tracePt t="113587" x="8443913" y="3648075"/>
          <p14:tracePt t="113604" x="8475663" y="3648075"/>
          <p14:tracePt t="113636" x="8493125" y="3648075"/>
          <p14:tracePt t="113753" x="8509000" y="3648075"/>
          <p14:tracePt t="113786" x="8526463" y="3648075"/>
          <p14:tracePt t="113804" x="8542338" y="3648075"/>
          <p14:tracePt t="113820" x="8542338" y="3632200"/>
          <p14:tracePt t="113837" x="8559800" y="3632200"/>
          <p14:tracePt t="114237" x="8634413" y="3632200"/>
          <p14:tracePt t="114254" x="8891588" y="3648075"/>
          <p14:tracePt t="114270" x="9023350" y="3648075"/>
          <p14:tracePt t="114287" x="9164638" y="3648075"/>
          <p14:tracePt t="114304" x="9247188" y="3648075"/>
          <p14:tracePt t="114320" x="9297988" y="3648075"/>
          <p14:tracePt t="114337" x="9313863" y="3648075"/>
          <p14:tracePt t="114370" x="9331325" y="3648075"/>
          <p14:tracePt t="115237" x="9313863" y="3648075"/>
          <p14:tracePt t="115254" x="9297988" y="3648075"/>
          <p14:tracePt t="115269" x="9280525" y="3648075"/>
          <p14:tracePt t="115287" x="9247188" y="3648075"/>
          <p14:tracePt t="115304" x="9231313" y="3648075"/>
          <p14:tracePt t="115320" x="9197975" y="3648075"/>
          <p14:tracePt t="115337" x="9164638" y="3648075"/>
          <p14:tracePt t="115354" x="9123363" y="3648075"/>
          <p14:tracePt t="115370" x="9090025" y="3648075"/>
          <p14:tracePt t="115387" x="9040813" y="3648075"/>
          <p14:tracePt t="115404" x="9007475" y="3632200"/>
          <p14:tracePt t="115420" x="8956675" y="3632200"/>
          <p14:tracePt t="115437" x="8907463" y="3616325"/>
          <p14:tracePt t="115454" x="8850313" y="3598863"/>
          <p14:tracePt t="115470" x="8816975" y="3598863"/>
          <p14:tracePt t="115487" x="8783638" y="3582988"/>
          <p14:tracePt t="115504" x="8766175" y="3582988"/>
          <p14:tracePt t="115520" x="8750300" y="3582988"/>
          <p14:tracePt t="115553" x="8732838" y="3582988"/>
          <p14:tracePt t="116308" x="8750300" y="3582988"/>
          <p14:tracePt t="116320" x="8816975" y="3582988"/>
          <p14:tracePt t="116337" x="8956675" y="3582988"/>
          <p14:tracePt t="116354" x="9123363" y="3582988"/>
          <p14:tracePt t="116370" x="9247188" y="3582988"/>
          <p14:tracePt t="116387" x="9363075" y="3582988"/>
          <p14:tracePt t="116404" x="9437688" y="3582988"/>
          <p14:tracePt t="116420" x="9471025" y="3565525"/>
          <p14:tracePt t="116437" x="9488488" y="3565525"/>
          <p14:tracePt t="116454" x="9504363" y="3565525"/>
          <p14:tracePt t="116536" x="9488488" y="3565525"/>
          <p14:tracePt t="116809" x="9504363" y="3565525"/>
          <p14:tracePt t="117203" x="9537700" y="3565525"/>
          <p14:tracePt t="117220" x="9620250" y="3565525"/>
          <p14:tracePt t="117237" x="9779000" y="3565525"/>
          <p14:tracePt t="117254" x="9861550" y="3565525"/>
          <p14:tracePt t="117270" x="10002838" y="3565525"/>
          <p14:tracePt t="117287" x="10101263" y="3565525"/>
          <p14:tracePt t="117303" x="10209213" y="3565525"/>
          <p14:tracePt t="117320" x="10242550" y="3565525"/>
          <p14:tracePt t="117353" x="10260013" y="3565525"/>
          <p14:tracePt t="117454" x="10242550" y="3565525"/>
          <p14:tracePt t="117486" x="10226675" y="3565525"/>
          <p14:tracePt t="117520" x="10209213" y="3549650"/>
          <p14:tracePt t="117537" x="10185400" y="3549650"/>
          <p14:tracePt t="117570" x="10167938" y="3549650"/>
          <p14:tracePt t="117603" x="10152063" y="3549650"/>
          <p14:tracePt t="117636" x="10134600" y="3532188"/>
          <p14:tracePt t="117669" x="10118725" y="3532188"/>
          <p14:tracePt t="117736" x="10101263" y="3532188"/>
          <p14:tracePt t="117803" x="10085388" y="3532188"/>
          <p14:tracePt t="117820" x="10085388" y="3516313"/>
          <p14:tracePt t="117837" x="10069513" y="3516313"/>
          <p14:tracePt t="117869" x="10069513" y="3498850"/>
          <p14:tracePt t="117887" x="10052050" y="3498850"/>
          <p14:tracePt t="118240" x="10052050" y="3549650"/>
          <p14:tracePt t="118253" x="10036175" y="3582988"/>
          <p14:tracePt t="118270" x="10002838" y="3706813"/>
          <p14:tracePt t="118287" x="9928225" y="3871913"/>
          <p14:tracePt t="118304" x="9844088" y="4064000"/>
          <p14:tracePt t="118320" x="9745663" y="4254500"/>
          <p14:tracePt t="118337" x="9571038" y="4511675"/>
          <p14:tracePt t="118354" x="9363075" y="4735513"/>
          <p14:tracePt t="118370" x="9105900" y="4959350"/>
          <p14:tracePt t="118387" x="8799513" y="5157788"/>
          <p14:tracePt t="118404" x="8459788" y="5348288"/>
          <p14:tracePt t="118420" x="7929563" y="5556250"/>
          <p14:tracePt t="118437" x="7654925" y="5622925"/>
          <p14:tracePt t="118454" x="7191375" y="5730875"/>
          <p14:tracePt t="118470" x="6818313" y="5780088"/>
          <p14:tracePt t="118487" x="6435725" y="5846763"/>
          <p14:tracePt t="118504" x="6046788" y="5880100"/>
          <p14:tracePt t="118520" x="5772150" y="5895975"/>
          <p14:tracePt t="118537" x="5499100" y="5911850"/>
          <p14:tracePt t="118553" x="5241925" y="5945188"/>
          <p14:tracePt t="118570" x="5051425" y="5962650"/>
          <p14:tracePt t="118587" x="4892675" y="5988050"/>
          <p14:tracePt t="118604" x="4760913" y="5988050"/>
          <p14:tracePt t="118620" x="4619625" y="6003925"/>
          <p14:tracePt t="118637" x="4503738" y="6003925"/>
          <p14:tracePt t="118654" x="4421188" y="6003925"/>
          <p14:tracePt t="118670" x="4313238" y="6003925"/>
          <p14:tracePt t="118687" x="4229100" y="6003925"/>
          <p14:tracePt t="118704" x="4179888" y="6003925"/>
          <p14:tracePt t="118720" x="4130675" y="6019800"/>
          <p14:tracePt t="118737" x="4089400" y="6019800"/>
          <p14:tracePt t="118754" x="4071938" y="6019800"/>
          <p14:tracePt t="118770" x="4071938" y="6037263"/>
          <p14:tracePt t="118803" x="4056063" y="6103938"/>
          <p14:tracePt t="118820" x="4056063" y="6153150"/>
          <p14:tracePt t="118837" x="4038600" y="6227763"/>
          <p14:tracePt t="118854" x="4022725" y="6310313"/>
          <p14:tracePt t="118870" x="4022725" y="6376988"/>
          <p14:tracePt t="118887" x="4005263" y="6443663"/>
          <p14:tracePt t="118903" x="4005263" y="6484938"/>
          <p14:tracePt t="118920" x="4005263" y="6518275"/>
          <p14:tracePt t="118937" x="4005263" y="6534150"/>
          <p14:tracePt t="119455" x="3989388" y="6551613"/>
          <p14:tracePt t="119470" x="3956050" y="6567488"/>
          <p14:tracePt t="119487" x="3906838" y="6600825"/>
          <p14:tracePt t="119504" x="3856038" y="6634163"/>
          <p14:tracePt t="119520" x="3814763" y="6650038"/>
          <p14:tracePt t="119537" x="3781425" y="6650038"/>
          <p14:tracePt t="119554" x="3765550" y="6667500"/>
          <p14:tracePt t="119570" x="3716338" y="6683375"/>
          <p14:tracePt t="119587" x="3698875" y="6683375"/>
          <p14:tracePt t="119604" x="3665538" y="6683375"/>
          <p14:tracePt t="119620" x="3632200" y="6683375"/>
          <p14:tracePt t="119637" x="3557588" y="6700838"/>
          <p14:tracePt t="119653" x="3475038" y="6700838"/>
          <p14:tracePt t="119670" x="3392488" y="6700838"/>
          <p14:tracePt t="119687" x="3300413" y="6700838"/>
          <p14:tracePt t="119703" x="3235325" y="6700838"/>
          <p14:tracePt t="119720" x="3201988" y="6700838"/>
          <p14:tracePt t="119737" x="3184525" y="6700838"/>
          <p14:tracePt t="119754" x="3168650" y="6700838"/>
          <p14:tracePt t="119819" x="3184525" y="6700838"/>
          <p14:tracePt t="119838" x="3284538" y="6700838"/>
          <p14:tracePt t="119852" x="3341688" y="6700838"/>
          <p14:tracePt t="119870" x="3541713" y="6700838"/>
          <p14:tracePt t="119887" x="3748088" y="6700838"/>
          <p14:tracePt t="119903" x="3973513" y="6700838"/>
          <p14:tracePt t="119920" x="4179888" y="6700838"/>
          <p14:tracePt t="119937" x="4362450" y="6700838"/>
          <p14:tracePt t="119954" x="4570413" y="6716713"/>
          <p14:tracePt t="119970" x="4843463" y="6775450"/>
          <p14:tracePt t="119987" x="4918075" y="6775450"/>
          <p14:tracePt t="120004" x="5133975" y="6824663"/>
          <p14:tracePt t="120020" x="5241925" y="6824663"/>
          <p14:tracePt t="120037" x="5424488" y="6842125"/>
          <p14:tracePt t="120540" x="4022725" y="6824663"/>
          <p14:tracePt t="120556" x="4421188" y="6742113"/>
          <p14:tracePt t="120571" x="4810125" y="6667500"/>
          <p14:tracePt t="120588" x="5241925" y="6600825"/>
          <p14:tracePt t="120604" x="5532438" y="6551613"/>
          <p14:tracePt t="120620" x="5872163" y="6500813"/>
          <p14:tracePt t="120637" x="6129338" y="6459538"/>
          <p14:tracePt t="120654" x="6353175" y="6426200"/>
          <p14:tracePt t="120670" x="6543675" y="6392863"/>
          <p14:tracePt t="120687" x="6692900" y="6361113"/>
          <p14:tracePt t="120704" x="6800850" y="6343650"/>
          <p14:tracePt t="120720" x="6934200" y="6310313"/>
          <p14:tracePt t="120737" x="7042150" y="6294438"/>
          <p14:tracePt t="120754" x="7158038" y="6243638"/>
          <p14:tracePt t="120770" x="7224713" y="6202363"/>
          <p14:tracePt t="120787" x="7480300" y="6053138"/>
          <p14:tracePt t="120804" x="7639050" y="5929313"/>
          <p14:tracePt t="120820" x="7721600" y="5846763"/>
          <p14:tracePt t="120837" x="7962900" y="5656263"/>
          <p14:tracePt t="120854" x="8235950" y="5365750"/>
          <p14:tracePt t="120870" x="8575675" y="4975225"/>
          <p14:tracePt t="120887" x="8990013" y="4221163"/>
          <p14:tracePt t="120904" x="9148763" y="3905250"/>
          <p14:tracePt t="120920" x="9380538" y="3390900"/>
          <p14:tracePt t="120937" x="9488488" y="3167063"/>
          <p14:tracePt t="120954" x="9588500" y="3001963"/>
          <p14:tracePt t="120970" x="9604375" y="2968625"/>
          <p14:tracePt t="120987" x="9620250" y="2894013"/>
          <p14:tracePt t="121019" x="9620250" y="2878138"/>
          <p14:tracePt t="121386" x="9620250" y="2894013"/>
          <p14:tracePt t="121404" x="9620250" y="2968625"/>
          <p14:tracePt t="121420" x="9588500" y="3035300"/>
          <p14:tracePt t="121437" x="9488488" y="3209925"/>
          <p14:tracePt t="121454" x="9396413" y="3359150"/>
          <p14:tracePt t="121470" x="9313863" y="3467100"/>
          <p14:tracePt t="121487" x="9247188" y="3565525"/>
          <p14:tracePt t="121504" x="9197975" y="3616325"/>
          <p14:tracePt t="121520" x="9182100" y="3632200"/>
          <p14:tracePt t="121537" x="9164638" y="3648075"/>
          <p14:tracePt t="121654" x="9182100" y="3648075"/>
        </p14:tracePtLst>
      </p14:laserTraceLst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ADE4F-02E5-10DA-3427-32C9ED3A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461D3-6E98-EB3E-B1AE-A554D6E6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6. AVX512 </a:t>
            </a:r>
            <a:r>
              <a:rPr lang="ko-KR" altLang="en-US" b="1" dirty="0"/>
              <a:t>성능결과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D06576-F4B3-D648-165E-26F2408746C1}"/>
              </a:ext>
            </a:extLst>
          </p:cNvPr>
          <p:cNvSpPr txBox="1"/>
          <p:nvPr/>
        </p:nvSpPr>
        <p:spPr>
          <a:xfrm>
            <a:off x="6194845" y="5529516"/>
            <a:ext cx="599715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128 / 256 (≈1.7~1.8</a:t>
            </a:r>
            <a:r>
              <a:rPr lang="ko-KR" altLang="en-US" sz="1400" b="1" dirty="0"/>
              <a:t>배</a:t>
            </a:r>
            <a:r>
              <a:rPr lang="en-US" altLang="ko-KR" sz="1400" b="1" dirty="0"/>
              <a:t>)</a:t>
            </a:r>
            <a:r>
              <a:rPr lang="en-US" altLang="ko-KR" sz="1400" dirty="0"/>
              <a:t>: </a:t>
            </a:r>
            <a:r>
              <a:rPr lang="ko-KR" altLang="en-US" sz="1400" dirty="0"/>
              <a:t>숫자가 칸에 잘 맞아 </a:t>
            </a:r>
            <a:r>
              <a:rPr lang="en-US" altLang="ko-KR" sz="1400" dirty="0"/>
              <a:t>"4</a:t>
            </a:r>
            <a:r>
              <a:rPr lang="ko-KR" altLang="en-US" sz="1400" dirty="0"/>
              <a:t>명 동시</a:t>
            </a:r>
            <a:r>
              <a:rPr lang="en-US" altLang="ko-KR" sz="1400" dirty="0"/>
              <a:t>"</a:t>
            </a:r>
            <a:r>
              <a:rPr lang="ko-KR" altLang="en-US" sz="1400" dirty="0"/>
              <a:t>가 효율적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dirty="0"/>
              <a:t>192 (≈1.6</a:t>
            </a:r>
            <a:r>
              <a:rPr lang="ko-KR" altLang="en-US" sz="1400" b="1" dirty="0"/>
              <a:t>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제일 작음</a:t>
            </a:r>
            <a:r>
              <a:rPr lang="en-US" altLang="ko-KR" sz="1400" b="1" dirty="0"/>
              <a:t>)</a:t>
            </a:r>
            <a:r>
              <a:rPr lang="en-US" altLang="ko-KR" sz="1400" dirty="0"/>
              <a:t>: 1.5</a:t>
            </a:r>
            <a:r>
              <a:rPr lang="ko-KR" altLang="en-US" sz="1400" dirty="0"/>
              <a:t>칸이라 </a:t>
            </a:r>
            <a:r>
              <a:rPr lang="en-US" altLang="ko-KR" sz="1400" b="1" dirty="0"/>
              <a:t>0 </a:t>
            </a:r>
            <a:r>
              <a:rPr lang="ko-KR" altLang="en-US" sz="1400" b="1" dirty="0"/>
              <a:t>패딩 줄 세우기</a:t>
            </a:r>
            <a:r>
              <a:rPr lang="ko-KR" altLang="en-US" sz="1400" dirty="0"/>
              <a:t> 부대비용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sz="1400" b="1" dirty="0"/>
              <a:t>s </a:t>
            </a:r>
            <a:r>
              <a:rPr lang="ko-KR" altLang="en-US" sz="1400" b="1" dirty="0"/>
              <a:t>변종 </a:t>
            </a:r>
            <a:r>
              <a:rPr lang="en-US" altLang="ko-KR" sz="1400" b="1" dirty="0"/>
              <a:t>&gt; </a:t>
            </a:r>
            <a:r>
              <a:rPr lang="en" altLang="ko-KR" sz="1400" b="1" dirty="0"/>
              <a:t>f </a:t>
            </a:r>
            <a:r>
              <a:rPr lang="ko-KR" altLang="en-US" sz="1400" b="1" dirty="0"/>
              <a:t>변종</a:t>
            </a:r>
            <a:r>
              <a:rPr lang="en-US" altLang="ko-KR" sz="1400" dirty="0"/>
              <a:t>: </a:t>
            </a:r>
            <a:r>
              <a:rPr lang="ko-KR" altLang="en-US" sz="1400" dirty="0"/>
              <a:t>파티가 </a:t>
            </a:r>
            <a:r>
              <a:rPr lang="en-US" altLang="ko-KR" sz="1400" dirty="0"/>
              <a:t>256</a:t>
            </a:r>
            <a:r>
              <a:rPr lang="ko-KR" altLang="en-US" sz="1400" dirty="0"/>
              <a:t>명이라 </a:t>
            </a:r>
            <a:r>
              <a:rPr lang="en-US" altLang="ko-KR" sz="1400" dirty="0"/>
              <a:t>"4</a:t>
            </a:r>
            <a:r>
              <a:rPr lang="ko-KR" altLang="en-US" sz="1400" dirty="0"/>
              <a:t>명 동시</a:t>
            </a:r>
            <a:r>
              <a:rPr lang="en-US" altLang="ko-KR" sz="1400" dirty="0"/>
              <a:t>"</a:t>
            </a:r>
            <a:r>
              <a:rPr lang="ko-KR" altLang="en-US" sz="1400" dirty="0"/>
              <a:t>가 더 많이 반복돼 이득 ↑</a:t>
            </a:r>
          </a:p>
        </p:txBody>
      </p:sp>
      <p:pic>
        <p:nvPicPr>
          <p:cNvPr id="14" name="그림 13" descr="텍스트, 스크린샷, 폰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F0CC4A-0A91-5CAF-3AB4-1EFCCF77CB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573" y="1400581"/>
            <a:ext cx="5998964" cy="3382069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0B05F3D-33E1-6504-83FF-4C6FA6DA8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122552"/>
              </p:ext>
            </p:extLst>
          </p:nvPr>
        </p:nvGraphicFramePr>
        <p:xfrm>
          <a:off x="411920" y="2722147"/>
          <a:ext cx="5427552" cy="17602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790734">
                  <a:extLst>
                    <a:ext uri="{9D8B030D-6E8A-4147-A177-3AD203B41FA5}">
                      <a16:colId xmlns:a16="http://schemas.microsoft.com/office/drawing/2014/main" val="1098566529"/>
                    </a:ext>
                  </a:extLst>
                </a:gridCol>
                <a:gridCol w="1428672">
                  <a:extLst>
                    <a:ext uri="{9D8B030D-6E8A-4147-A177-3AD203B41FA5}">
                      <a16:colId xmlns:a16="http://schemas.microsoft.com/office/drawing/2014/main" val="808990840"/>
                    </a:ext>
                  </a:extLst>
                </a:gridCol>
                <a:gridCol w="1497432">
                  <a:extLst>
                    <a:ext uri="{9D8B030D-6E8A-4147-A177-3AD203B41FA5}">
                      <a16:colId xmlns:a16="http://schemas.microsoft.com/office/drawing/2014/main" val="646687222"/>
                    </a:ext>
                  </a:extLst>
                </a:gridCol>
                <a:gridCol w="1710714">
                  <a:extLst>
                    <a:ext uri="{9D8B030D-6E8A-4147-A177-3AD203B41FA5}">
                      <a16:colId xmlns:a16="http://schemas.microsoft.com/office/drawing/2014/main" val="7404178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변종</a:t>
                      </a:r>
                    </a:p>
                  </a:txBody>
                  <a:tcPr marL="19050" marR="19050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400" dirty="0">
                          <a:effectLst/>
                        </a:rPr>
                        <a:t>avx2</a:t>
                      </a:r>
                    </a:p>
                  </a:txBody>
                  <a:tcPr marL="19050" marR="19050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400" b="1" dirty="0">
                          <a:effectLst/>
                        </a:rPr>
                        <a:t>*avx512</a:t>
                      </a:r>
                      <a:endParaRPr lang="en" sz="1400" dirty="0">
                        <a:effectLst/>
                      </a:endParaRPr>
                    </a:p>
                  </a:txBody>
                  <a:tcPr marL="19050" marR="19050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400" dirty="0">
                          <a:effectLst/>
                        </a:rPr>
                        <a:t>avx512/avx2</a:t>
                      </a:r>
                    </a:p>
                  </a:txBody>
                  <a:tcPr marL="19050" marR="19050" marT="19050" marB="190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475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effectLst/>
                        </a:rPr>
                        <a:t>128f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802,112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>
                          <a:effectLst/>
                        </a:rPr>
                        <a:t>471,423</a:t>
                      </a:r>
                      <a:endParaRPr lang="ko-KR" altLang="en-US" sz="14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1.70×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573295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effectLst/>
                        </a:rPr>
                        <a:t>128s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5,996,114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3,308,898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>
                          <a:effectLst/>
                        </a:rPr>
                        <a:t>1.81×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510028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effectLst/>
                        </a:rPr>
                        <a:t>192f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2,025,983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1,287,691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1.57×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899894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effectLst/>
                        </a:rPr>
                        <a:t>192s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15,072,915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9,254,646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1.63×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16719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effectLst/>
                        </a:rPr>
                        <a:t>256f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>
                          <a:effectLst/>
                        </a:rPr>
                        <a:t>4,003,931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2,355,574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1.70×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465306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effectLst/>
                        </a:rPr>
                        <a:t>256s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28,686,277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15,852,569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1.81×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974478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51DACDD-66FB-05D0-4B84-F1DD68D961A1}"/>
              </a:ext>
            </a:extLst>
          </p:cNvPr>
          <p:cNvSpPr txBox="1"/>
          <p:nvPr/>
        </p:nvSpPr>
        <p:spPr>
          <a:xfrm>
            <a:off x="416650" y="2352815"/>
            <a:ext cx="30171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서명</a:t>
            </a:r>
            <a:r>
              <a:rPr lang="en-US" altLang="ko-KR" sz="1100" b="1" dirty="0"/>
              <a:t>(</a:t>
            </a:r>
            <a:r>
              <a:rPr lang="en" altLang="ko-KR" sz="1100" b="1" dirty="0"/>
              <a:t>sign) — median cycles</a:t>
            </a:r>
            <a:r>
              <a:rPr lang="en-US" altLang="ko-KR" sz="1100" b="1" dirty="0"/>
              <a:t>-50</a:t>
            </a:r>
            <a:r>
              <a:rPr lang="ko-KR" altLang="en-US" sz="1100" b="1" dirty="0"/>
              <a:t>회 반복 측정</a:t>
            </a:r>
            <a:endParaRPr lang="en" altLang="ko-KR" sz="1100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2FADC1D-075D-280F-DFEC-6DA585BA9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846611"/>
              </p:ext>
            </p:extLst>
          </p:nvPr>
        </p:nvGraphicFramePr>
        <p:xfrm>
          <a:off x="411920" y="5007980"/>
          <a:ext cx="5427552" cy="17602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06015">
                  <a:extLst>
                    <a:ext uri="{9D8B030D-6E8A-4147-A177-3AD203B41FA5}">
                      <a16:colId xmlns:a16="http://schemas.microsoft.com/office/drawing/2014/main" val="1591626375"/>
                    </a:ext>
                  </a:extLst>
                </a:gridCol>
                <a:gridCol w="1451591">
                  <a:extLst>
                    <a:ext uri="{9D8B030D-6E8A-4147-A177-3AD203B41FA5}">
                      <a16:colId xmlns:a16="http://schemas.microsoft.com/office/drawing/2014/main" val="3287095361"/>
                    </a:ext>
                  </a:extLst>
                </a:gridCol>
                <a:gridCol w="1474512">
                  <a:extLst>
                    <a:ext uri="{9D8B030D-6E8A-4147-A177-3AD203B41FA5}">
                      <a16:colId xmlns:a16="http://schemas.microsoft.com/office/drawing/2014/main" val="1665850980"/>
                    </a:ext>
                  </a:extLst>
                </a:gridCol>
                <a:gridCol w="1695434">
                  <a:extLst>
                    <a:ext uri="{9D8B030D-6E8A-4147-A177-3AD203B41FA5}">
                      <a16:colId xmlns:a16="http://schemas.microsoft.com/office/drawing/2014/main" val="1111660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effectLst/>
                        </a:rPr>
                        <a:t>변종</a:t>
                      </a:r>
                    </a:p>
                  </a:txBody>
                  <a:tcPr marL="19050" marR="19050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400" dirty="0">
                          <a:effectLst/>
                        </a:rPr>
                        <a:t>avx2</a:t>
                      </a:r>
                    </a:p>
                  </a:txBody>
                  <a:tcPr marL="19050" marR="19050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400" b="1" dirty="0">
                          <a:effectLst/>
                        </a:rPr>
                        <a:t>*avx512</a:t>
                      </a:r>
                      <a:endParaRPr lang="en" sz="1400" dirty="0">
                        <a:effectLst/>
                      </a:endParaRPr>
                    </a:p>
                  </a:txBody>
                  <a:tcPr marL="19050" marR="19050" marT="19050" marB="190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400" dirty="0">
                          <a:effectLst/>
                        </a:rPr>
                        <a:t>avx512/avx2</a:t>
                      </a:r>
                    </a:p>
                  </a:txBody>
                  <a:tcPr marL="19050" marR="19050" marT="19050" marB="190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800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effectLst/>
                        </a:rPr>
                        <a:t>128f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793,005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>
                          <a:effectLst/>
                        </a:rPr>
                        <a:t>478,969</a:t>
                      </a:r>
                      <a:endParaRPr lang="ko-KR" altLang="en-US" sz="140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>
                          <a:effectLst/>
                        </a:rPr>
                        <a:t>1.66×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650570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effectLst/>
                        </a:rPr>
                        <a:t>128s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5,950,834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3,248,313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>
                          <a:effectLst/>
                        </a:rPr>
                        <a:t>1.83×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969401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effectLst/>
                        </a:rPr>
                        <a:t>192f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2,029,277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1,309,777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>
                          <a:effectLst/>
                        </a:rPr>
                        <a:t>1.55×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374902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effectLst/>
                        </a:rPr>
                        <a:t>192s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14,965,880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9,070,062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1.65×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074107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effectLst/>
                        </a:rPr>
                        <a:t>256f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3,995,008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2,372,853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1.69×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762126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>
                          <a:effectLst/>
                        </a:rPr>
                        <a:t>256s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28,438,781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b="1" dirty="0">
                          <a:effectLst/>
                        </a:rPr>
                        <a:t>15,704,612</a:t>
                      </a:r>
                      <a:endParaRPr lang="ko-KR" altLang="en-US" sz="1400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400" dirty="0">
                          <a:effectLst/>
                        </a:rPr>
                        <a:t>1.81×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406830460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134BA13-81BD-48AA-2657-2662FBC77113}"/>
              </a:ext>
            </a:extLst>
          </p:cNvPr>
          <p:cNvSpPr txBox="1"/>
          <p:nvPr/>
        </p:nvSpPr>
        <p:spPr>
          <a:xfrm>
            <a:off x="411920" y="4638648"/>
            <a:ext cx="34612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검증</a:t>
            </a:r>
            <a:r>
              <a:rPr lang="en-US" altLang="ko-KR" sz="1100" b="1" dirty="0"/>
              <a:t>(</a:t>
            </a:r>
            <a:r>
              <a:rPr lang="en" altLang="ko-KR" sz="1100" b="1" dirty="0"/>
              <a:t>verify) — </a:t>
            </a:r>
            <a:r>
              <a:rPr lang="ko-KR" altLang="en-US" sz="1100" b="1" dirty="0"/>
              <a:t>전체</a:t>
            </a:r>
            <a:r>
              <a:rPr lang="en-US" altLang="ko-KR" sz="1100" b="1" dirty="0"/>
              <a:t>, </a:t>
            </a:r>
            <a:r>
              <a:rPr lang="en" altLang="ko-KR" sz="1100" b="1" dirty="0"/>
              <a:t>median cycles</a:t>
            </a:r>
            <a:r>
              <a:rPr lang="en-US" altLang="ko-KR" sz="1100" b="1" dirty="0"/>
              <a:t>-50</a:t>
            </a:r>
            <a:r>
              <a:rPr lang="ko-KR" altLang="en-US" sz="1100" b="1" dirty="0"/>
              <a:t>회 반복 측정</a:t>
            </a:r>
            <a:endParaRPr lang="en" altLang="ko-KR" sz="1100" b="1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1C55063-A381-68CC-D58E-E39B1312B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779221"/>
              </p:ext>
            </p:extLst>
          </p:nvPr>
        </p:nvGraphicFramePr>
        <p:xfrm>
          <a:off x="440572" y="1126191"/>
          <a:ext cx="4893411" cy="1188720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1253720">
                  <a:extLst>
                    <a:ext uri="{9D8B030D-6E8A-4147-A177-3AD203B41FA5}">
                      <a16:colId xmlns:a16="http://schemas.microsoft.com/office/drawing/2014/main" val="2869637587"/>
                    </a:ext>
                  </a:extLst>
                </a:gridCol>
                <a:gridCol w="3639691">
                  <a:extLst>
                    <a:ext uri="{9D8B030D-6E8A-4147-A177-3AD203B41FA5}">
                      <a16:colId xmlns:a16="http://schemas.microsoft.com/office/drawing/2014/main" val="704041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effectLst/>
                        </a:rPr>
                        <a:t>항목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050" dirty="0">
                          <a:solidFill>
                            <a:schemeClr val="tx1"/>
                          </a:solidFill>
                          <a:effectLst/>
                        </a:rPr>
                        <a:t>값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91252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1" dirty="0">
                          <a:solidFill>
                            <a:schemeClr val="tx1"/>
                          </a:solidFill>
                          <a:effectLst/>
                        </a:rPr>
                        <a:t>CPU</a:t>
                      </a:r>
                      <a:endParaRPr lang="en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" sz="1050" dirty="0">
                          <a:solidFill>
                            <a:schemeClr val="tx1"/>
                          </a:solidFill>
                          <a:effectLst/>
                        </a:rPr>
                        <a:t>11th Gen Intel Core </a:t>
                      </a:r>
                      <a:r>
                        <a:rPr lang="en" sz="1050" b="1" dirty="0">
                          <a:solidFill>
                            <a:schemeClr val="tx1"/>
                          </a:solidFill>
                          <a:effectLst/>
                        </a:rPr>
                        <a:t>i7-1165G7</a:t>
                      </a:r>
                      <a:r>
                        <a:rPr lang="en" sz="1050" dirty="0">
                          <a:solidFill>
                            <a:schemeClr val="tx1"/>
                          </a:solidFill>
                          <a:effectLst/>
                        </a:rPr>
                        <a:t> @ 2.80GHz (Tiger Lake)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057752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effectLst/>
                        </a:rPr>
                        <a:t>코어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sz="1050" dirty="0">
                          <a:solidFill>
                            <a:schemeClr val="tx1"/>
                          </a:solidFill>
                          <a:effectLst/>
                        </a:rPr>
                        <a:t>8 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effectLst/>
                        </a:rPr>
                        <a:t>논리 스레드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180316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effectLst/>
                        </a:rPr>
                        <a:t>주파수 정책</a:t>
                      </a:r>
                      <a:endParaRPr lang="ko-KR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" sz="1050" dirty="0">
                          <a:solidFill>
                            <a:schemeClr val="tx1"/>
                          </a:solidFill>
                          <a:effectLst/>
                        </a:rPr>
                        <a:t>governor = </a:t>
                      </a:r>
                      <a:r>
                        <a:rPr lang="en" sz="1050" b="1" dirty="0">
                          <a:solidFill>
                            <a:schemeClr val="tx1"/>
                          </a:solidFill>
                          <a:effectLst/>
                        </a:rPr>
                        <a:t>performance</a:t>
                      </a:r>
                      <a:r>
                        <a:rPr lang="en" sz="105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  <a:effectLst/>
                        </a:rPr>
                        <a:t>터보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1050" dirty="0">
                          <a:solidFill>
                            <a:schemeClr val="tx1"/>
                          </a:solidFill>
                          <a:effectLst/>
                        </a:rPr>
                        <a:t>= </a:t>
                      </a:r>
                      <a:r>
                        <a:rPr lang="en" sz="1050" b="1" dirty="0">
                          <a:solidFill>
                            <a:schemeClr val="tx1"/>
                          </a:solidFill>
                          <a:effectLst/>
                        </a:rPr>
                        <a:t>on</a:t>
                      </a:r>
                      <a:r>
                        <a:rPr lang="en" sz="1050" dirty="0">
                          <a:solidFill>
                            <a:schemeClr val="tx1"/>
                          </a:solidFill>
                          <a:effectLst/>
                        </a:rPr>
                        <a:t> (</a:t>
                      </a:r>
                      <a:r>
                        <a:rPr lang="en" sz="1050" dirty="0" err="1">
                          <a:solidFill>
                            <a:schemeClr val="tx1"/>
                          </a:solidFill>
                          <a:effectLst/>
                        </a:rPr>
                        <a:t>no_turbo</a:t>
                      </a:r>
                      <a:r>
                        <a:rPr lang="en" sz="1050" dirty="0">
                          <a:solidFill>
                            <a:schemeClr val="tx1"/>
                          </a:solidFill>
                          <a:effectLst/>
                        </a:rPr>
                        <a:t>=0)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2214729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1" dirty="0">
                          <a:solidFill>
                            <a:schemeClr val="tx1"/>
                          </a:solidFill>
                          <a:effectLst/>
                        </a:rPr>
                        <a:t>OS / </a:t>
                      </a: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effectLst/>
                        </a:rPr>
                        <a:t>컴파일러</a:t>
                      </a:r>
                      <a:endParaRPr lang="ko-KR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" sz="1050" dirty="0">
                          <a:solidFill>
                            <a:schemeClr val="tx1"/>
                          </a:solidFill>
                          <a:effectLst/>
                        </a:rPr>
                        <a:t>Ubuntu 24.04, </a:t>
                      </a:r>
                      <a:r>
                        <a:rPr lang="en" sz="1050" b="1" dirty="0" err="1">
                          <a:solidFill>
                            <a:schemeClr val="tx1"/>
                          </a:solidFill>
                          <a:effectLst/>
                        </a:rPr>
                        <a:t>gcc</a:t>
                      </a:r>
                      <a:r>
                        <a:rPr lang="en" sz="1050" b="1" dirty="0">
                          <a:solidFill>
                            <a:schemeClr val="tx1"/>
                          </a:solidFill>
                          <a:effectLst/>
                        </a:rPr>
                        <a:t> 13.3.0</a:t>
                      </a:r>
                      <a:endParaRPr lang="en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311817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50" b="1" dirty="0">
                          <a:solidFill>
                            <a:schemeClr val="tx1"/>
                          </a:solidFill>
                          <a:effectLst/>
                        </a:rPr>
                        <a:t>최적화 플래그</a:t>
                      </a:r>
                      <a:endParaRPr lang="ko-KR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" sz="1050" dirty="0">
                          <a:solidFill>
                            <a:schemeClr val="tx1"/>
                          </a:solidFill>
                          <a:effectLst/>
                        </a:rPr>
                        <a:t>-O3 -</a:t>
                      </a:r>
                      <a:r>
                        <a:rPr lang="en" sz="1050" dirty="0" err="1">
                          <a:solidFill>
                            <a:schemeClr val="tx1"/>
                          </a:solidFill>
                          <a:effectLst/>
                        </a:rPr>
                        <a:t>fomit</a:t>
                      </a:r>
                      <a:r>
                        <a:rPr lang="en" sz="1050" dirty="0">
                          <a:solidFill>
                            <a:schemeClr val="tx1"/>
                          </a:solidFill>
                          <a:effectLst/>
                        </a:rPr>
                        <a:t>-frame-pointer</a:t>
                      </a:r>
                      <a:endParaRPr lang="en-US" altLang="ko-KR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508644515"/>
                  </a:ext>
                </a:extLst>
              </a:tr>
            </a:tbl>
          </a:graphicData>
        </a:graphic>
      </p:graphicFrame>
      <p:sp>
        <p:nvSpPr>
          <p:cNvPr id="15" name="Rectangle 1">
            <a:extLst>
              <a:ext uri="{FF2B5EF4-FFF2-40B4-BE49-F238E27FC236}">
                <a16:creationId xmlns:a16="http://schemas.microsoft.com/office/drawing/2014/main" id="{31C0FEE7-E018-5A3D-8CC3-D9B710A84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21" y="128610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76F625FE-48FF-67DB-222C-12D67A1310BA}"/>
                  </a:ext>
                </a:extLst>
              </p14:cNvPr>
              <p14:cNvContentPartPr/>
              <p14:nvPr/>
            </p14:nvContentPartPr>
            <p14:xfrm>
              <a:off x="6726240" y="4660200"/>
              <a:ext cx="2314800" cy="82260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76F625FE-48FF-67DB-222C-12D67A1310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16880" y="4650840"/>
                <a:ext cx="2333520" cy="8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iact="http://schemas.microsoft.com/office/powerpoint/2014/inkAction" Requires="p14 iact">
          <p:contentPart p14:bwMode="auto" r:id="rId7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EEDDD7B2-90D0-C184-2CF9-9C859DBC9322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6336360" y="4676760"/>
              <a:ext cx="2588040" cy="82224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EEDDD7B2-90D0-C184-2CF9-9C859DBC93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27000" y="4667400"/>
                <a:ext cx="2606760" cy="84096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오디오 20">
            <a:extLst>
              <a:ext uri="{FF2B5EF4-FFF2-40B4-BE49-F238E27FC236}">
                <a16:creationId xmlns:a16="http://schemas.microsoft.com/office/drawing/2014/main" id="{03A24E2E-4946-6745-15B6-E5774FF471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628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5354"/>
    </mc:Choice>
    <mc:Fallback>
      <p:transition spd="slow" advTm="1453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9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615" x="3748088" y="6742113"/>
          <p14:tracePt t="6631" x="3748088" y="6634163"/>
          <p14:tracePt t="6647" x="3748088" y="6551613"/>
          <p14:tracePt t="6663" x="3765550" y="6443663"/>
          <p14:tracePt t="6678" x="3765550" y="6392863"/>
          <p14:tracePt t="6695" x="3798888" y="6276975"/>
          <p14:tracePt t="6712" x="3832225" y="6169025"/>
          <p14:tracePt t="6728" x="3856038" y="6119813"/>
          <p14:tracePt t="6745" x="3889375" y="6053138"/>
          <p14:tracePt t="6761" x="3906838" y="6019800"/>
          <p14:tracePt t="6778" x="3922713" y="5988050"/>
          <p14:tracePt t="6795" x="3922713" y="5962650"/>
          <p14:tracePt t="6812" x="3956050" y="5945188"/>
          <p14:tracePt t="6828" x="3989388" y="5911850"/>
          <p14:tracePt t="6845" x="4022725" y="5880100"/>
          <p14:tracePt t="6862" x="4089400" y="5829300"/>
          <p14:tracePt t="6878" x="4164013" y="5762625"/>
          <p14:tracePt t="6895" x="4229100" y="5705475"/>
          <p14:tracePt t="6911" x="4295775" y="5638800"/>
          <p14:tracePt t="6928" x="4362450" y="5589588"/>
          <p14:tracePt t="6945" x="4421188" y="5538788"/>
          <p14:tracePt t="6962" x="4454525" y="5507038"/>
          <p14:tracePt t="6978" x="4470400" y="5473700"/>
          <p14:tracePt t="6995" x="4503738" y="5432425"/>
          <p14:tracePt t="7012" x="4519613" y="5399088"/>
          <p14:tracePt t="7028" x="4537075" y="5381625"/>
          <p14:tracePt t="7045" x="4552950" y="5348288"/>
          <p14:tracePt t="7062" x="4570413" y="5348288"/>
          <p14:tracePt t="7078" x="4570413" y="5332413"/>
          <p14:tracePt t="7095" x="4586288" y="5314950"/>
          <p14:tracePt t="7127" x="4603750" y="5299075"/>
          <p14:tracePt t="7145" x="4619625" y="5299075"/>
          <p14:tracePt t="7178" x="4645025" y="5299075"/>
          <p14:tracePt t="7195" x="4645025" y="5281613"/>
          <p14:tracePt t="7527" x="4743450" y="5175250"/>
          <p14:tracePt t="7545" x="4860925" y="5075238"/>
          <p14:tracePt t="7562" x="5000625" y="4959350"/>
          <p14:tracePt t="7578" x="5084763" y="4884738"/>
          <p14:tracePt t="7595" x="5175250" y="4818063"/>
          <p14:tracePt t="7611" x="5208588" y="4768850"/>
          <p14:tracePt t="7628" x="5224463" y="4751388"/>
          <p14:tracePt t="7645" x="5241925" y="4751388"/>
          <p14:tracePt t="7662" x="5241925" y="4735513"/>
          <p14:tracePt t="7770" x="5241925" y="4718050"/>
          <p14:tracePt t="8304" x="5224463" y="4718050"/>
          <p14:tracePt t="8511" x="5208588" y="4718050"/>
          <p14:tracePt t="8544" x="5192713" y="4735513"/>
          <p14:tracePt t="8594" x="5175250" y="4735513"/>
          <p14:tracePt t="9095" x="5149850" y="4735513"/>
          <p14:tracePt t="9128" x="5133975" y="4735513"/>
          <p14:tracePt t="9145" x="5118100" y="4735513"/>
          <p14:tracePt t="9177" x="5100638" y="4735513"/>
          <p14:tracePt t="9211" x="5084763" y="4735513"/>
          <p14:tracePt t="9372" x="5067300" y="4735513"/>
          <p14:tracePt t="9411" x="5051425" y="4735513"/>
          <p14:tracePt t="9428" x="5033963" y="4735513"/>
          <p14:tracePt t="9445" x="5018088" y="4735513"/>
          <p14:tracePt t="9462" x="5000625" y="4735513"/>
          <p14:tracePt t="9478" x="4984750" y="4735513"/>
          <p14:tracePt t="9495" x="4951413" y="4735513"/>
          <p14:tracePt t="9512" x="4918075" y="4718050"/>
          <p14:tracePt t="9528" x="4892675" y="4694238"/>
          <p14:tracePt t="9545" x="4876800" y="4694238"/>
          <p14:tracePt t="9562" x="4860925" y="4676775"/>
          <p14:tracePt t="9611" x="4860925" y="4660900"/>
          <p14:tracePt t="9628" x="4860925" y="4643438"/>
          <p14:tracePt t="9645" x="4860925" y="4627563"/>
          <p14:tracePt t="9677" x="4860925" y="4594225"/>
          <p14:tracePt t="9711" x="4860925" y="4560888"/>
          <p14:tracePt t="9728" x="4860925" y="4545013"/>
          <p14:tracePt t="9761" x="4860925" y="4527550"/>
          <p14:tracePt t="9960" x="4860925" y="4545013"/>
          <p14:tracePt t="9994" x="4860925" y="4576763"/>
          <p14:tracePt t="10012" x="4860925" y="4594225"/>
          <p14:tracePt t="10028" x="4876800" y="4610100"/>
          <p14:tracePt t="10045" x="4876800" y="4660900"/>
          <p14:tracePt t="10062" x="4892675" y="4694238"/>
          <p14:tracePt t="10078" x="4918075" y="4718050"/>
          <p14:tracePt t="10095" x="4935538" y="4718050"/>
          <p14:tracePt t="10112" x="4935538" y="4735513"/>
          <p14:tracePt t="10128" x="4951413" y="4751388"/>
          <p14:tracePt t="10161" x="4967288" y="4751388"/>
          <p14:tracePt t="10194" x="4984750" y="4751388"/>
          <p14:tracePt t="10212" x="5000625" y="4751388"/>
          <p14:tracePt t="10228" x="5033963" y="4751388"/>
          <p14:tracePt t="10245" x="5051425" y="4751388"/>
          <p14:tracePt t="10261" x="5067300" y="4751388"/>
          <p14:tracePt t="10278" x="5084763" y="4751388"/>
          <p14:tracePt t="10295" x="5100638" y="4751388"/>
          <p14:tracePt t="10311" x="5118100" y="4751388"/>
          <p14:tracePt t="10544" x="5133975" y="4751388"/>
          <p14:tracePt t="10577" x="5149850" y="4751388"/>
          <p14:tracePt t="10595" x="5175250" y="4751388"/>
          <p14:tracePt t="10612" x="5192713" y="4751388"/>
          <p14:tracePt t="10644" x="5208588" y="4751388"/>
          <p14:tracePt t="10661" x="5224463" y="4751388"/>
          <p14:tracePt t="10678" x="5241925" y="4751388"/>
          <p14:tracePt t="10695" x="5241925" y="4735513"/>
          <p14:tracePt t="10734" x="5257800" y="4735513"/>
          <p14:tracePt t="10832" x="5275263" y="4735513"/>
          <p14:tracePt t="10894" x="5291138" y="4735513"/>
          <p14:tracePt t="10944" x="5308600" y="4735513"/>
          <p14:tracePt t="11011" x="5324475" y="4735513"/>
          <p14:tracePt t="11061" x="5341938" y="4735513"/>
          <p14:tracePt t="11094" x="5357813" y="4735513"/>
          <p14:tracePt t="11144" x="5373688" y="4735513"/>
          <p14:tracePt t="11177" x="5391150" y="4735513"/>
          <p14:tracePt t="11211" x="5407025" y="4735513"/>
          <p14:tracePt t="11228" x="5424488" y="4735513"/>
          <p14:tracePt t="11245" x="5448300" y="4735513"/>
          <p14:tracePt t="11262" x="5465763" y="4735513"/>
          <p14:tracePt t="11278" x="5499100" y="4735513"/>
          <p14:tracePt t="11311" x="5514975" y="4735513"/>
          <p14:tracePt t="11328" x="5532438" y="4735513"/>
          <p14:tracePt t="11345" x="5548313" y="4735513"/>
          <p14:tracePt t="11377" x="5565775" y="4735513"/>
          <p14:tracePt t="11411" x="5581650" y="4735513"/>
          <p14:tracePt t="11444" x="5599113" y="4735513"/>
          <p14:tracePt t="11521" x="5614988" y="4735513"/>
          <p14:tracePt t="11910" x="5630863" y="4718050"/>
          <p14:tracePt t="11961" x="5648325" y="4694238"/>
          <p14:tracePt t="11978" x="5664200" y="4694238"/>
          <p14:tracePt t="12011" x="5681663" y="4676775"/>
          <p14:tracePt t="12811" x="5705475" y="4676775"/>
          <p14:tracePt t="12828" x="5756275" y="4643438"/>
          <p14:tracePt t="12845" x="5838825" y="4594225"/>
          <p14:tracePt t="12861" x="5921375" y="4545013"/>
          <p14:tracePt t="12878" x="5995988" y="4511675"/>
          <p14:tracePt t="12895" x="6062663" y="4478338"/>
          <p14:tracePt t="12911" x="6129338" y="4419600"/>
          <p14:tracePt t="12928" x="6162675" y="4403725"/>
          <p14:tracePt t="12945" x="6196013" y="4370388"/>
          <p14:tracePt t="12962" x="6211888" y="4352925"/>
          <p14:tracePt t="12978" x="6237288" y="4321175"/>
          <p14:tracePt t="12995" x="6253163" y="4287838"/>
          <p14:tracePt t="13012" x="6270625" y="4254500"/>
          <p14:tracePt t="13028" x="6286500" y="4221163"/>
          <p14:tracePt t="13045" x="6303963" y="4179888"/>
          <p14:tracePt t="13062" x="6303963" y="4162425"/>
          <p14:tracePt t="13078" x="6303963" y="4146550"/>
          <p14:tracePt t="13095" x="6303963" y="4129088"/>
          <p14:tracePt t="13111" x="6303963" y="4113213"/>
          <p14:tracePt t="13144" x="6286500" y="4097338"/>
          <p14:tracePt t="13161" x="6237288" y="4064000"/>
          <p14:tracePt t="13178" x="6211888" y="4064000"/>
          <p14:tracePt t="13195" x="6178550" y="4064000"/>
          <p14:tracePt t="13212" x="6162675" y="4046538"/>
          <p14:tracePt t="13228" x="6145213" y="4046538"/>
          <p14:tracePt t="13245" x="6145213" y="4030663"/>
          <p14:tracePt t="13261" x="6129338" y="4013200"/>
          <p14:tracePt t="13278" x="6111875" y="3997325"/>
          <p14:tracePt t="13295" x="6096000" y="3946525"/>
          <p14:tracePt t="13312" x="6096000" y="3922713"/>
          <p14:tracePt t="13328" x="6080125" y="3889375"/>
          <p14:tracePt t="13345" x="6080125" y="3871913"/>
          <p14:tracePt t="13361" x="6080125" y="3856038"/>
          <p14:tracePt t="13378" x="6062663" y="3840163"/>
          <p14:tracePt t="13395" x="6062663" y="3822700"/>
          <p14:tracePt t="13412" x="6046788" y="3822700"/>
          <p14:tracePt t="13428" x="6029325" y="3806825"/>
          <p14:tracePt t="13445" x="6013450" y="3806825"/>
          <p14:tracePt t="13463" x="5980113" y="3789363"/>
          <p14:tracePt t="13478" x="5938838" y="3756025"/>
          <p14:tracePt t="13495" x="5905500" y="3722688"/>
          <p14:tracePt t="13512" x="5888038" y="3706813"/>
          <p14:tracePt t="13528" x="5838825" y="3632200"/>
          <p14:tracePt t="13545" x="5822950" y="3598863"/>
          <p14:tracePt t="13562" x="5822950" y="3582988"/>
          <p14:tracePt t="13578" x="5805488" y="3565525"/>
          <p14:tracePt t="13611" x="5805488" y="3549650"/>
          <p14:tracePt t="13678" x="5789613" y="3549650"/>
          <p14:tracePt t="13711" x="5772150" y="3549650"/>
          <p14:tracePt t="13728" x="5738813" y="3532188"/>
          <p14:tracePt t="13745" x="5722938" y="3532188"/>
          <p14:tracePt t="13761" x="5705475" y="3532188"/>
          <p14:tracePt t="13778" x="5664200" y="3532188"/>
          <p14:tracePt t="13795" x="5630863" y="3516313"/>
          <p14:tracePt t="13811" x="5599113" y="3516313"/>
          <p14:tracePt t="13828" x="5581650" y="3516313"/>
          <p14:tracePt t="13845" x="5581650" y="3498850"/>
          <p14:tracePt t="13882" x="5565775" y="3498850"/>
          <p14:tracePt t="13978" x="5565775" y="3482975"/>
          <p14:tracePt t="14027" x="5548313" y="3482975"/>
          <p14:tracePt t="14045" x="5514975" y="3482975"/>
          <p14:tracePt t="14061" x="5424488" y="3482975"/>
          <p14:tracePt t="14078" x="5241925" y="3516313"/>
          <p14:tracePt t="14095" x="5149850" y="3532188"/>
          <p14:tracePt t="14112" x="5067300" y="3532188"/>
          <p14:tracePt t="14128" x="5033963" y="3549650"/>
          <p14:tracePt t="14145" x="5000625" y="3549650"/>
          <p14:tracePt t="14298" x="5000625" y="3532188"/>
          <p14:tracePt t="14427" x="5018088" y="3516313"/>
          <p14:tracePt t="14462" x="5051425" y="3498850"/>
          <p14:tracePt t="14478" x="5118100" y="3498850"/>
          <p14:tracePt t="14495" x="5192713" y="3498850"/>
          <p14:tracePt t="14512" x="5291138" y="3482975"/>
          <p14:tracePt t="14528" x="5373688" y="3467100"/>
          <p14:tracePt t="14545" x="5514975" y="3467100"/>
          <p14:tracePt t="14562" x="5581650" y="3467100"/>
          <p14:tracePt t="14578" x="5664200" y="3467100"/>
          <p14:tracePt t="14595" x="5722938" y="3467100"/>
          <p14:tracePt t="14627" x="5756275" y="3467100"/>
          <p14:tracePt t="14645" x="5756275" y="3482975"/>
          <p14:tracePt t="14662" x="5772150" y="3482975"/>
          <p14:tracePt t="14856" x="5789613" y="3482975"/>
          <p14:tracePt t="14944" x="5805488" y="3482975"/>
          <p14:tracePt t="14977" x="5805488" y="3498850"/>
          <p14:tracePt t="14995" x="5822950" y="3498850"/>
          <p14:tracePt t="15012" x="5838825" y="3516313"/>
          <p14:tracePt t="15061" x="5854700" y="3549650"/>
          <p14:tracePt t="15078" x="5872163" y="3582988"/>
          <p14:tracePt t="15095" x="5888038" y="3616325"/>
          <p14:tracePt t="15111" x="5888038" y="3665538"/>
          <p14:tracePt t="15128" x="5905500" y="3706813"/>
          <p14:tracePt t="15145" x="5921375" y="3756025"/>
          <p14:tracePt t="15161" x="5938838" y="3789363"/>
          <p14:tracePt t="15178" x="5954713" y="3822700"/>
          <p14:tracePt t="15195" x="5954713" y="3856038"/>
          <p14:tracePt t="15212" x="5980113" y="3889375"/>
          <p14:tracePt t="15228" x="5980113" y="3905250"/>
          <p14:tracePt t="15245" x="5995988" y="3922713"/>
          <p14:tracePt t="15262" x="5995988" y="3946525"/>
          <p14:tracePt t="15278" x="5995988" y="3979863"/>
          <p14:tracePt t="15295" x="5980113" y="3997325"/>
          <p14:tracePt t="15312" x="5921375" y="4030663"/>
          <p14:tracePt t="15328" x="5888038" y="4064000"/>
          <p14:tracePt t="15345" x="5854700" y="4097338"/>
          <p14:tracePt t="15361" x="5838825" y="4097338"/>
          <p14:tracePt t="15378" x="5822950" y="4113213"/>
          <p14:tracePt t="15395" x="5805488" y="4113213"/>
          <p14:tracePt t="15428" x="5789613" y="4113213"/>
          <p14:tracePt t="15831" x="5789613" y="4129088"/>
          <p14:tracePt t="15845" x="5789613" y="4162425"/>
          <p14:tracePt t="15861" x="5789613" y="4254500"/>
          <p14:tracePt t="15878" x="5789613" y="4321175"/>
          <p14:tracePt t="15895" x="5789613" y="4386263"/>
          <p14:tracePt t="15911" x="5789613" y="4437063"/>
          <p14:tracePt t="15928" x="5789613" y="4460875"/>
          <p14:tracePt t="16736" x="5789613" y="4478338"/>
          <p14:tracePt t="16749" x="5805488" y="4511675"/>
          <p14:tracePt t="16762" x="5822950" y="4545013"/>
          <p14:tracePt t="16778" x="5854700" y="4610100"/>
          <p14:tracePt t="16795" x="5888038" y="4660900"/>
          <p14:tracePt t="16812" x="5905500" y="4694238"/>
          <p14:tracePt t="16828" x="5921375" y="4735513"/>
          <p14:tracePt t="16861" x="5938838" y="4735513"/>
          <p14:tracePt t="17011" x="5954713" y="4735513"/>
          <p14:tracePt t="17028" x="5954713" y="4718050"/>
          <p14:tracePt t="17045" x="5954713" y="4694238"/>
          <p14:tracePt t="17077" x="5980113" y="4676775"/>
          <p14:tracePt t="17095" x="5980113" y="4660900"/>
          <p14:tracePt t="17127" x="5980113" y="4643438"/>
          <p14:tracePt t="17161" x="5995988" y="4643438"/>
          <p14:tracePt t="17178" x="5995988" y="4627563"/>
          <p14:tracePt t="17227" x="5995988" y="4610100"/>
          <p14:tracePt t="17245" x="5995988" y="4594225"/>
          <p14:tracePt t="17277" x="5995988" y="4560888"/>
          <p14:tracePt t="17295" x="5995988" y="4527550"/>
          <p14:tracePt t="17327" x="5995988" y="4478338"/>
          <p14:tracePt t="17345" x="5995988" y="4437063"/>
          <p14:tracePt t="17362" x="5995988" y="4403725"/>
          <p14:tracePt t="17378" x="5995988" y="4386263"/>
          <p14:tracePt t="17395" x="5995988" y="4370388"/>
          <p14:tracePt t="17411" x="5995988" y="4337050"/>
          <p14:tracePt t="17428" x="5995988" y="4321175"/>
          <p14:tracePt t="17445" x="6013450" y="4303713"/>
          <p14:tracePt t="17462" x="6013450" y="4287838"/>
          <p14:tracePt t="17478" x="6013450" y="4270375"/>
          <p14:tracePt t="17495" x="6013450" y="4254500"/>
          <p14:tracePt t="17512" x="6013450" y="4203700"/>
          <p14:tracePt t="17528" x="6013450" y="4179888"/>
          <p14:tracePt t="17545" x="6013450" y="4129088"/>
          <p14:tracePt t="17561" x="6013450" y="4113213"/>
          <p14:tracePt t="17578" x="6013450" y="4097338"/>
          <p14:tracePt t="17595" x="6013450" y="4079875"/>
          <p14:tracePt t="20899" x="6013450" y="4046538"/>
          <p14:tracePt t="20912" x="6013450" y="4030663"/>
          <p14:tracePt t="20928" x="6013450" y="3946525"/>
          <p14:tracePt t="20945" x="6013450" y="3871913"/>
          <p14:tracePt t="20961" x="6013450" y="3822700"/>
          <p14:tracePt t="20978" x="6013450" y="3789363"/>
          <p14:tracePt t="20995" x="6013450" y="3773488"/>
          <p14:tracePt t="21012" x="6013450" y="3756025"/>
          <p14:tracePt t="21331" x="6013450" y="3740150"/>
          <p14:tracePt t="21361" x="6029325" y="3722688"/>
          <p14:tracePt t="21378" x="6029325" y="3706813"/>
          <p14:tracePt t="21395" x="6046788" y="3690938"/>
          <p14:tracePt t="21412" x="6062663" y="3665538"/>
          <p14:tracePt t="21428" x="6062663" y="3648075"/>
          <p14:tracePt t="21445" x="6080125" y="3648075"/>
          <p14:tracePt t="21462" x="6080125" y="3632200"/>
          <p14:tracePt t="21478" x="6096000" y="3632200"/>
          <p14:tracePt t="21495" x="6096000" y="3616325"/>
          <p14:tracePt t="21527" x="6096000" y="3598863"/>
          <p14:tracePt t="21577" x="6096000" y="3582988"/>
          <p14:tracePt t="21595" x="6096000" y="3565525"/>
          <p14:tracePt t="21612" x="6080125" y="3565525"/>
          <p14:tracePt t="21628" x="6080125" y="3549650"/>
          <p14:tracePt t="21645" x="6062663" y="3549650"/>
          <p14:tracePt t="21677" x="6046788" y="3549650"/>
          <p14:tracePt t="21747" x="6029325" y="3549650"/>
          <p14:tracePt t="21845" x="6013450" y="3549650"/>
          <p14:tracePt t="22489" x="6029325" y="3549650"/>
          <p14:tracePt t="22497" x="6062663" y="3549650"/>
          <p14:tracePt t="22512" x="6096000" y="3549650"/>
          <p14:tracePt t="22528" x="6162675" y="3549650"/>
          <p14:tracePt t="22545" x="6253163" y="3549650"/>
          <p14:tracePt t="22562" x="6303963" y="3549650"/>
          <p14:tracePt t="22578" x="6319838" y="3549650"/>
          <p14:tracePt t="22595" x="6337300" y="3549650"/>
          <p14:tracePt t="22627" x="6337300" y="3532188"/>
          <p14:tracePt t="22661" x="6319838" y="3532188"/>
          <p14:tracePt t="22678" x="6270625" y="3516313"/>
          <p14:tracePt t="22695" x="6237288" y="3516313"/>
          <p14:tracePt t="22712" x="6178550" y="3498850"/>
          <p14:tracePt t="22728" x="6096000" y="3482975"/>
          <p14:tracePt t="22745" x="6046788" y="3482975"/>
          <p14:tracePt t="22761" x="6013450" y="3482975"/>
          <p14:tracePt t="22778" x="5995988" y="3482975"/>
          <p14:tracePt t="22811" x="5980113" y="3482975"/>
          <p14:tracePt t="22913" x="5995988" y="3482975"/>
          <p14:tracePt t="22944" x="6029325" y="3482975"/>
          <p14:tracePt t="22961" x="6062663" y="3482975"/>
          <p14:tracePt t="22978" x="6129338" y="3482975"/>
          <p14:tracePt t="22995" x="6162675" y="3482975"/>
          <p14:tracePt t="23012" x="6211888" y="3498850"/>
          <p14:tracePt t="23028" x="6253163" y="3498850"/>
          <p14:tracePt t="23045" x="6270625" y="3516313"/>
          <p14:tracePt t="23061" x="6286500" y="3532188"/>
          <p14:tracePt t="23078" x="6303963" y="3549650"/>
          <p14:tracePt t="23111" x="6303963" y="3565525"/>
          <p14:tracePt t="23128" x="6303963" y="3582988"/>
          <p14:tracePt t="23160" x="6303963" y="3616325"/>
          <p14:tracePt t="23178" x="6303963" y="3648075"/>
          <p14:tracePt t="23195" x="6286500" y="3690938"/>
          <p14:tracePt t="23211" x="6270625" y="3706813"/>
          <p14:tracePt t="24132" x="6270625" y="3722688"/>
          <p14:tracePt t="24145" x="6237288" y="3740150"/>
          <p14:tracePt t="24162" x="6162675" y="3806825"/>
          <p14:tracePt t="24178" x="6080125" y="3871913"/>
          <p14:tracePt t="24195" x="5995988" y="3946525"/>
          <p14:tracePt t="24211" x="5921375" y="4013200"/>
          <p14:tracePt t="24228" x="5872163" y="4046538"/>
          <p14:tracePt t="24245" x="5838825" y="4064000"/>
          <p14:tracePt t="24261" x="5822950" y="4079875"/>
          <p14:tracePt t="24294" x="5805488" y="4079875"/>
          <p14:tracePt t="24907" x="5822950" y="4079875"/>
          <p14:tracePt t="24915" x="5822950" y="4064000"/>
          <p14:tracePt t="24928" x="5854700" y="4046538"/>
          <p14:tracePt t="24945" x="5888038" y="3997325"/>
          <p14:tracePt t="24962" x="5921375" y="3963988"/>
          <p14:tracePt t="24978" x="5938838" y="3946525"/>
          <p14:tracePt t="24995" x="5954713" y="3922713"/>
          <p14:tracePt t="25012" x="5954713" y="3905250"/>
          <p14:tracePt t="25044" x="5954713" y="3889375"/>
          <p14:tracePt t="25061" x="5954713" y="3871913"/>
          <p14:tracePt t="25078" x="5954713" y="3840163"/>
          <p14:tracePt t="25095" x="5938838" y="3773488"/>
          <p14:tracePt t="25111" x="5938838" y="3740150"/>
          <p14:tracePt t="25128" x="5921375" y="3690938"/>
          <p14:tracePt t="25145" x="5905500" y="3648075"/>
          <p14:tracePt t="25194" x="5905500" y="3632200"/>
          <p14:tracePt t="25260" x="5888038" y="3632200"/>
          <p14:tracePt t="25327" x="5872163" y="3632200"/>
          <p14:tracePt t="25377" x="5854700" y="3632200"/>
          <p14:tracePt t="25427" x="5838825" y="3648075"/>
          <p14:tracePt t="25462" x="5822950" y="3648075"/>
          <p14:tracePt t="25629" x="5838825" y="3665538"/>
          <p14:tracePt t="25661" x="5872163" y="3665538"/>
          <p14:tracePt t="25678" x="5888038" y="3665538"/>
          <p14:tracePt t="25695" x="5921375" y="3665538"/>
          <p14:tracePt t="25711" x="5954713" y="3690938"/>
          <p14:tracePt t="25728" x="5980113" y="3690938"/>
          <p14:tracePt t="25745" x="5995988" y="3706813"/>
          <p14:tracePt t="25761" x="6013450" y="3722688"/>
          <p14:tracePt t="25794" x="6013450" y="3740150"/>
          <p14:tracePt t="25844" x="6013450" y="3756025"/>
          <p14:tracePt t="25911" x="6013450" y="3773488"/>
          <p14:tracePt t="25944" x="5995988" y="3773488"/>
          <p14:tracePt t="25961" x="5980113" y="3789363"/>
          <p14:tracePt t="25978" x="5954713" y="3806825"/>
          <p14:tracePt t="25994" x="5938838" y="3806825"/>
          <p14:tracePt t="26011" x="5905500" y="3822700"/>
          <p14:tracePt t="26028" x="5888038" y="3822700"/>
          <p14:tracePt t="26045" x="5872163" y="3840163"/>
          <p14:tracePt t="26078" x="5854700" y="3840163"/>
          <p14:tracePt t="26095" x="5854700" y="3856038"/>
          <p14:tracePt t="26560" x="5872163" y="3856038"/>
          <p14:tracePt t="26578" x="5921375" y="3856038"/>
          <p14:tracePt t="26595" x="5995988" y="3889375"/>
          <p14:tracePt t="26611" x="6062663" y="3922713"/>
          <p14:tracePt t="26628" x="6080125" y="3922713"/>
          <p14:tracePt t="26644" x="6129338" y="3946525"/>
          <p14:tracePt t="26661" x="6162675" y="3963988"/>
          <p14:tracePt t="26678" x="6196013" y="3979863"/>
          <p14:tracePt t="26695" x="6211888" y="3979863"/>
          <p14:tracePt t="26711" x="6253163" y="3997325"/>
          <p14:tracePt t="26728" x="6270625" y="4030663"/>
          <p14:tracePt t="26745" x="6303963" y="4046538"/>
          <p14:tracePt t="26761" x="6319838" y="4079875"/>
          <p14:tracePt t="26778" x="6353175" y="4113213"/>
          <p14:tracePt t="26795" x="6369050" y="4129088"/>
          <p14:tracePt t="26811" x="6386513" y="4162425"/>
          <p14:tracePt t="26828" x="6402388" y="4179888"/>
          <p14:tracePt t="26845" x="6419850" y="4221163"/>
          <p14:tracePt t="26861" x="6453188" y="4270375"/>
          <p14:tracePt t="27277" x="6453188" y="4303713"/>
          <p14:tracePt t="27295" x="6469063" y="4337050"/>
          <p14:tracePt t="27311" x="6469063" y="4370388"/>
          <p14:tracePt t="27328" x="6486525" y="4386263"/>
          <p14:tracePt t="27360" x="6486525" y="4403725"/>
          <p14:tracePt t="27407" x="6469063" y="4403725"/>
          <p14:tracePt t="27415" x="6453188" y="4403725"/>
          <p14:tracePt t="27428" x="6419850" y="4403725"/>
          <p14:tracePt t="27445" x="6337300" y="4403725"/>
          <p14:tracePt t="27462" x="6237288" y="4403725"/>
          <p14:tracePt t="27478" x="6145213" y="4403725"/>
          <p14:tracePt t="27495" x="6062663" y="4403725"/>
          <p14:tracePt t="27511" x="6029325" y="4419600"/>
          <p14:tracePt t="27528" x="5995988" y="4419600"/>
          <p14:tracePt t="27561" x="5980113" y="4419600"/>
          <p14:tracePt t="27578" x="5954713" y="4437063"/>
          <p14:tracePt t="27595" x="5938838" y="4437063"/>
          <p14:tracePt t="27611" x="5938838" y="4460875"/>
          <p14:tracePt t="27628" x="5921375" y="4460875"/>
          <p14:tracePt t="27645" x="5905500" y="4478338"/>
          <p14:tracePt t="27661" x="5872163" y="4511675"/>
          <p14:tracePt t="27678" x="5838825" y="4560888"/>
          <p14:tracePt t="27695" x="5805488" y="4610100"/>
          <p14:tracePt t="27711" x="5772150" y="4660900"/>
          <p14:tracePt t="27728" x="5738813" y="4768850"/>
          <p14:tracePt t="27745" x="5738813" y="4867275"/>
          <p14:tracePt t="27761" x="5738813" y="5008563"/>
          <p14:tracePt t="27778" x="5738813" y="5124450"/>
          <p14:tracePt t="27795" x="5822950" y="5314950"/>
          <p14:tracePt t="27812" x="5938838" y="5572125"/>
          <p14:tracePt t="27828" x="6013450" y="5672138"/>
          <p14:tracePt t="27845" x="6062663" y="5746750"/>
          <p14:tracePt t="27861" x="6080125" y="5795963"/>
          <p14:tracePt t="27878" x="6096000" y="5813425"/>
          <p14:tracePt t="27895" x="6096000" y="5829300"/>
          <p14:tracePt t="27961" x="6111875" y="5829300"/>
          <p14:tracePt t="27979" x="6111875" y="5846763"/>
          <p14:tracePt t="28027" x="6129338" y="5862638"/>
          <p14:tracePt t="28045" x="6145213" y="5911850"/>
          <p14:tracePt t="28061" x="6178550" y="5988050"/>
          <p14:tracePt t="28078" x="6237288" y="6053138"/>
          <p14:tracePt t="28095" x="6286500" y="6103938"/>
          <p14:tracePt t="28111" x="6319838" y="6137275"/>
          <p14:tracePt t="28128" x="6337300" y="6169025"/>
          <p14:tracePt t="28161" x="6353175" y="6169025"/>
          <p14:tracePt t="28178" x="6369050" y="6169025"/>
          <p14:tracePt t="28195" x="6386513" y="6169025"/>
          <p14:tracePt t="28211" x="6419850" y="6169025"/>
          <p14:tracePt t="28228" x="6486525" y="6169025"/>
          <p14:tracePt t="28245" x="6592888" y="6169025"/>
          <p14:tracePt t="28261" x="6710363" y="6169025"/>
          <p14:tracePt t="28278" x="6850063" y="6169025"/>
          <p14:tracePt t="28294" x="6934200" y="6169025"/>
          <p14:tracePt t="28311" x="7016750" y="6186488"/>
          <p14:tracePt t="28328" x="7058025" y="6186488"/>
          <p14:tracePt t="28345" x="7073900" y="6202363"/>
          <p14:tracePt t="28844" x="7091363" y="6202363"/>
          <p14:tracePt t="28861" x="7140575" y="6202363"/>
          <p14:tracePt t="28878" x="7207250" y="6202363"/>
          <p14:tracePt t="28895" x="7256463" y="6227763"/>
          <p14:tracePt t="28911" x="7273925" y="6227763"/>
          <p14:tracePt t="28928" x="7315200" y="6243638"/>
          <p14:tracePt t="28945" x="7331075" y="6243638"/>
          <p14:tracePt t="28961" x="7348538" y="6261100"/>
          <p14:tracePt t="29044" x="7364413" y="6261100"/>
          <p14:tracePt t="29077" x="7381875" y="6261100"/>
          <p14:tracePt t="29095" x="7397750" y="6261100"/>
          <p14:tracePt t="29111" x="7431088" y="6261100"/>
          <p14:tracePt t="29128" x="7480300" y="6261100"/>
          <p14:tracePt t="29145" x="7621588" y="6261100"/>
          <p14:tracePt t="29161" x="7721600" y="6261100"/>
          <p14:tracePt t="29178" x="7845425" y="6243638"/>
          <p14:tracePt t="29195" x="7929563" y="6227763"/>
          <p14:tracePt t="29211" x="8012113" y="6202363"/>
          <p14:tracePt t="29228" x="8061325" y="6202363"/>
          <p14:tracePt t="29245" x="8102600" y="6202363"/>
          <p14:tracePt t="29277" x="8120063" y="6202363"/>
          <p14:tracePt t="29315" x="8102600" y="6202363"/>
          <p14:tracePt t="29328" x="8061325" y="6243638"/>
          <p14:tracePt t="29345" x="7994650" y="6310313"/>
          <p14:tracePt t="29361" x="7862888" y="6392863"/>
          <p14:tracePt t="29378" x="7705725" y="6484938"/>
          <p14:tracePt t="29395" x="7546975" y="6584950"/>
          <p14:tracePt t="29411" x="7415213" y="6650038"/>
          <p14:tracePt t="29428" x="7331075" y="6716713"/>
          <p14:tracePt t="29445" x="7240588" y="6775450"/>
          <p14:tracePt t="29462" x="7173913" y="6808788"/>
          <p14:tracePt t="29478" x="7158038" y="6824663"/>
          <p14:tracePt t="32229" x="0" y="0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69341-CAA4-3DFF-EEAC-D28D7B2C3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57527-511D-7E17-6F0D-52E73B2E7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7. </a:t>
            </a:r>
            <a:r>
              <a:rPr lang="ko-KR" altLang="en-US" b="1" dirty="0"/>
              <a:t>결론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94CEA9-D14E-6071-1D42-9BAFA5DBB1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① 4</a:t>
            </a:r>
            <a:r>
              <a:rPr lang="ko-KR" altLang="en-US" b="1" dirty="0"/>
              <a:t>개씩 묶기</a:t>
            </a:r>
            <a:r>
              <a:rPr lang="ko-KR" altLang="en-US" dirty="0"/>
              <a:t> </a:t>
            </a:r>
            <a:r>
              <a:rPr lang="en-US" altLang="ko-KR" dirty="0"/>
              <a:t>— 512</a:t>
            </a:r>
            <a:r>
              <a:rPr lang="ko-KR" altLang="en-US" dirty="0"/>
              <a:t>비트 레지스터 하나에 </a:t>
            </a:r>
            <a:r>
              <a:rPr lang="en-US" altLang="ko-KR" dirty="0"/>
              <a:t>4</a:t>
            </a:r>
            <a:r>
              <a:rPr lang="ko-KR" altLang="en-US" dirty="0"/>
              <a:t>명분을 담아 한 명령으로</a:t>
            </a:r>
          </a:p>
          <a:p>
            <a:r>
              <a:rPr lang="en" altLang="ko-KR" dirty="0"/>
              <a:t>field: </a:t>
            </a:r>
            <a:r>
              <a:rPr lang="ko-KR" altLang="en-US" dirty="0"/>
              <a:t>파티 </a:t>
            </a:r>
            <a:r>
              <a:rPr lang="en-US" altLang="ko-KR" dirty="0"/>
              <a:t>4</a:t>
            </a:r>
            <a:r>
              <a:rPr lang="ko-KR" altLang="en-US" dirty="0"/>
              <a:t>명의 </a:t>
            </a:r>
            <a:r>
              <a:rPr lang="en" altLang="ko-KR" dirty="0"/>
              <a:t>GF </a:t>
            </a:r>
            <a:r>
              <a:rPr lang="ko-KR" altLang="en-US" dirty="0"/>
              <a:t>곱셈을 </a:t>
            </a:r>
            <a:r>
              <a:rPr lang="en" altLang="ko-KR" b="1" dirty="0" err="1"/>
              <a:t>vpclmulqdq</a:t>
            </a:r>
            <a:r>
              <a:rPr lang="ko-KR" altLang="en-US" dirty="0"/>
              <a:t>로 동시</a:t>
            </a:r>
          </a:p>
          <a:p>
            <a:r>
              <a:rPr lang="en" altLang="ko-KR" dirty="0"/>
              <a:t>Keccak: </a:t>
            </a:r>
            <a:r>
              <a:rPr lang="ko-KR" altLang="en-US" dirty="0"/>
              <a:t>해시 </a:t>
            </a:r>
            <a:r>
              <a:rPr lang="en-US" altLang="ko-KR" dirty="0"/>
              <a:t>4</a:t>
            </a:r>
            <a:r>
              <a:rPr lang="ko-KR" altLang="en-US" dirty="0"/>
              <a:t>개를 </a:t>
            </a:r>
            <a:r>
              <a:rPr lang="en" altLang="ko-KR" b="1" dirty="0"/>
              <a:t>times4</a:t>
            </a:r>
            <a:r>
              <a:rPr lang="ko-KR" altLang="en-US" dirty="0"/>
              <a:t>로 동시</a:t>
            </a:r>
            <a:endParaRPr lang="en-US" altLang="ko-KR" dirty="0"/>
          </a:p>
          <a:p>
            <a:endParaRPr lang="ko-KR" altLang="en-US" dirty="0"/>
          </a:p>
          <a:p>
            <a:pPr marL="0" indent="0">
              <a:buNone/>
            </a:pPr>
            <a:r>
              <a:rPr lang="en-US" altLang="ko-KR" b="1" dirty="0"/>
              <a:t>② </a:t>
            </a:r>
            <a:r>
              <a:rPr lang="en" altLang="ko-KR" b="1" dirty="0" err="1"/>
              <a:t>vpternlogq</a:t>
            </a:r>
            <a:r>
              <a:rPr lang="en" altLang="ko-KR" dirty="0"/>
              <a:t> — "</a:t>
            </a:r>
            <a:r>
              <a:rPr lang="ko-KR" altLang="en-US" dirty="0"/>
              <a:t>입력 </a:t>
            </a:r>
            <a:r>
              <a:rPr lang="en-US" altLang="ko-KR" dirty="0"/>
              <a:t>3</a:t>
            </a:r>
            <a:r>
              <a:rPr lang="ko-KR" altLang="en-US" dirty="0"/>
              <a:t>개 논리연산</a:t>
            </a:r>
            <a:r>
              <a:rPr lang="en-US" altLang="ko-KR" dirty="0"/>
              <a:t>"</a:t>
            </a:r>
            <a:r>
              <a:rPr lang="ko-KR" altLang="en-US" dirty="0"/>
              <a:t>을 한 명령으로 융합</a:t>
            </a:r>
          </a:p>
          <a:p>
            <a:r>
              <a:rPr lang="en" altLang="ko-KR" dirty="0"/>
              <a:t>field </a:t>
            </a:r>
            <a:r>
              <a:rPr lang="ko-KR" altLang="en-US" dirty="0" err="1"/>
              <a:t>행렬곱</a:t>
            </a:r>
            <a:r>
              <a:rPr lang="en-US" altLang="ko-KR" dirty="0"/>
              <a:t>: </a:t>
            </a:r>
            <a:r>
              <a:rPr lang="ko-KR" altLang="en-US" dirty="0"/>
              <a:t>결과 </a:t>
            </a:r>
            <a:r>
              <a:rPr lang="en-US" altLang="ko-KR" dirty="0"/>
              <a:t>^ (</a:t>
            </a:r>
            <a:r>
              <a:rPr lang="ko-KR" altLang="en-US" dirty="0"/>
              <a:t>마스크 </a:t>
            </a:r>
            <a:r>
              <a:rPr lang="en-US" altLang="ko-KR" dirty="0"/>
              <a:t>&amp; </a:t>
            </a:r>
            <a:r>
              <a:rPr lang="ko-KR" altLang="en-US" dirty="0"/>
              <a:t>행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en" altLang="ko-KR" dirty="0"/>
              <a:t>Keccak </a:t>
            </a:r>
            <a:r>
              <a:rPr lang="el-GR" altLang="ko-KR" dirty="0"/>
              <a:t>χ</a:t>
            </a:r>
            <a:r>
              <a:rPr lang="ko-KR" altLang="en-US" dirty="0"/>
              <a:t>단계</a:t>
            </a:r>
            <a:r>
              <a:rPr lang="en-US" altLang="ko-KR" dirty="0"/>
              <a:t>: </a:t>
            </a:r>
            <a:r>
              <a:rPr lang="en" altLang="ko-KR" dirty="0"/>
              <a:t>a ^ (~b &amp; c) (60</a:t>
            </a:r>
            <a:r>
              <a:rPr lang="ko-KR" altLang="en-US" dirty="0"/>
              <a:t>회</a:t>
            </a:r>
            <a:r>
              <a:rPr lang="en-US" altLang="ko-KR" dirty="0"/>
              <a:t>!)</a:t>
            </a:r>
          </a:p>
          <a:p>
            <a:endParaRPr lang="en-US" altLang="ko-KR" dirty="0"/>
          </a:p>
          <a:p>
            <a:pPr>
              <a:buFont typeface="Wingdings" pitchFamily="2" charset="2"/>
              <a:buChar char="Ø"/>
            </a:pPr>
            <a:r>
              <a:rPr lang="en-US" altLang="ko-KR" b="1" dirty="0">
                <a:highlight>
                  <a:srgbClr val="FFFF00"/>
                </a:highlight>
              </a:rPr>
              <a:t>"</a:t>
            </a:r>
            <a:r>
              <a:rPr lang="ko-KR" altLang="en-US" b="1" dirty="0">
                <a:highlight>
                  <a:srgbClr val="FFFF00"/>
                </a:highlight>
              </a:rPr>
              <a:t>같은 일을 </a:t>
            </a:r>
            <a:r>
              <a:rPr lang="ko-KR" altLang="en-US" b="1" dirty="0" err="1">
                <a:highlight>
                  <a:srgbClr val="FFFF00"/>
                </a:highlight>
              </a:rPr>
              <a:t>여러번</a:t>
            </a:r>
            <a:r>
              <a:rPr lang="ko-KR" altLang="en-US" b="1" dirty="0">
                <a:highlight>
                  <a:srgbClr val="FFFF00"/>
                </a:highlight>
              </a:rPr>
              <a:t> 반복</a:t>
            </a:r>
            <a:r>
              <a:rPr lang="en-US" altLang="ko-KR" b="1" dirty="0">
                <a:highlight>
                  <a:srgbClr val="FFFF00"/>
                </a:highlight>
              </a:rPr>
              <a:t>"</a:t>
            </a:r>
            <a:r>
              <a:rPr lang="ko-KR" altLang="en-US" b="1" dirty="0">
                <a:highlight>
                  <a:srgbClr val="FFFF00"/>
                </a:highlight>
              </a:rPr>
              <a:t>하는 곳이 </a:t>
            </a:r>
            <a:r>
              <a:rPr lang="en" altLang="ko-KR" b="1" dirty="0">
                <a:highlight>
                  <a:srgbClr val="FFFF00"/>
                </a:highlight>
              </a:rPr>
              <a:t>SIMD</a:t>
            </a:r>
            <a:r>
              <a:rPr lang="ko-KR" altLang="en-US" b="1" dirty="0">
                <a:highlight>
                  <a:srgbClr val="FFFF00"/>
                </a:highlight>
              </a:rPr>
              <a:t>의 황금자리</a:t>
            </a:r>
            <a:r>
              <a:rPr lang="en-US" altLang="ko-KR" b="1" dirty="0">
                <a:highlight>
                  <a:srgbClr val="FFFF00"/>
                </a:highlight>
              </a:rPr>
              <a:t>~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ko-KR" altLang="en-US" dirty="0"/>
          </a:p>
        </p:txBody>
      </p:sp>
      <p:pic>
        <p:nvPicPr>
          <p:cNvPr id="13" name="오디오 12">
            <a:extLst>
              <a:ext uri="{FF2B5EF4-FFF2-40B4-BE49-F238E27FC236}">
                <a16:creationId xmlns:a16="http://schemas.microsoft.com/office/drawing/2014/main" id="{6062A787-924D-ED5B-1069-56ECFA7BB0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331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6069"/>
    </mc:Choice>
    <mc:Fallback>
      <p:transition spd="slow" advTm="1060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" x="4346575" y="3616325"/>
          <p14:tracePt t="23" x="4329113" y="3598863"/>
          <p14:tracePt t="41" x="4313238" y="3598863"/>
          <p14:tracePt t="56" x="4313238" y="3582988"/>
          <p14:tracePt t="72" x="4295775" y="3565525"/>
          <p14:tracePt t="89" x="4262438" y="3516313"/>
          <p14:tracePt t="106" x="4246563" y="3467100"/>
          <p14:tracePt t="122" x="4229100" y="3408363"/>
          <p14:tracePt t="139" x="4213225" y="3375025"/>
          <p14:tracePt t="156" x="4213225" y="3359150"/>
          <p14:tracePt t="505" x="4197350" y="3325813"/>
          <p14:tracePt t="522" x="4164013" y="3275013"/>
          <p14:tracePt t="539" x="4071938" y="3192463"/>
          <p14:tracePt t="556" x="4038600" y="3135313"/>
          <p14:tracePt t="572" x="3989388" y="3068638"/>
          <p14:tracePt t="589" x="3873500" y="2911475"/>
          <p14:tracePt t="606" x="3856038" y="2894013"/>
          <p14:tracePt t="622" x="3748088" y="2778125"/>
          <p14:tracePt t="639" x="3665538" y="2654300"/>
          <p14:tracePt t="656" x="3557588" y="2536825"/>
          <p14:tracePt t="672" x="3508375" y="2487613"/>
          <p14:tracePt t="689" x="3425825" y="2363788"/>
          <p14:tracePt t="1072" x="3359150" y="2397125"/>
          <p14:tracePt t="1089" x="3251200" y="2454275"/>
          <p14:tracePt t="1106" x="3184525" y="2487613"/>
          <p14:tracePt t="1122" x="3052763" y="2520950"/>
          <p14:tracePt t="1139" x="2960688" y="2554288"/>
          <p14:tracePt t="1156" x="2878138" y="2570163"/>
          <p14:tracePt t="1172" x="2770188" y="2587625"/>
          <p14:tracePt t="1189" x="2703513" y="2587625"/>
          <p14:tracePt t="1205" x="2654300" y="2587625"/>
          <p14:tracePt t="1222" x="2620963" y="2587625"/>
          <p14:tracePt t="1239" x="2587625" y="2587625"/>
          <p14:tracePt t="1255" x="2571750" y="2587625"/>
          <p14:tracePt t="1272" x="2538413" y="2587625"/>
          <p14:tracePt t="1289" x="2497138" y="2587625"/>
          <p14:tracePt t="1306" x="2463800" y="2603500"/>
          <p14:tracePt t="1322" x="2446338" y="2603500"/>
          <p14:tracePt t="1339" x="2413000" y="2603500"/>
          <p14:tracePt t="1356" x="2379663" y="2603500"/>
          <p14:tracePt t="1372" x="2379663" y="2620963"/>
          <p14:tracePt t="1389" x="2363788" y="2620963"/>
          <p14:tracePt t="1406" x="2347913" y="2620963"/>
          <p14:tracePt t="1422" x="2330450" y="2620963"/>
          <p14:tracePt t="1439" x="2314575" y="2620963"/>
          <p14:tracePt t="1472" x="2297113" y="2620963"/>
          <p14:tracePt t="1489" x="2281238" y="2620963"/>
          <p14:tracePt t="1521" x="2263775" y="2620963"/>
          <p14:tracePt t="1931" x="2239963" y="2620963"/>
          <p14:tracePt t="1939" x="2222500" y="2620963"/>
          <p14:tracePt t="1955" x="2206625" y="2620963"/>
          <p14:tracePt t="1972" x="2155825" y="2620963"/>
          <p14:tracePt t="1989" x="2057400" y="2620963"/>
          <p14:tracePt t="2006" x="1982788" y="2603500"/>
          <p14:tracePt t="2022" x="1916113" y="2587625"/>
          <p14:tracePt t="2039" x="1882775" y="2587625"/>
          <p14:tracePt t="2055" x="1849438" y="2570163"/>
          <p14:tracePt t="2072" x="1833563" y="2570163"/>
          <p14:tracePt t="2089" x="1816100" y="2570163"/>
          <p14:tracePt t="2105" x="1800225" y="2570163"/>
          <p14:tracePt t="2171" x="1782763" y="2570163"/>
          <p14:tracePt t="2240" x="1782763" y="2554288"/>
          <p14:tracePt t="2438" x="1782763" y="2570163"/>
          <p14:tracePt t="2472" x="1782763" y="2587625"/>
          <p14:tracePt t="2489" x="1782763" y="2603500"/>
          <p14:tracePt t="2506" x="1782763" y="2654300"/>
          <p14:tracePt t="2522" x="1782763" y="2695575"/>
          <p14:tracePt t="2539" x="1766888" y="2711450"/>
          <p14:tracePt t="2556" x="1749425" y="2778125"/>
          <p14:tracePt t="2572" x="1733550" y="2811463"/>
          <p14:tracePt t="2589" x="1708150" y="2811463"/>
          <p14:tracePt t="2606" x="1708150" y="2827338"/>
          <p14:tracePt t="5571" x="1708150" y="2844800"/>
          <p14:tracePt t="5589" x="1692275" y="2844800"/>
          <p14:tracePt t="5655" x="1674813" y="2844800"/>
          <p14:tracePt t="5688" x="1658938" y="2844800"/>
          <p14:tracePt t="5721" x="1641475" y="2844800"/>
          <p14:tracePt t="5739" x="1625600" y="2844800"/>
          <p14:tracePt t="5999" x="1609725" y="2844800"/>
          <p14:tracePt t="6089" x="1592263" y="2844800"/>
          <p14:tracePt t="6107" x="1576388" y="2844800"/>
          <p14:tracePt t="6660" x="1576388" y="2827338"/>
          <p14:tracePt t="6688" x="1576388" y="2811463"/>
          <p14:tracePt t="6705" x="1558925" y="2728913"/>
          <p14:tracePt t="6722" x="1543050" y="2678113"/>
          <p14:tracePt t="6739" x="1525588" y="2620963"/>
          <p14:tracePt t="6756" x="1525588" y="2570163"/>
          <p14:tracePt t="6772" x="1509713" y="2536825"/>
          <p14:tracePt t="6789" x="1509713" y="2505075"/>
          <p14:tracePt t="6805" x="1509713" y="2454275"/>
          <p14:tracePt t="6822" x="1509713" y="2363788"/>
          <p14:tracePt t="6839" x="1525588" y="2281238"/>
          <p14:tracePt t="6855" x="1592263" y="2163763"/>
          <p14:tracePt t="6872" x="1658938" y="2055813"/>
          <p14:tracePt t="6889" x="1708150" y="1990725"/>
          <p14:tracePt t="6906" x="1782763" y="1924050"/>
          <p14:tracePt t="6922" x="1833563" y="1882775"/>
          <p14:tracePt t="6939" x="1849438" y="1865313"/>
          <p14:tracePt t="6955" x="1849438" y="1849438"/>
          <p14:tracePt t="6972" x="1866900" y="1849438"/>
          <p14:tracePt t="7031" x="1849438" y="1849438"/>
          <p14:tracePt t="7039" x="1833563" y="1849438"/>
          <p14:tracePt t="7056" x="1782763" y="1816100"/>
          <p14:tracePt t="7072" x="1692275" y="1782763"/>
          <p14:tracePt t="7089" x="1641475" y="1749425"/>
          <p14:tracePt t="7105" x="1576388" y="1716088"/>
          <p14:tracePt t="7122" x="1525588" y="1682750"/>
          <p14:tracePt t="7139" x="1492250" y="1666875"/>
          <p14:tracePt t="7156" x="1476375" y="1641475"/>
          <p14:tracePt t="7188" x="1450975" y="1641475"/>
          <p14:tracePt t="7300" x="1435100" y="1641475"/>
          <p14:tracePt t="7371" x="1417638" y="1641475"/>
          <p14:tracePt t="7479" x="1417638" y="1666875"/>
          <p14:tracePt t="9288" x="1476375" y="1666875"/>
          <p14:tracePt t="9306" x="1609725" y="1625600"/>
          <p14:tracePt t="9322" x="1800225" y="1608138"/>
          <p14:tracePt t="9339" x="1982788" y="1576388"/>
          <p14:tracePt t="9355" x="2155825" y="1543050"/>
          <p14:tracePt t="9372" x="2297113" y="1525588"/>
          <p14:tracePt t="9389" x="2430463" y="1509713"/>
          <p14:tracePt t="9405" x="2513013" y="1509713"/>
          <p14:tracePt t="9422" x="2587625" y="1509713"/>
          <p14:tracePt t="9439" x="2636838" y="1509713"/>
          <p14:tracePt t="9455" x="2687638" y="1509713"/>
          <p14:tracePt t="9472" x="2720975" y="1509713"/>
          <p14:tracePt t="9489" x="2795588" y="1509713"/>
          <p14:tracePt t="9506" x="2878138" y="1509713"/>
          <p14:tracePt t="9522" x="2994025" y="1509713"/>
          <p14:tracePt t="9539" x="3068638" y="1525588"/>
          <p14:tracePt t="9555" x="3151188" y="1525588"/>
          <p14:tracePt t="9572" x="3251200" y="1525588"/>
          <p14:tracePt t="9589" x="3300413" y="1543050"/>
          <p14:tracePt t="9605" x="3341688" y="1543050"/>
          <p14:tracePt t="9622" x="3359150" y="1543050"/>
          <p14:tracePt t="9639" x="3375025" y="1543050"/>
          <p14:tracePt t="9671" x="3392488" y="1543050"/>
          <p14:tracePt t="9721" x="3408363" y="1543050"/>
          <p14:tracePt t="9739" x="3425825" y="1543050"/>
          <p14:tracePt t="9756" x="3459163" y="1543050"/>
          <p14:tracePt t="9772" x="3492500" y="1543050"/>
          <p14:tracePt t="9789" x="3524250" y="1543050"/>
          <p14:tracePt t="9805" x="3541713" y="1558925"/>
          <p14:tracePt t="9822" x="3557588" y="1558925"/>
          <p14:tracePt t="9839" x="3582988" y="1558925"/>
          <p14:tracePt t="10188" x="3598863" y="1558925"/>
          <p14:tracePt t="10205" x="3616325" y="1558925"/>
          <p14:tracePt t="10222" x="3632200" y="1558925"/>
          <p14:tracePt t="10239" x="3665538" y="1576388"/>
          <p14:tracePt t="10255" x="3698875" y="1576388"/>
          <p14:tracePt t="10272" x="3732213" y="1576388"/>
          <p14:tracePt t="10289" x="3781425" y="1576388"/>
          <p14:tracePt t="10305" x="3814763" y="1576388"/>
          <p14:tracePt t="10322" x="3873500" y="1576388"/>
          <p14:tracePt t="10339" x="3906838" y="1576388"/>
          <p14:tracePt t="10355" x="3940175" y="1576388"/>
          <p14:tracePt t="10372" x="3973513" y="1576388"/>
          <p14:tracePt t="10389" x="3989388" y="1576388"/>
          <p14:tracePt t="10405" x="4022725" y="1576388"/>
          <p14:tracePt t="10422" x="4056063" y="1576388"/>
          <p14:tracePt t="10439" x="4071938" y="1576388"/>
          <p14:tracePt t="10455" x="4113213" y="1576388"/>
          <p14:tracePt t="10472" x="4130675" y="1576388"/>
          <p14:tracePt t="10489" x="4164013" y="1576388"/>
          <p14:tracePt t="10505" x="4179888" y="1576388"/>
          <p14:tracePt t="10522" x="4197350" y="1558925"/>
          <p14:tracePt t="10539" x="4229100" y="1558925"/>
          <p14:tracePt t="10555" x="4246563" y="1558925"/>
          <p14:tracePt t="10572" x="4279900" y="1558925"/>
          <p14:tracePt t="10589" x="4295775" y="1558925"/>
          <p14:tracePt t="10605" x="4329113" y="1558925"/>
          <p14:tracePt t="10622" x="4346575" y="1558925"/>
          <p14:tracePt t="10639" x="4387850" y="1543050"/>
          <p14:tracePt t="10978" x="4403725" y="1543050"/>
          <p14:tracePt t="10989" x="4421188" y="1543050"/>
          <p14:tracePt t="11005" x="4519613" y="1543050"/>
          <p14:tracePt t="11022" x="4678363" y="1543050"/>
          <p14:tracePt t="11039" x="4876800" y="1543050"/>
          <p14:tracePt t="11055" x="5100638" y="1525588"/>
          <p14:tracePt t="11072" x="5192713" y="1525588"/>
          <p14:tracePt t="11089" x="5448300" y="1509713"/>
          <p14:tracePt t="11105" x="5499100" y="1509713"/>
          <p14:tracePt t="11122" x="5614988" y="1492250"/>
          <p14:tracePt t="11139" x="5681663" y="1492250"/>
          <p14:tracePt t="11155" x="5738813" y="1492250"/>
          <p14:tracePt t="11172" x="5756275" y="1492250"/>
          <p14:tracePt t="11189" x="5805488" y="1492250"/>
          <p14:tracePt t="11205" x="5838825" y="1492250"/>
          <p14:tracePt t="11222" x="5905500" y="1492250"/>
          <p14:tracePt t="11239" x="5980113" y="1492250"/>
          <p14:tracePt t="11255" x="6062663" y="1492250"/>
          <p14:tracePt t="11272" x="6129338" y="1492250"/>
          <p14:tracePt t="11289" x="6211888" y="1492250"/>
          <p14:tracePt t="11305" x="6253163" y="1476375"/>
          <p14:tracePt t="11322" x="6303963" y="1476375"/>
          <p14:tracePt t="11339" x="6337300" y="1458913"/>
          <p14:tracePt t="11355" x="6353175" y="1458913"/>
          <p14:tracePt t="11372" x="6369050" y="1458913"/>
          <p14:tracePt t="11389" x="6402388" y="1458913"/>
          <p14:tracePt t="11405" x="6435725" y="1443038"/>
          <p14:tracePt t="11422" x="6469063" y="1443038"/>
          <p14:tracePt t="11439" x="6543675" y="1443038"/>
          <p14:tracePt t="11455" x="6592888" y="1443038"/>
          <p14:tracePt t="11472" x="6643688" y="1443038"/>
          <p14:tracePt t="11489" x="6692900" y="1443038"/>
          <p14:tracePt t="11505" x="6726238" y="1443038"/>
          <p14:tracePt t="11522" x="6743700" y="1443038"/>
          <p14:tracePt t="11863" x="6726238" y="1443038"/>
          <p14:tracePt t="11872" x="6677025" y="1443038"/>
          <p14:tracePt t="11889" x="6543675" y="1476375"/>
          <p14:tracePt t="11907" x="6353175" y="1492250"/>
          <p14:tracePt t="11922" x="6253163" y="1492250"/>
          <p14:tracePt t="11939" x="6046788" y="1509713"/>
          <p14:tracePt t="11955" x="5854700" y="1525588"/>
          <p14:tracePt t="11972" x="5648325" y="1543050"/>
          <p14:tracePt t="11989" x="5357813" y="1592263"/>
          <p14:tracePt t="12006" x="5224463" y="1608138"/>
          <p14:tracePt t="12022" x="5175250" y="1608138"/>
          <p14:tracePt t="12039" x="5018088" y="1641475"/>
          <p14:tracePt t="12055" x="4967288" y="1641475"/>
          <p14:tracePt t="12072" x="4892675" y="1625600"/>
          <p14:tracePt t="12372" x="4860925" y="1625600"/>
          <p14:tracePt t="12389" x="4810125" y="1625600"/>
          <p14:tracePt t="12406" x="4711700" y="1625600"/>
          <p14:tracePt t="12422" x="4454525" y="1625600"/>
          <p14:tracePt t="12439" x="4313238" y="1625600"/>
          <p14:tracePt t="12455" x="4229100" y="1625600"/>
          <p14:tracePt t="12472" x="4113213" y="1625600"/>
          <p14:tracePt t="12489" x="4056063" y="1625600"/>
          <p14:tracePt t="12505" x="3956050" y="1641475"/>
          <p14:tracePt t="12522" x="3856038" y="1666875"/>
          <p14:tracePt t="12539" x="3798888" y="1682750"/>
          <p14:tracePt t="12555" x="3732213" y="1700213"/>
          <p14:tracePt t="12572" x="3683000" y="1733550"/>
          <p14:tracePt t="12589" x="3632200" y="1749425"/>
          <p14:tracePt t="12606" x="3582988" y="1766888"/>
          <p14:tracePt t="12622" x="3524250" y="1800225"/>
          <p14:tracePt t="12639" x="3475038" y="1816100"/>
          <p14:tracePt t="12655" x="3459163" y="1831975"/>
          <p14:tracePt t="12672" x="3425825" y="1831975"/>
          <p14:tracePt t="12689" x="3392488" y="1831975"/>
          <p14:tracePt t="12705" x="3392488" y="1816100"/>
          <p14:tracePt t="12927" x="3375025" y="1816100"/>
          <p14:tracePt t="12939" x="3341688" y="1816100"/>
          <p14:tracePt t="12955" x="3251200" y="1831975"/>
          <p14:tracePt t="12972" x="3135313" y="1831975"/>
          <p14:tracePt t="12989" x="2978150" y="1831975"/>
          <p14:tracePt t="13005" x="2736850" y="1831975"/>
          <p14:tracePt t="13022" x="2497138" y="1800225"/>
          <p14:tracePt t="13039" x="2239963" y="1749425"/>
          <p14:tracePt t="13055" x="2024063" y="1716088"/>
          <p14:tracePt t="13072" x="1866900" y="1682750"/>
          <p14:tracePt t="13089" x="1766888" y="1641475"/>
          <p14:tracePt t="13105" x="1658938" y="1625600"/>
          <p14:tracePt t="13122" x="1609725" y="1625600"/>
          <p14:tracePt t="13139" x="1558925" y="1625600"/>
          <p14:tracePt t="13155" x="1509713" y="1625600"/>
          <p14:tracePt t="13172" x="1450975" y="1625600"/>
          <p14:tracePt t="13189" x="1384300" y="1608138"/>
          <p14:tracePt t="13205" x="1285875" y="1592263"/>
          <p14:tracePt t="13222" x="1128713" y="1543050"/>
          <p14:tracePt t="13239" x="1044575" y="1509713"/>
          <p14:tracePt t="13255" x="946150" y="1476375"/>
          <p14:tracePt t="13272" x="871538" y="1458913"/>
          <p14:tracePt t="13289" x="854075" y="1425575"/>
          <p14:tracePt t="13305" x="838200" y="1409700"/>
          <p14:tracePt t="13322" x="838200" y="1350963"/>
          <p14:tracePt t="13339" x="946150" y="1219200"/>
          <p14:tracePt t="13355" x="1203325" y="977900"/>
          <p14:tracePt t="13372" x="1301750" y="912813"/>
          <p14:tracePt t="13389" x="1641475" y="738188"/>
          <p14:tracePt t="13405" x="1866900" y="671513"/>
          <p14:tracePt t="13422" x="2073275" y="630238"/>
          <p14:tracePt t="13439" x="2239963" y="630238"/>
          <p14:tracePt t="13455" x="2379663" y="630238"/>
          <p14:tracePt t="13472" x="2554288" y="630238"/>
          <p14:tracePt t="13489" x="2687638" y="671513"/>
          <p14:tracePt t="13505" x="2844800" y="771525"/>
          <p14:tracePt t="13522" x="2994025" y="869950"/>
          <p14:tracePt t="13539" x="3135313" y="977900"/>
          <p14:tracePt t="13555" x="3201988" y="1044575"/>
          <p14:tracePt t="13572" x="3267075" y="1095375"/>
          <p14:tracePt t="13589" x="3300413" y="1127125"/>
          <p14:tracePt t="13605" x="3325813" y="1169988"/>
          <p14:tracePt t="13638" x="3284538" y="1185863"/>
          <p14:tracePt t="13655" x="3184525" y="1219200"/>
          <p14:tracePt t="13672" x="3009900" y="1268413"/>
          <p14:tracePt t="13689" x="2811463" y="1301750"/>
          <p14:tracePt t="13705" x="2571750" y="1319213"/>
          <p14:tracePt t="13722" x="2379663" y="1350963"/>
          <p14:tracePt t="13739" x="2189163" y="1350963"/>
          <p14:tracePt t="13755" x="2139950" y="1350963"/>
          <p14:tracePt t="13772" x="2039938" y="1319213"/>
          <p14:tracePt t="13789" x="1982788" y="1301750"/>
          <p14:tracePt t="13805" x="1949450" y="1285875"/>
          <p14:tracePt t="14085" x="1982788" y="1285875"/>
          <p14:tracePt t="14093" x="2073275" y="1285875"/>
          <p14:tracePt t="14104" x="2155825" y="1285875"/>
          <p14:tracePt t="14122" x="2430463" y="1285875"/>
          <p14:tracePt t="14139" x="2978150" y="1285875"/>
          <p14:tracePt t="14155" x="3856038" y="1335088"/>
          <p14:tracePt t="14172" x="4935538" y="1368425"/>
          <p14:tracePt t="14189" x="5954713" y="1368425"/>
          <p14:tracePt t="14205" x="6643688" y="1368425"/>
          <p14:tracePt t="14222" x="7191375" y="1368425"/>
          <p14:tracePt t="14239" x="7672388" y="1368425"/>
          <p14:tracePt t="14255" x="7994650" y="1368425"/>
          <p14:tracePt t="14272" x="8135938" y="1368425"/>
          <p14:tracePt t="14289" x="8285163" y="1368425"/>
          <p14:tracePt t="14306" x="8335963" y="1368425"/>
          <p14:tracePt t="14322" x="8393113" y="1368425"/>
          <p14:tracePt t="14339" x="8509000" y="1368425"/>
          <p14:tracePt t="14355" x="8699500" y="1384300"/>
          <p14:tracePt t="14372" x="8924925" y="1425575"/>
          <p14:tracePt t="14389" x="9148763" y="1443038"/>
          <p14:tracePt t="14405" x="9421813" y="1476375"/>
          <p14:tracePt t="14422" x="9653588" y="1509713"/>
          <p14:tracePt t="14439" x="9844088" y="1525588"/>
          <p14:tracePt t="14455" x="9928225" y="1525588"/>
          <p14:tracePt t="14771" x="9894888" y="1525588"/>
          <p14:tracePt t="14789" x="9779000" y="1543050"/>
          <p14:tracePt t="14805" x="9620250" y="1592263"/>
          <p14:tracePt t="14822" x="9455150" y="1625600"/>
          <p14:tracePt t="14839" x="9313863" y="1666875"/>
          <p14:tracePt t="14855" x="9197975" y="1682750"/>
          <p14:tracePt t="14872" x="9105900" y="1700213"/>
          <p14:tracePt t="14889" x="9023350" y="1716088"/>
          <p14:tracePt t="14906" x="8974138" y="1733550"/>
          <p14:tracePt t="14922" x="8924925" y="1733550"/>
          <p14:tracePt t="14939" x="8891588" y="1733550"/>
          <p14:tracePt t="14955" x="8816975" y="1749425"/>
          <p14:tracePt t="14972" x="8783638" y="1749425"/>
          <p14:tracePt t="14989" x="8716963" y="1749425"/>
          <p14:tracePt t="15005" x="8634413" y="1749425"/>
          <p14:tracePt t="15022" x="8575675" y="1749425"/>
          <p14:tracePt t="15039" x="8509000" y="1749425"/>
          <p14:tracePt t="15055" x="8410575" y="1749425"/>
          <p14:tracePt t="15072" x="8335963" y="1749425"/>
          <p14:tracePt t="15089" x="8269288" y="1733550"/>
          <p14:tracePt t="15105" x="8218488" y="1733550"/>
          <p14:tracePt t="15122" x="8202613" y="1716088"/>
          <p14:tracePt t="15139" x="8186738" y="1716088"/>
          <p14:tracePt t="15259" x="8186738" y="1700213"/>
          <p14:tracePt t="15304" x="8235950" y="1682750"/>
          <p14:tracePt t="15322" x="8302625" y="1641475"/>
          <p14:tracePt t="15339" x="8410575" y="1625600"/>
          <p14:tracePt t="15355" x="8593138" y="1558925"/>
          <p14:tracePt t="15372" x="8783638" y="1525588"/>
          <p14:tracePt t="15389" x="9040813" y="1476375"/>
          <p14:tracePt t="15405" x="9297988" y="1425575"/>
          <p14:tracePt t="15422" x="9521825" y="1384300"/>
          <p14:tracePt t="15439" x="9604375" y="1368425"/>
          <p14:tracePt t="15456" x="9678988" y="1350963"/>
          <p14:tracePt t="15472" x="9712325" y="1350963"/>
          <p14:tracePt t="15489" x="9844088" y="1350963"/>
          <p14:tracePt t="15506" x="9928225" y="1350963"/>
          <p14:tracePt t="15522" x="10085388" y="1350963"/>
          <p14:tracePt t="15539" x="10425113" y="1350963"/>
          <p14:tracePt t="15555" x="10756900" y="1350963"/>
          <p14:tracePt t="15572" x="11031538" y="1350963"/>
          <p14:tracePt t="15589" x="11337925" y="1335088"/>
          <p14:tracePt t="15605" x="11520488" y="1319213"/>
          <p14:tracePt t="15622" x="11661775" y="1301750"/>
          <p14:tracePt t="15639" x="11760200" y="1285875"/>
          <p14:tracePt t="15671" x="11777663" y="1285875"/>
          <p14:tracePt t="15700" x="11760200" y="1285875"/>
          <p14:tracePt t="15708" x="11710988" y="1285875"/>
          <p14:tracePt t="15722" x="11661775" y="1285875"/>
          <p14:tracePt t="15739" x="11487150" y="1319213"/>
          <p14:tracePt t="15755" x="11163300" y="1384300"/>
          <p14:tracePt t="15772" x="10956925" y="1443038"/>
          <p14:tracePt t="15789" x="10715625" y="1476375"/>
          <p14:tracePt t="15805" x="10533063" y="1525588"/>
          <p14:tracePt t="15822" x="10325100" y="1558925"/>
          <p14:tracePt t="15839" x="10018713" y="1625600"/>
          <p14:tracePt t="15855" x="9910763" y="1641475"/>
          <p14:tracePt t="15872" x="9678988" y="1682750"/>
          <p14:tracePt t="15889" x="9571038" y="1682750"/>
          <p14:tracePt t="15906" x="9471025" y="1700213"/>
          <p14:tracePt t="15922" x="9455150" y="1716088"/>
          <p14:tracePt t="15939" x="9363075" y="1716088"/>
          <p14:tracePt t="15955" x="9280525" y="1716088"/>
          <p14:tracePt t="16307" x="9247188" y="1716088"/>
          <p14:tracePt t="16322" x="9213850" y="1716088"/>
          <p14:tracePt t="16339" x="9123363" y="1716088"/>
          <p14:tracePt t="16355" x="9007475" y="1733550"/>
          <p14:tracePt t="16372" x="8866188" y="1749425"/>
          <p14:tracePt t="16389" x="8766175" y="1749425"/>
          <p14:tracePt t="16406" x="8634413" y="1766888"/>
          <p14:tracePt t="16422" x="8575675" y="1782763"/>
          <p14:tracePt t="16439" x="8426450" y="1800225"/>
          <p14:tracePt t="16455" x="8335963" y="1831975"/>
          <p14:tracePt t="16472" x="8251825" y="1849438"/>
          <p14:tracePt t="16489" x="8186738" y="1865313"/>
          <p14:tracePt t="16505" x="8153400" y="1882775"/>
          <p14:tracePt t="16522" x="8102600" y="1924050"/>
          <p14:tracePt t="16539" x="8027988" y="1957388"/>
          <p14:tracePt t="16555" x="7962900" y="1990725"/>
          <p14:tracePt t="16572" x="7878763" y="2024063"/>
          <p14:tracePt t="16589" x="7829550" y="2055813"/>
          <p14:tracePt t="16605" x="7737475" y="2073275"/>
          <p14:tracePt t="16622" x="7621588" y="2106613"/>
          <p14:tracePt t="16639" x="7513638" y="2106613"/>
          <p14:tracePt t="16919" x="7497763" y="2106613"/>
          <p14:tracePt t="16927" x="7464425" y="2106613"/>
          <p14:tracePt t="16939" x="7397750" y="2106613"/>
          <p14:tracePt t="16955" x="7240588" y="2106613"/>
          <p14:tracePt t="16972" x="6983413" y="2122488"/>
          <p14:tracePt t="16989" x="6577013" y="2181225"/>
          <p14:tracePt t="17005" x="6162675" y="2247900"/>
          <p14:tracePt t="17022" x="5722938" y="2281238"/>
          <p14:tracePt t="17039" x="5257800" y="2312988"/>
          <p14:tracePt t="17055" x="4951413" y="2330450"/>
          <p14:tracePt t="17072" x="4586288" y="2330450"/>
          <p14:tracePt t="17089" x="4313238" y="2346325"/>
          <p14:tracePt t="17105" x="4071938" y="2363788"/>
          <p14:tracePt t="17122" x="3781425" y="2420938"/>
          <p14:tracePt t="17139" x="3508375" y="2471738"/>
          <p14:tracePt t="17155" x="3168650" y="2487613"/>
          <p14:tracePt t="17172" x="2911475" y="2505075"/>
          <p14:tracePt t="17189" x="2603500" y="2505075"/>
          <p14:tracePt t="17205" x="2430463" y="2505075"/>
          <p14:tracePt t="17222" x="2263775" y="2505075"/>
          <p14:tracePt t="17238" x="2155825" y="2505075"/>
          <p14:tracePt t="17255" x="2039938" y="2505075"/>
          <p14:tracePt t="17272" x="1916113" y="2487613"/>
          <p14:tracePt t="17543" x="1898650" y="2487613"/>
          <p14:tracePt t="17556" x="1866900" y="2487613"/>
          <p14:tracePt t="17572" x="1800225" y="2487613"/>
          <p14:tracePt t="17589" x="1708150" y="2487613"/>
          <p14:tracePt t="17605" x="1625600" y="2487613"/>
          <p14:tracePt t="17622" x="1476375" y="2487613"/>
          <p14:tracePt t="17639" x="1301750" y="2487613"/>
          <p14:tracePt t="17655" x="1203325" y="2471738"/>
          <p14:tracePt t="17672" x="1011238" y="2454275"/>
          <p14:tracePt t="17689" x="903288" y="2438400"/>
          <p14:tracePt t="17705" x="838200" y="2438400"/>
          <p14:tracePt t="17722" x="804863" y="2420938"/>
          <p14:tracePt t="17739" x="771525" y="2420938"/>
          <p14:tracePt t="17755" x="754063" y="2397125"/>
          <p14:tracePt t="17772" x="738188" y="2397125"/>
          <p14:tracePt t="17789" x="722313" y="2379663"/>
          <p14:tracePt t="17805" x="704850" y="2379663"/>
          <p14:tracePt t="17822" x="704850" y="2363788"/>
          <p14:tracePt t="17871" x="704850" y="2330450"/>
          <p14:tracePt t="17889" x="704850" y="2312988"/>
          <p14:tracePt t="17906" x="704850" y="2281238"/>
          <p14:tracePt t="17938" x="704850" y="2263775"/>
          <p14:tracePt t="18004" x="704850" y="2247900"/>
          <p14:tracePt t="18023" x="704850" y="2230438"/>
          <p14:tracePt t="18038" x="688975" y="2214563"/>
          <p14:tracePt t="18055" x="688975" y="2197100"/>
          <p14:tracePt t="18072" x="671513" y="2181225"/>
          <p14:tracePt t="18089" x="671513" y="2163763"/>
          <p14:tracePt t="18105" x="671513" y="2139950"/>
          <p14:tracePt t="18122" x="671513" y="2106613"/>
          <p14:tracePt t="18138" x="671513" y="2073275"/>
          <p14:tracePt t="18155" x="722313" y="2024063"/>
          <p14:tracePt t="18172" x="738188" y="2006600"/>
          <p14:tracePt t="18189" x="771525" y="1990725"/>
          <p14:tracePt t="18205" x="771525" y="1973263"/>
          <p14:tracePt t="18222" x="787400" y="1973263"/>
          <p14:tracePt t="18285" x="771525" y="1973263"/>
          <p14:tracePt t="18305" x="754063" y="1973263"/>
          <p14:tracePt t="18322" x="722313" y="1973263"/>
          <p14:tracePt t="18338" x="704850" y="1973263"/>
          <p14:tracePt t="18355" x="671513" y="1973263"/>
          <p14:tracePt t="18372" x="614363" y="1973263"/>
          <p14:tracePt t="18389" x="563563" y="1973263"/>
          <p14:tracePt t="18405" x="514350" y="1973263"/>
          <p14:tracePt t="18422" x="465138" y="1973263"/>
          <p14:tracePt t="18439" x="414338" y="1973263"/>
          <p14:tracePt t="18456" x="390525" y="1973263"/>
          <p14:tracePt t="18571" x="390525" y="1990725"/>
          <p14:tracePt t="18588" x="390525" y="2024063"/>
          <p14:tracePt t="18605" x="414338" y="2089150"/>
          <p14:tracePt t="18622" x="414338" y="2163763"/>
          <p14:tracePt t="18639" x="431800" y="2197100"/>
          <p14:tracePt t="18656" x="431800" y="2230438"/>
          <p14:tracePt t="18672" x="431800" y="2247900"/>
          <p14:tracePt t="18689" x="447675" y="2281238"/>
          <p14:tracePt t="18705" x="447675" y="2297113"/>
          <p14:tracePt t="18738" x="447675" y="2312988"/>
          <p14:tracePt t="18822" x="447675" y="2330450"/>
          <p14:tracePt t="18839" x="447675" y="2346325"/>
          <p14:tracePt t="18871" x="447675" y="2379663"/>
          <p14:tracePt t="18889" x="447675" y="2420938"/>
          <p14:tracePt t="18906" x="447675" y="2471738"/>
          <p14:tracePt t="18922" x="447675" y="2487613"/>
          <p14:tracePt t="18939" x="447675" y="2505075"/>
          <p14:tracePt t="19447" x="481013" y="2505075"/>
          <p14:tracePt t="19456" x="496888" y="2505075"/>
          <p14:tracePt t="19471" x="514350" y="2505075"/>
          <p14:tracePt t="19489" x="581025" y="2505075"/>
          <p14:tracePt t="19505" x="630238" y="2505075"/>
          <p14:tracePt t="19522" x="688975" y="2505075"/>
          <p14:tracePt t="19539" x="704850" y="2505075"/>
          <p14:tracePt t="19555" x="722313" y="2505075"/>
          <p14:tracePt t="19572" x="738188" y="2505075"/>
          <p14:tracePt t="19672" x="722313" y="2505075"/>
          <p14:tracePt t="19705" x="704850" y="2505075"/>
          <p14:tracePt t="19738" x="688975" y="2487613"/>
          <p14:tracePt t="19755" x="647700" y="2454275"/>
          <p14:tracePt t="19772" x="630238" y="2420938"/>
          <p14:tracePt t="19789" x="596900" y="2363788"/>
          <p14:tracePt t="19805" x="563563" y="2330450"/>
          <p14:tracePt t="19822" x="547688" y="2297113"/>
          <p14:tracePt t="19839" x="530225" y="2263775"/>
          <p14:tracePt t="19855" x="530225" y="2247900"/>
          <p14:tracePt t="19872" x="530225" y="2230438"/>
          <p14:tracePt t="19889" x="530225" y="2214563"/>
          <p14:tracePt t="19906" x="530225" y="2181225"/>
          <p14:tracePt t="19922" x="547688" y="2139950"/>
          <p14:tracePt t="19939" x="596900" y="2089150"/>
          <p14:tracePt t="19955" x="688975" y="2006600"/>
          <p14:tracePt t="19972" x="754063" y="1973263"/>
          <p14:tracePt t="19989" x="804863" y="1924050"/>
          <p14:tracePt t="20005" x="854075" y="1898650"/>
          <p14:tracePt t="20022" x="854075" y="1882775"/>
          <p14:tracePt t="20039" x="871538" y="1882775"/>
          <p14:tracePt t="20079" x="854075" y="1882775"/>
          <p14:tracePt t="20105" x="787400" y="1882775"/>
          <p14:tracePt t="20122" x="738188" y="1882775"/>
          <p14:tracePt t="20139" x="671513" y="1882775"/>
          <p14:tracePt t="20155" x="581025" y="1882775"/>
          <p14:tracePt t="20172" x="514350" y="1882775"/>
          <p14:tracePt t="20189" x="465138" y="1898650"/>
          <p14:tracePt t="20205" x="431800" y="1898650"/>
          <p14:tracePt t="20222" x="431800" y="1924050"/>
          <p14:tracePt t="20238" x="414338" y="1939925"/>
          <p14:tracePt t="20255" x="390525" y="1957388"/>
          <p14:tracePt t="20272" x="390525" y="2006600"/>
          <p14:tracePt t="20289" x="373063" y="2073275"/>
          <p14:tracePt t="20305" x="357188" y="2139950"/>
          <p14:tracePt t="20322" x="339725" y="2214563"/>
          <p14:tracePt t="20339" x="339725" y="2263775"/>
          <p14:tracePt t="20355" x="339725" y="2312988"/>
          <p14:tracePt t="20372" x="339725" y="2346325"/>
          <p14:tracePt t="20389" x="357188" y="2379663"/>
          <p14:tracePt t="20405" x="390525" y="2420938"/>
          <p14:tracePt t="20422" x="431800" y="2454275"/>
          <p14:tracePt t="20438" x="447675" y="2487613"/>
          <p14:tracePt t="20455" x="481013" y="2505075"/>
          <p14:tracePt t="20472" x="514350" y="2505075"/>
          <p14:tracePt t="20489" x="530225" y="2520950"/>
          <p14:tracePt t="20505" x="563563" y="2520950"/>
          <p14:tracePt t="20522" x="581025" y="2520950"/>
          <p14:tracePt t="20539" x="614363" y="2520950"/>
          <p14:tracePt t="20555" x="671513" y="2520950"/>
          <p14:tracePt t="20572" x="738188" y="2487613"/>
          <p14:tracePt t="20589" x="804863" y="2487613"/>
          <p14:tracePt t="20605" x="871538" y="2471738"/>
          <p14:tracePt t="20622" x="946150" y="2471738"/>
          <p14:tracePt t="20639" x="962025" y="2471738"/>
          <p14:tracePt t="20655" x="977900" y="2471738"/>
          <p14:tracePt t="20672" x="995363" y="2471738"/>
          <p14:tracePt t="20772" x="977900" y="2471738"/>
          <p14:tracePt t="20789" x="962025" y="2471738"/>
          <p14:tracePt t="20821" x="946150" y="2471738"/>
          <p14:tracePt t="20839" x="920750" y="2471738"/>
          <p14:tracePt t="20855" x="887413" y="2471738"/>
          <p14:tracePt t="20872" x="838200" y="2487613"/>
          <p14:tracePt t="20889" x="787400" y="2505075"/>
          <p14:tracePt t="20906" x="722313" y="2520950"/>
          <p14:tracePt t="20922" x="671513" y="2536825"/>
          <p14:tracePt t="20938" x="596900" y="2536825"/>
          <p14:tracePt t="20955" x="581025" y="2554288"/>
          <p14:tracePt t="20972" x="547688" y="2570163"/>
          <p14:tracePt t="20988" x="530225" y="2570163"/>
          <p14:tracePt t="21005" x="514350" y="2570163"/>
          <p14:tracePt t="21057" x="514350" y="2587625"/>
          <p14:tracePt t="21072" x="530225" y="2587625"/>
          <p14:tracePt t="21089" x="563563" y="2603500"/>
          <p14:tracePt t="21105" x="688975" y="2678113"/>
          <p14:tracePt t="21122" x="820738" y="2778125"/>
          <p14:tracePt t="21139" x="946150" y="2844800"/>
          <p14:tracePt t="21155" x="1028700" y="2894013"/>
          <p14:tracePt t="21172" x="1095375" y="2935288"/>
          <p14:tracePt t="21189" x="1111250" y="2952750"/>
          <p14:tracePt t="21205" x="1144588" y="2952750"/>
          <p14:tracePt t="21254" x="1160463" y="2952750"/>
          <p14:tracePt t="21272" x="1219200" y="2952750"/>
          <p14:tracePt t="21289" x="1285875" y="2952750"/>
          <p14:tracePt t="21305" x="1352550" y="2952750"/>
          <p14:tracePt t="21322" x="1450975" y="2935288"/>
          <p14:tracePt t="21339" x="1525588" y="2911475"/>
          <p14:tracePt t="21355" x="1576388" y="2894013"/>
          <p14:tracePt t="21372" x="1609725" y="2878138"/>
          <p14:tracePt t="21389" x="1641475" y="2878138"/>
          <p14:tracePt t="21405" x="1674813" y="2860675"/>
          <p14:tracePt t="21422" x="1692275" y="2860675"/>
          <p14:tracePt t="21439" x="1708150" y="2860675"/>
          <p14:tracePt t="21455" x="1733550" y="2844800"/>
          <p14:tracePt t="21472" x="1766888" y="2844800"/>
          <p14:tracePt t="21489" x="1800225" y="2827338"/>
          <p14:tracePt t="21505" x="1816100" y="2827338"/>
          <p14:tracePt t="21522" x="1849438" y="2827338"/>
          <p14:tracePt t="21539" x="1866900" y="2811463"/>
          <p14:tracePt t="21555" x="1882775" y="2811463"/>
          <p14:tracePt t="21588" x="1898650" y="2811463"/>
          <p14:tracePt t="21621" x="1916113" y="2811463"/>
          <p14:tracePt t="21639" x="1931988" y="2794000"/>
          <p14:tracePt t="22057" x="1965325" y="2794000"/>
          <p14:tracePt t="22072" x="2024063" y="2794000"/>
          <p14:tracePt t="22089" x="2189163" y="2794000"/>
          <p14:tracePt t="22105" x="2347913" y="2794000"/>
          <p14:tracePt t="22122" x="2463800" y="2794000"/>
          <p14:tracePt t="22139" x="2571750" y="2794000"/>
          <p14:tracePt t="22155" x="2620963" y="2794000"/>
          <p14:tracePt t="22172" x="2654300" y="2794000"/>
          <p14:tracePt t="22189" x="2670175" y="2794000"/>
          <p14:tracePt t="22205" x="2687638" y="2794000"/>
          <p14:tracePt t="22222" x="2703513" y="2794000"/>
          <p14:tracePt t="22239" x="2720975" y="2811463"/>
          <p14:tracePt t="22255" x="2736850" y="2811463"/>
          <p14:tracePt t="22272" x="2754313" y="2811463"/>
          <p14:tracePt t="22289" x="2770188" y="2811463"/>
          <p14:tracePt t="22305" x="2811463" y="2827338"/>
          <p14:tracePt t="22322" x="2860675" y="2844800"/>
          <p14:tracePt t="22339" x="2894013" y="2844800"/>
          <p14:tracePt t="22355" x="2944813" y="2860675"/>
          <p14:tracePt t="22372" x="2960688" y="2860675"/>
          <p14:tracePt t="22404" x="2978150" y="2860675"/>
          <p14:tracePt t="22438" x="2994025" y="2860675"/>
          <p14:tracePt t="22455" x="3009900" y="2860675"/>
          <p14:tracePt t="22472" x="3068638" y="2860675"/>
          <p14:tracePt t="22488" x="3168650" y="2844800"/>
          <p14:tracePt t="22505" x="3284538" y="2811463"/>
          <p14:tracePt t="22522" x="3408363" y="2760663"/>
          <p14:tracePt t="22539" x="3524250" y="2711450"/>
          <p14:tracePt t="22555" x="3582988" y="2695575"/>
          <p14:tracePt t="22572" x="3598863" y="2678113"/>
          <p14:tracePt t="22589" x="3598863" y="2654300"/>
          <p14:tracePt t="22621" x="3582988" y="2654300"/>
          <p14:tracePt t="22638" x="3441700" y="2654300"/>
          <p14:tracePt t="22655" x="3168650" y="2654300"/>
          <p14:tracePt t="22672" x="2927350" y="2654300"/>
          <p14:tracePt t="22689" x="2670175" y="2620963"/>
          <p14:tracePt t="22705" x="2538413" y="2603500"/>
          <p14:tracePt t="22722" x="2397125" y="2587625"/>
          <p14:tracePt t="22739" x="2330450" y="2570163"/>
          <p14:tracePt t="22755" x="2263775" y="2554288"/>
          <p14:tracePt t="22772" x="2173288" y="2520950"/>
          <p14:tracePt t="22788" x="2073275" y="2505075"/>
          <p14:tracePt t="22805" x="1982788" y="2471738"/>
          <p14:tracePt t="22822" x="1866900" y="2454275"/>
          <p14:tracePt t="22839" x="1782763" y="2420938"/>
          <p14:tracePt t="22855" x="1708150" y="2420938"/>
          <p14:tracePt t="22872" x="1609725" y="2397125"/>
          <p14:tracePt t="22889" x="1543050" y="2363788"/>
          <p14:tracePt t="22906" x="1525588" y="2363788"/>
          <p14:tracePt t="22922" x="1450975" y="2330450"/>
          <p14:tracePt t="22939" x="1368425" y="2297113"/>
          <p14:tracePt t="22955" x="1319213" y="2281238"/>
          <p14:tracePt t="22972" x="1285875" y="2263775"/>
          <p14:tracePt t="22988" x="1268413" y="2247900"/>
          <p14:tracePt t="23005" x="1235075" y="2230438"/>
          <p14:tracePt t="23022" x="1203325" y="2181225"/>
          <p14:tracePt t="23038" x="1177925" y="2106613"/>
          <p14:tracePt t="23055" x="1144588" y="2006600"/>
          <p14:tracePt t="23072" x="1144588" y="1882775"/>
          <p14:tracePt t="23089" x="1203325" y="1716088"/>
          <p14:tracePt t="23105" x="1268413" y="1592263"/>
          <p14:tracePt t="23122" x="1352550" y="1509713"/>
          <p14:tracePt t="23138" x="1401763" y="1458913"/>
          <p14:tracePt t="23155" x="1417638" y="1443038"/>
          <p14:tracePt t="23172" x="1435100" y="1443038"/>
          <p14:tracePt t="23204" x="1435100" y="1458913"/>
          <p14:tracePt t="23222" x="1435100" y="1509713"/>
          <p14:tracePt t="23238" x="1435100" y="1592263"/>
          <p14:tracePt t="23255" x="1417638" y="1666875"/>
          <p14:tracePt t="23272" x="1368425" y="1782763"/>
          <p14:tracePt t="23289" x="1301750" y="1973263"/>
          <p14:tracePt t="23305" x="1268413" y="2073275"/>
          <p14:tracePt t="23322" x="1219200" y="2181225"/>
          <p14:tracePt t="23339" x="1203325" y="2247900"/>
          <p14:tracePt t="23355" x="1177925" y="2281238"/>
          <p14:tracePt t="23372" x="1177925" y="2297113"/>
          <p14:tracePt t="23389" x="1177925" y="2312988"/>
          <p14:tracePt t="23421" x="1219200" y="2312988"/>
          <p14:tracePt t="23439" x="1301750" y="2312988"/>
          <p14:tracePt t="23455" x="1401763" y="2312988"/>
          <p14:tracePt t="23472" x="1558925" y="2312988"/>
          <p14:tracePt t="23489" x="1658938" y="2312988"/>
          <p14:tracePt t="23505" x="1800225" y="2281238"/>
          <p14:tracePt t="23522" x="1833563" y="2281238"/>
          <p14:tracePt t="23539" x="1849438" y="2263775"/>
          <p14:tracePt t="23555" x="1882775" y="2247900"/>
          <p14:tracePt t="23904" x="1898650" y="2247900"/>
          <p14:tracePt t="23922" x="2024063" y="2230438"/>
          <p14:tracePt t="23939" x="2155825" y="2197100"/>
          <p14:tracePt t="23955" x="2314575" y="2181225"/>
          <p14:tracePt t="23972" x="2397125" y="2163763"/>
          <p14:tracePt t="23989" x="2571750" y="2139950"/>
          <p14:tracePt t="24005" x="2670175" y="2122488"/>
          <p14:tracePt t="24022" x="2754313" y="2122488"/>
          <p14:tracePt t="24039" x="2860675" y="2122488"/>
          <p14:tracePt t="24055" x="2927350" y="2122488"/>
          <p14:tracePt t="24072" x="3027363" y="2122488"/>
          <p14:tracePt t="24089" x="3135313" y="2139950"/>
          <p14:tracePt t="24105" x="3235325" y="2181225"/>
          <p14:tracePt t="24122" x="3300413" y="2197100"/>
          <p14:tracePt t="24139" x="3425825" y="2230438"/>
          <p14:tracePt t="24155" x="3524250" y="2247900"/>
          <p14:tracePt t="24172" x="3582988" y="2247900"/>
          <p14:tracePt t="25213" x="3557588" y="2247900"/>
          <p14:tracePt t="25222" x="3524250" y="2247900"/>
          <p14:tracePt t="25239" x="3459163" y="2247900"/>
          <p14:tracePt t="25255" x="3375025" y="2281238"/>
          <p14:tracePt t="25272" x="3101975" y="2330450"/>
          <p14:tracePt t="25289" x="2911475" y="2346325"/>
          <p14:tracePt t="25305" x="2720975" y="2346325"/>
          <p14:tracePt t="25322" x="2479675" y="2363788"/>
          <p14:tracePt t="25339" x="2189163" y="2363788"/>
          <p14:tracePt t="25355" x="1949450" y="2363788"/>
          <p14:tracePt t="25372" x="1833563" y="2346325"/>
          <p14:tracePt t="25389" x="1749425" y="2330450"/>
          <p14:tracePt t="25405" x="1674813" y="2330450"/>
          <p14:tracePt t="26104" x="1658938" y="2330450"/>
          <p14:tracePt t="26122" x="1609725" y="2312988"/>
          <p14:tracePt t="26139" x="1543050" y="2297113"/>
          <p14:tracePt t="26155" x="1476375" y="2281238"/>
          <p14:tracePt t="26172" x="1384300" y="2263775"/>
          <p14:tracePt t="26189" x="1335088" y="2247900"/>
          <p14:tracePt t="26205" x="1285875" y="2247900"/>
          <p14:tracePt t="26222" x="1268413" y="2230438"/>
          <p14:tracePt t="26238" x="1235075" y="2230438"/>
          <p14:tracePt t="26255" x="1219200" y="2230438"/>
          <p14:tracePt t="26272" x="1177925" y="2230438"/>
          <p14:tracePt t="26289" x="1144588" y="2214563"/>
          <p14:tracePt t="26305" x="1111250" y="2214563"/>
          <p14:tracePt t="26322" x="1095375" y="2214563"/>
          <p14:tracePt t="26339" x="1062038" y="2197100"/>
          <p14:tracePt t="26355" x="1044575" y="2197100"/>
          <p14:tracePt t="26388" x="1028700" y="2197100"/>
          <p14:tracePt t="26421" x="1011238" y="2197100"/>
          <p14:tracePt t="26439" x="995363" y="2197100"/>
          <p14:tracePt t="26509" x="977900" y="2197100"/>
          <p14:tracePt t="26554" x="962025" y="2197100"/>
          <p14:tracePt t="26588" x="946150" y="2197100"/>
          <p14:tracePt t="26621" x="920750" y="2197100"/>
          <p14:tracePt t="26654" x="903288" y="2197100"/>
          <p14:tracePt t="26672" x="887413" y="2197100"/>
          <p14:tracePt t="26704" x="854075" y="2197100"/>
          <p14:tracePt t="26722" x="838200" y="2197100"/>
          <p14:tracePt t="26738" x="787400" y="2181225"/>
          <p14:tracePt t="26755" x="738188" y="2163763"/>
          <p14:tracePt t="26772" x="704850" y="2139950"/>
          <p14:tracePt t="26789" x="688975" y="2139950"/>
          <p14:tracePt t="26805" x="671513" y="2122488"/>
          <p14:tracePt t="26822" x="647700" y="2122488"/>
          <p14:tracePt t="26921" x="688975" y="2122488"/>
          <p14:tracePt t="26939" x="838200" y="2106613"/>
          <p14:tracePt t="26955" x="1011238" y="2055813"/>
          <p14:tracePt t="26972" x="1160463" y="2006600"/>
          <p14:tracePt t="26989" x="1285875" y="1957388"/>
          <p14:tracePt t="27005" x="1384300" y="1939925"/>
          <p14:tracePt t="27022" x="1417638" y="1924050"/>
          <p14:tracePt t="27038" x="1450975" y="1924050"/>
          <p14:tracePt t="27121" x="1435100" y="1924050"/>
          <p14:tracePt t="27138" x="1401763" y="1939925"/>
          <p14:tracePt t="27155" x="1352550" y="1939925"/>
          <p14:tracePt t="27172" x="1235075" y="1973263"/>
          <p14:tracePt t="27189" x="1095375" y="2006600"/>
          <p14:tracePt t="27205" x="903288" y="2024063"/>
          <p14:tracePt t="27222" x="804863" y="2039938"/>
          <p14:tracePt t="27239" x="738188" y="2073275"/>
          <p14:tracePt t="27255" x="688975" y="2073275"/>
          <p14:tracePt t="27272" x="671513" y="2089150"/>
          <p14:tracePt t="27338" x="688975" y="2089150"/>
          <p14:tracePt t="27355" x="738188" y="2089150"/>
          <p14:tracePt t="27372" x="838200" y="2089150"/>
          <p14:tracePt t="27389" x="995363" y="2089150"/>
          <p14:tracePt t="27405" x="1144588" y="2106613"/>
          <p14:tracePt t="27422" x="1235075" y="2106613"/>
          <p14:tracePt t="27439" x="1301750" y="2106613"/>
          <p14:tracePt t="27455" x="1352550" y="2106613"/>
          <p14:tracePt t="27488" x="1368425" y="2106613"/>
          <p14:tracePt t="27521" x="1352550" y="2106613"/>
          <p14:tracePt t="27539" x="1268413" y="2122488"/>
          <p14:tracePt t="27555" x="1160463" y="2122488"/>
          <p14:tracePt t="27572" x="1095375" y="2122488"/>
          <p14:tracePt t="27588" x="1011238" y="2139950"/>
          <p14:tracePt t="27605" x="962025" y="2139950"/>
          <p14:tracePt t="27622" x="920750" y="2139950"/>
          <p14:tracePt t="27704" x="962025" y="2139950"/>
          <p14:tracePt t="27722" x="1044575" y="2139950"/>
          <p14:tracePt t="27739" x="1203325" y="2163763"/>
          <p14:tracePt t="27755" x="1368425" y="2181225"/>
          <p14:tracePt t="27772" x="1450975" y="2197100"/>
          <p14:tracePt t="27789" x="1543050" y="2197100"/>
          <p14:tracePt t="27805" x="1558925" y="2197100"/>
          <p14:tracePt t="27822" x="1576388" y="2197100"/>
          <p14:tracePt t="27859" x="1509713" y="2197100"/>
          <p14:tracePt t="27872" x="1476375" y="2197100"/>
          <p14:tracePt t="27889" x="1352550" y="2197100"/>
          <p14:tracePt t="27906" x="1235075" y="2197100"/>
          <p14:tracePt t="27922" x="1144588" y="2197100"/>
          <p14:tracePt t="27939" x="1077913" y="2197100"/>
          <p14:tracePt t="27955" x="1028700" y="2197100"/>
          <p14:tracePt t="27972" x="1011238" y="2197100"/>
          <p14:tracePt t="27989" x="995363" y="2197100"/>
          <p14:tracePt t="28105" x="1062038" y="2197100"/>
          <p14:tracePt t="28122" x="1203325" y="2197100"/>
          <p14:tracePt t="28139" x="1401763" y="2181225"/>
          <p14:tracePt t="28155" x="1576388" y="2163763"/>
          <p14:tracePt t="28172" x="1733550" y="2139950"/>
          <p14:tracePt t="28189" x="1833563" y="2122488"/>
          <p14:tracePt t="28205" x="1882775" y="2122488"/>
          <p14:tracePt t="28222" x="1898650" y="2122488"/>
          <p14:tracePt t="28239" x="1898650" y="2106613"/>
          <p14:tracePt t="28838" x="1866900" y="2106613"/>
          <p14:tracePt t="28855" x="1625600" y="2163763"/>
          <p14:tracePt t="28872" x="1476375" y="2163763"/>
          <p14:tracePt t="28889" x="1335088" y="2163763"/>
          <p14:tracePt t="28906" x="1203325" y="2163763"/>
          <p14:tracePt t="28922" x="1111250" y="2139950"/>
          <p14:tracePt t="28939" x="1077913" y="2122488"/>
          <p14:tracePt t="28956" x="1062038" y="2089150"/>
          <p14:tracePt t="28972" x="1062038" y="2055813"/>
          <p14:tracePt t="28988" x="1062038" y="2006600"/>
          <p14:tracePt t="29005" x="1128713" y="1957388"/>
          <p14:tracePt t="29022" x="1235075" y="1882775"/>
          <p14:tracePt t="29039" x="1384300" y="1816100"/>
          <p14:tracePt t="29055" x="1609725" y="1766888"/>
          <p14:tracePt t="29072" x="1833563" y="1716088"/>
          <p14:tracePt t="29089" x="1965325" y="1700213"/>
          <p14:tracePt t="29105" x="2106613" y="1682750"/>
          <p14:tracePt t="29122" x="2189163" y="1666875"/>
          <p14:tracePt t="29138" x="2239963" y="1666875"/>
          <p14:tracePt t="29155" x="2297113" y="1666875"/>
          <p14:tracePt t="29172" x="2347913" y="1666875"/>
          <p14:tracePt t="29188" x="2413000" y="1682750"/>
          <p14:tracePt t="29205" x="2513013" y="1749425"/>
          <p14:tracePt t="29222" x="2554288" y="1766888"/>
          <p14:tracePt t="29239" x="2603500" y="1800225"/>
          <p14:tracePt t="29255" x="2620963" y="1816100"/>
          <p14:tracePt t="29288" x="2620963" y="1849438"/>
          <p14:tracePt t="29305" x="2620963" y="1865313"/>
          <p14:tracePt t="29322" x="2620963" y="1924050"/>
          <p14:tracePt t="29338" x="2554288" y="1973263"/>
          <p14:tracePt t="29355" x="2479675" y="2006600"/>
          <p14:tracePt t="29372" x="2413000" y="2024063"/>
          <p14:tracePt t="29389" x="2363788" y="2039938"/>
          <p14:tracePt t="29405" x="2314575" y="2039938"/>
          <p14:tracePt t="29422" x="2297113" y="2039938"/>
          <p14:tracePt t="29838" x="2379663" y="2039938"/>
          <p14:tracePt t="29855" x="2497138" y="2024063"/>
          <p14:tracePt t="29872" x="2670175" y="2006600"/>
          <p14:tracePt t="29889" x="2736850" y="1990725"/>
          <p14:tracePt t="29906" x="2860675" y="1990725"/>
          <p14:tracePt t="29922" x="2978150" y="1990725"/>
          <p14:tracePt t="29939" x="3052763" y="1990725"/>
          <p14:tracePt t="29955" x="3086100" y="1990725"/>
          <p14:tracePt t="29972" x="3101975" y="1990725"/>
          <p14:tracePt t="30005" x="3117850" y="1990725"/>
          <p14:tracePt t="30022" x="3135313" y="1990725"/>
          <p14:tracePt t="30039" x="3168650" y="2006600"/>
          <p14:tracePt t="30055" x="3217863" y="2006600"/>
          <p14:tracePt t="30072" x="3267075" y="2006600"/>
          <p14:tracePt t="30088" x="3300413" y="2006600"/>
          <p14:tracePt t="30105" x="3325813" y="2006600"/>
          <p14:tracePt t="30122" x="3341688" y="2006600"/>
          <p14:tracePt t="30254" x="3325813" y="2006600"/>
          <p14:tracePt t="30481" x="3325813" y="2024063"/>
          <p14:tracePt t="30504" x="3341688" y="2024063"/>
          <p14:tracePt t="30522" x="3341688" y="2039938"/>
          <p14:tracePt t="30555" x="3359150" y="2055813"/>
          <p14:tracePt t="30681" x="3341688" y="2055813"/>
          <p14:tracePt t="30689" x="3325813" y="2055813"/>
          <p14:tracePt t="30705" x="3300413" y="2055813"/>
          <p14:tracePt t="30722" x="3267075" y="2089150"/>
          <p14:tracePt t="30739" x="3235325" y="2106613"/>
          <p14:tracePt t="30755" x="3217863" y="2106613"/>
          <p14:tracePt t="30772" x="3201988" y="2122488"/>
          <p14:tracePt t="30789" x="3184525" y="2122488"/>
          <p14:tracePt t="30805" x="3184525" y="2139950"/>
          <p14:tracePt t="30822" x="3168650" y="2139950"/>
          <p14:tracePt t="30871" x="3168650" y="2163763"/>
          <p14:tracePt t="31064" x="3151188" y="2163763"/>
          <p14:tracePt t="31072" x="3135313" y="2163763"/>
          <p14:tracePt t="31087" x="3117850" y="2163763"/>
          <p14:tracePt t="31105" x="3052763" y="2181225"/>
          <p14:tracePt t="31122" x="2978150" y="2197100"/>
          <p14:tracePt t="31139" x="2911475" y="2214563"/>
          <p14:tracePt t="31155" x="2844800" y="2214563"/>
          <p14:tracePt t="31172" x="2811463" y="2230438"/>
          <p14:tracePt t="31189" x="2795588" y="2230438"/>
          <p14:tracePt t="31205" x="2770188" y="2230438"/>
          <p14:tracePt t="31305" x="2795588" y="2230438"/>
          <p14:tracePt t="31322" x="2878138" y="2230438"/>
          <p14:tracePt t="31339" x="3184525" y="2230438"/>
          <p14:tracePt t="31355" x="3425825" y="2230438"/>
          <p14:tracePt t="31372" x="3698875" y="2230438"/>
          <p14:tracePt t="31389" x="3832225" y="2214563"/>
          <p14:tracePt t="31405" x="3906838" y="2197100"/>
          <p14:tracePt t="31422" x="3973513" y="2181225"/>
          <p14:tracePt t="31439" x="4022725" y="2181225"/>
          <p14:tracePt t="31455" x="4038600" y="2181225"/>
          <p14:tracePt t="31545" x="4022725" y="2181225"/>
          <p14:tracePt t="31555" x="4005263" y="2181225"/>
          <p14:tracePt t="31778" x="3956050" y="2181225"/>
          <p14:tracePt t="31789" x="3873500" y="2181225"/>
          <p14:tracePt t="31805" x="3683000" y="2197100"/>
          <p14:tracePt t="31822" x="3598863" y="2214563"/>
          <p14:tracePt t="31839" x="3425825" y="2263775"/>
          <p14:tracePt t="31855" x="3284538" y="2297113"/>
          <p14:tracePt t="31872" x="3117850" y="2346325"/>
          <p14:tracePt t="31889" x="2944813" y="2397125"/>
          <p14:tracePt t="31906" x="2844800" y="2438400"/>
          <p14:tracePt t="31922" x="2720975" y="2454275"/>
          <p14:tracePt t="31938" x="2603500" y="2487613"/>
          <p14:tracePt t="31955" x="2538413" y="2487613"/>
          <p14:tracePt t="31972" x="2446338" y="2487613"/>
          <p14:tracePt t="31989" x="2397125" y="2487613"/>
          <p14:tracePt t="32005" x="2347913" y="2487613"/>
          <p14:tracePt t="32022" x="2330450" y="2487613"/>
          <p14:tracePt t="32121" x="2347913" y="2487613"/>
          <p14:tracePt t="32140" x="2463800" y="2438400"/>
          <p14:tracePt t="32154" x="2654300" y="2363788"/>
          <p14:tracePt t="32172" x="2927350" y="2297113"/>
          <p14:tracePt t="32189" x="3151188" y="2247900"/>
          <p14:tracePt t="32205" x="3441700" y="2197100"/>
          <p14:tracePt t="32222" x="3616325" y="2163763"/>
          <p14:tracePt t="32238" x="3748088" y="2139950"/>
          <p14:tracePt t="32255" x="3856038" y="2122488"/>
          <p14:tracePt t="32272" x="3906838" y="2122488"/>
          <p14:tracePt t="32288" x="3973513" y="2122488"/>
          <p14:tracePt t="32305" x="4038600" y="2122488"/>
          <p14:tracePt t="32322" x="4146550" y="2122488"/>
          <p14:tracePt t="32338" x="4262438" y="2122488"/>
          <p14:tracePt t="32355" x="4346575" y="2122488"/>
          <p14:tracePt t="32372" x="4454525" y="2122488"/>
          <p14:tracePt t="32793" x="4470400" y="2122488"/>
          <p14:tracePt t="32805" x="4486275" y="2122488"/>
          <p14:tracePt t="32822" x="4519613" y="2122488"/>
          <p14:tracePt t="32839" x="4519613" y="2106613"/>
          <p14:tracePt t="32855" x="4537075" y="2106613"/>
          <p14:tracePt t="33105" x="4552950" y="2106613"/>
          <p14:tracePt t="33138" x="4586288" y="2106613"/>
          <p14:tracePt t="33155" x="4603750" y="2106613"/>
          <p14:tracePt t="33172" x="4678363" y="2106613"/>
          <p14:tracePt t="33189" x="4727575" y="2106613"/>
          <p14:tracePt t="33205" x="4776788" y="2106613"/>
          <p14:tracePt t="33222" x="4827588" y="2106613"/>
          <p14:tracePt t="33239" x="4860925" y="2106613"/>
          <p14:tracePt t="33255" x="4876800" y="2106613"/>
          <p14:tracePt t="33272" x="4892675" y="2106613"/>
          <p14:tracePt t="33289" x="4918075" y="2106613"/>
          <p14:tracePt t="33352" x="4918075" y="2122488"/>
          <p14:tracePt t="33388" x="4892675" y="2122488"/>
          <p14:tracePt t="33405" x="4876800" y="2139950"/>
          <p14:tracePt t="33422" x="4827588" y="2163763"/>
          <p14:tracePt t="33438" x="4694238" y="2214563"/>
          <p14:tracePt t="33455" x="4454525" y="2281238"/>
          <p14:tracePt t="33472" x="4229100" y="2330450"/>
          <p14:tracePt t="33489" x="3973513" y="2346325"/>
          <p14:tracePt t="33505" x="3765550" y="2363788"/>
          <p14:tracePt t="33522" x="3582988" y="2363788"/>
          <p14:tracePt t="33796" x="3557588" y="2363788"/>
          <p14:tracePt t="33805" x="3492500" y="2363788"/>
          <p14:tracePt t="33822" x="3341688" y="2397125"/>
          <p14:tracePt t="33838" x="3135313" y="2438400"/>
          <p14:tracePt t="33855" x="2911475" y="2471738"/>
          <p14:tracePt t="33872" x="2703513" y="2505075"/>
          <p14:tracePt t="33889" x="2347913" y="2554288"/>
          <p14:tracePt t="33906" x="2173288" y="2570163"/>
          <p14:tracePt t="33922" x="1882775" y="2620963"/>
          <p14:tracePt t="33939" x="1625600" y="2654300"/>
          <p14:tracePt t="33955" x="1368425" y="2678113"/>
          <p14:tracePt t="33972" x="1319213" y="2678113"/>
          <p14:tracePt t="33989" x="1160463" y="2678113"/>
          <p14:tracePt t="34005" x="1077913" y="2678113"/>
          <p14:tracePt t="34022" x="995363" y="2678113"/>
          <p14:tracePt t="34039" x="946150" y="2678113"/>
          <p14:tracePt t="34055" x="871538" y="2695575"/>
          <p14:tracePt t="34072" x="854075" y="2695575"/>
          <p14:tracePt t="34088" x="820738" y="2695575"/>
          <p14:tracePt t="34138" x="804863" y="2695575"/>
          <p14:tracePt t="34261" x="838200" y="2695575"/>
          <p14:tracePt t="34272" x="854075" y="2678113"/>
          <p14:tracePt t="34288" x="995363" y="2654300"/>
          <p14:tracePt t="34305" x="1177925" y="2620963"/>
          <p14:tracePt t="34322" x="1285875" y="2603500"/>
          <p14:tracePt t="34339" x="1319213" y="2603500"/>
          <p14:tracePt t="34355" x="1384300" y="2587625"/>
          <p14:tracePt t="34372" x="1417638" y="2587625"/>
          <p14:tracePt t="34389" x="1435100" y="2587625"/>
          <p14:tracePt t="34454" x="1450975" y="2587625"/>
          <p14:tracePt t="34504" x="1476375" y="2587625"/>
          <p14:tracePt t="34522" x="1509713" y="2587625"/>
          <p14:tracePt t="34539" x="1558925" y="2603500"/>
          <p14:tracePt t="34555" x="1592263" y="2620963"/>
          <p14:tracePt t="34572" x="1625600" y="2636838"/>
          <p14:tracePt t="34588" x="1658938" y="2654300"/>
          <p14:tracePt t="34605" x="1674813" y="2654300"/>
          <p14:tracePt t="34622" x="1692275" y="2654300"/>
          <p14:tracePt t="34638" x="1708150" y="2654300"/>
          <p14:tracePt t="34655" x="1733550" y="2654300"/>
          <p14:tracePt t="34672" x="1766888" y="2654300"/>
          <p14:tracePt t="34689" x="1800225" y="2654300"/>
          <p14:tracePt t="34705" x="1833563" y="2654300"/>
          <p14:tracePt t="34722" x="1849438" y="2654300"/>
          <p14:tracePt t="34739" x="1866900" y="2654300"/>
          <p14:tracePt t="35097" x="1882775" y="2654300"/>
          <p14:tracePt t="35105" x="1931988" y="2654300"/>
          <p14:tracePt t="35122" x="2039938" y="2636838"/>
          <p14:tracePt t="35139" x="2206625" y="2603500"/>
          <p14:tracePt t="35155" x="2587625" y="2536825"/>
          <p14:tracePt t="35172" x="2811463" y="2505075"/>
          <p14:tracePt t="35189" x="2911475" y="2471738"/>
          <p14:tracePt t="35205" x="2994025" y="2454275"/>
          <p14:tracePt t="35222" x="3052763" y="2454275"/>
          <p14:tracePt t="35238" x="3068638" y="2454275"/>
          <p14:tracePt t="35304" x="3052763" y="2454275"/>
          <p14:tracePt t="35322" x="2944813" y="2454275"/>
          <p14:tracePt t="35338" x="2720975" y="2454275"/>
          <p14:tracePt t="35355" x="2413000" y="2420938"/>
          <p14:tracePt t="35372" x="2297113" y="2379663"/>
          <p14:tracePt t="35389" x="2122488" y="2330450"/>
          <p14:tracePt t="35405" x="2057400" y="2312988"/>
          <p14:tracePt t="35422" x="2024063" y="2297113"/>
          <p14:tracePt t="35438" x="2024063" y="2281238"/>
          <p14:tracePt t="35488" x="2039938" y="2263775"/>
          <p14:tracePt t="35505" x="2139950" y="2230438"/>
          <p14:tracePt t="35522" x="2263775" y="2230438"/>
          <p14:tracePt t="35539" x="2446338" y="2230438"/>
          <p14:tracePt t="35555" x="2654300" y="2230438"/>
          <p14:tracePt t="35572" x="2770188" y="2263775"/>
          <p14:tracePt t="35588" x="2878138" y="2297113"/>
          <p14:tracePt t="35605" x="2927350" y="2346325"/>
          <p14:tracePt t="35622" x="2944813" y="2346325"/>
          <p14:tracePt t="35639" x="2960688" y="2363788"/>
          <p14:tracePt t="35655" x="2960688" y="2379663"/>
          <p14:tracePt t="35672" x="2960688" y="2397125"/>
          <p14:tracePt t="35688" x="2911475" y="2438400"/>
          <p14:tracePt t="35987" x="2960688" y="2438400"/>
          <p14:tracePt t="36005" x="3086100" y="2438400"/>
          <p14:tracePt t="36022" x="3235325" y="2471738"/>
          <p14:tracePt t="36038" x="3341688" y="2505075"/>
          <p14:tracePt t="36055" x="3441700" y="2536825"/>
          <p14:tracePt t="36072" x="3508375" y="2554288"/>
          <p14:tracePt t="36088" x="3541713" y="2570163"/>
          <p14:tracePt t="36105" x="3557588" y="2570163"/>
          <p14:tracePt t="36122" x="3557588" y="2587625"/>
          <p14:tracePt t="36138" x="3582988" y="2587625"/>
          <p14:tracePt t="36194" x="3582988" y="2603500"/>
          <p14:tracePt t="36254" x="3582988" y="2620963"/>
          <p14:tracePt t="36287" x="3582988" y="2636838"/>
          <p14:tracePt t="36338" x="3557588" y="2654300"/>
          <p14:tracePt t="36404" x="3557588" y="2678113"/>
          <p14:tracePt t="36423" x="3582988" y="2678113"/>
          <p14:tracePt t="36437" x="3665538" y="2695575"/>
          <p14:tracePt t="36455" x="3856038" y="2744788"/>
          <p14:tracePt t="36472" x="3940175" y="2744788"/>
          <p14:tracePt t="36489" x="4197350" y="2760663"/>
          <p14:tracePt t="36505" x="4313238" y="2760663"/>
          <p14:tracePt t="36522" x="4437063" y="2744788"/>
          <p14:tracePt t="36538" x="4503738" y="2728913"/>
          <p14:tracePt t="36555" x="4552950" y="2728913"/>
          <p14:tracePt t="36572" x="4570413" y="2711450"/>
          <p14:tracePt t="36588" x="4586288" y="2711450"/>
          <p14:tracePt t="36675" x="4603750" y="2711450"/>
          <p14:tracePt t="36907" x="4660900" y="2711450"/>
          <p14:tracePt t="36922" x="4743450" y="2711450"/>
          <p14:tracePt t="36939" x="4984750" y="2678113"/>
          <p14:tracePt t="36955" x="5481638" y="2620963"/>
          <p14:tracePt t="36972" x="6303963" y="2520950"/>
          <p14:tracePt t="36988" x="6950075" y="2438400"/>
          <p14:tracePt t="37005" x="7721600" y="2312988"/>
          <p14:tracePt t="37022" x="8335963" y="2214563"/>
          <p14:tracePt t="37039" x="8377238" y="2197100"/>
          <p14:tracePt t="37055" x="8559800" y="2163763"/>
          <p14:tracePt t="37072" x="8634413" y="2139950"/>
          <p14:tracePt t="37088" x="8650288" y="2139950"/>
          <p14:tracePt t="37105" x="8667750" y="2122488"/>
          <p14:tracePt t="37288" x="8650288" y="2122488"/>
          <p14:tracePt t="37305" x="8634413" y="2163763"/>
          <p14:tracePt t="37322" x="8559800" y="2214563"/>
          <p14:tracePt t="37338" x="8410575" y="2281238"/>
          <p14:tracePt t="37355" x="8218488" y="2363788"/>
          <p14:tracePt t="37372" x="8045450" y="2420938"/>
          <p14:tracePt t="37389" x="7862888" y="2454275"/>
          <p14:tracePt t="37405" x="7829550" y="2471738"/>
          <p14:tracePt t="37422" x="7804150" y="2471738"/>
          <p14:tracePt t="37488" x="7862888" y="2471738"/>
          <p14:tracePt t="37505" x="7962900" y="2471738"/>
          <p14:tracePt t="37522" x="8078788" y="2471738"/>
          <p14:tracePt t="37538" x="8186738" y="2471738"/>
          <p14:tracePt t="37555" x="8393113" y="2471738"/>
          <p14:tracePt t="37572" x="8559800" y="2471738"/>
          <p14:tracePt t="37588" x="8716963" y="2420938"/>
          <p14:tracePt t="37605" x="8799513" y="2397125"/>
          <p14:tracePt t="37622" x="8850313" y="2363788"/>
          <p14:tracePt t="37639" x="8866188" y="2346325"/>
          <p14:tracePt t="37655" x="8891588" y="2330450"/>
          <p14:tracePt t="37672" x="8907463" y="2297113"/>
          <p14:tracePt t="37689" x="8940800" y="2263775"/>
          <p14:tracePt t="37705" x="8974138" y="2214563"/>
          <p14:tracePt t="37722" x="8990013" y="2181225"/>
          <p14:tracePt t="37739" x="9007475" y="2163763"/>
          <p14:tracePt t="37755" x="9007475" y="2122488"/>
          <p14:tracePt t="37772" x="9007475" y="2073275"/>
          <p14:tracePt t="37788" x="9007475" y="2039938"/>
          <p14:tracePt t="37805" x="8990013" y="2006600"/>
          <p14:tracePt t="37822" x="8956675" y="1973263"/>
          <p14:tracePt t="37838" x="8924925" y="1957388"/>
          <p14:tracePt t="37855" x="8891588" y="1957388"/>
          <p14:tracePt t="37872" x="8832850" y="1957388"/>
          <p14:tracePt t="37888" x="8783638" y="1957388"/>
          <p14:tracePt t="37906" x="8716963" y="1957388"/>
          <p14:tracePt t="37922" x="8650288" y="1957388"/>
          <p14:tracePt t="37938" x="8575675" y="1957388"/>
          <p14:tracePt t="37955" x="8526463" y="1957388"/>
          <p14:tracePt t="37972" x="8509000" y="1957388"/>
          <p14:tracePt t="37988" x="8493125" y="1957388"/>
          <p14:tracePt t="38071" x="8542338" y="1973263"/>
          <p14:tracePt t="38090" x="8634413" y="1990725"/>
          <p14:tracePt t="38104" x="8732838" y="1990725"/>
          <p14:tracePt t="38122" x="8816975" y="2024063"/>
          <p14:tracePt t="38139" x="8924925" y="2039938"/>
          <p14:tracePt t="38155" x="8990013" y="2055813"/>
          <p14:tracePt t="38172" x="9023350" y="2055813"/>
          <p14:tracePt t="38188" x="9040813" y="2073275"/>
          <p14:tracePt t="38205" x="9056688" y="2073275"/>
          <p14:tracePt t="38222" x="9056688" y="2089150"/>
          <p14:tracePt t="38238" x="9074150" y="2122488"/>
          <p14:tracePt t="38255" x="9074150" y="2163763"/>
          <p14:tracePt t="38272" x="9074150" y="2214563"/>
          <p14:tracePt t="38289" x="9074150" y="2281238"/>
          <p14:tracePt t="38305" x="9023350" y="2346325"/>
          <p14:tracePt t="38322" x="8940800" y="2420938"/>
          <p14:tracePt t="38339" x="8732838" y="2505075"/>
          <p14:tracePt t="38355" x="8650288" y="2520950"/>
          <p14:tracePt t="38372" x="8542338" y="2536825"/>
          <p14:tracePt t="38389" x="8410575" y="2536825"/>
          <p14:tracePt t="38405" x="8302625" y="2536825"/>
          <p14:tracePt t="38422" x="8269288" y="2536825"/>
          <p14:tracePt t="38438" x="8251825" y="2536825"/>
          <p14:tracePt t="38779" x="8235950" y="2536825"/>
          <p14:tracePt t="38788" x="8202613" y="2536825"/>
          <p14:tracePt t="38805" x="8120063" y="2570163"/>
          <p14:tracePt t="38822" x="7962900" y="2620963"/>
          <p14:tracePt t="38838" x="7705725" y="2711450"/>
          <p14:tracePt t="38855" x="7315200" y="2844800"/>
          <p14:tracePt t="38872" x="7091363" y="2911475"/>
          <p14:tracePt t="38889" x="6834188" y="2986088"/>
          <p14:tracePt t="38906" x="6319838" y="3051175"/>
          <p14:tracePt t="38922" x="6162675" y="3068638"/>
          <p14:tracePt t="38939" x="5805488" y="3068638"/>
          <p14:tracePt t="38955" x="5705475" y="3068638"/>
          <p14:tracePt t="38972" x="5532438" y="2986088"/>
          <p14:tracePt t="39354" x="5514975" y="2986088"/>
          <p14:tracePt t="39372" x="5407025" y="2986088"/>
          <p14:tracePt t="39389" x="5308600" y="2968625"/>
          <p14:tracePt t="39405" x="5208588" y="2952750"/>
          <p14:tracePt t="39422" x="5067300" y="2935288"/>
          <p14:tracePt t="39438" x="4776788" y="2911475"/>
          <p14:tracePt t="39455" x="4454525" y="2911475"/>
          <p14:tracePt t="39472" x="4038600" y="2911475"/>
          <p14:tracePt t="39488" x="3632200" y="3017838"/>
          <p14:tracePt t="39505" x="3235325" y="3135313"/>
          <p14:tracePt t="39522" x="2994025" y="3209925"/>
          <p14:tracePt t="39539" x="2736850" y="3292475"/>
          <p14:tracePt t="39555" x="2479675" y="3375025"/>
          <p14:tracePt t="39572" x="2155825" y="3482975"/>
          <p14:tracePt t="40949" x="2139950" y="3482975"/>
          <p14:tracePt t="40957" x="2106613" y="3482975"/>
          <p14:tracePt t="40971" x="2057400" y="3498850"/>
          <p14:tracePt t="40989" x="1949450" y="3516313"/>
          <p14:tracePt t="41005" x="1833563" y="3549650"/>
          <p14:tracePt t="41022" x="1733550" y="3565525"/>
          <p14:tracePt t="41038" x="1592263" y="3582988"/>
          <p14:tracePt t="41055" x="1576388" y="3582988"/>
          <p14:tracePt t="41072" x="1509713" y="3582988"/>
          <p14:tracePt t="41088" x="1476375" y="3582988"/>
          <p14:tracePt t="41121" x="1450975" y="3582988"/>
          <p14:tracePt t="41138" x="1435100" y="3582988"/>
          <p14:tracePt t="41204" x="1417638" y="3582988"/>
          <p14:tracePt t="41271" x="1401763" y="3582988"/>
          <p14:tracePt t="41404" x="1384300" y="3582988"/>
          <p14:tracePt t="41422" x="1368425" y="3582988"/>
          <p14:tracePt t="41438" x="1319213" y="3582988"/>
          <p14:tracePt t="41455" x="1268413" y="3582988"/>
          <p14:tracePt t="41472" x="1177925" y="3598863"/>
          <p14:tracePt t="41488" x="1111250" y="3598863"/>
          <p14:tracePt t="41505" x="1077913" y="3616325"/>
          <p14:tracePt t="41522" x="1062038" y="3616325"/>
          <p14:tracePt t="41538" x="1044575" y="3616325"/>
          <p14:tracePt t="42159" x="1077913" y="3616325"/>
          <p14:tracePt t="42172" x="1111250" y="3616325"/>
          <p14:tracePt t="42188" x="1219200" y="3616325"/>
          <p14:tracePt t="42205" x="1319213" y="3616325"/>
          <p14:tracePt t="42222" x="1558925" y="3616325"/>
          <p14:tracePt t="42238" x="1658938" y="3616325"/>
          <p14:tracePt t="42255" x="1766888" y="3598863"/>
          <p14:tracePt t="42272" x="1833563" y="3598863"/>
          <p14:tracePt t="42288" x="1849438" y="3598863"/>
          <p14:tracePt t="42305" x="1866900" y="3598863"/>
          <p14:tracePt t="42322" x="1882775" y="3598863"/>
          <p14:tracePt t="42338" x="1898650" y="3598863"/>
          <p14:tracePt t="42355" x="1916113" y="3598863"/>
          <p14:tracePt t="42372" x="1931988" y="3598863"/>
          <p14:tracePt t="42389" x="1982788" y="3598863"/>
          <p14:tracePt t="42405" x="2039938" y="3616325"/>
          <p14:tracePt t="42422" x="2106613" y="3616325"/>
          <p14:tracePt t="42438" x="2155825" y="3616325"/>
          <p14:tracePt t="42455" x="2222500" y="3616325"/>
          <p14:tracePt t="42472" x="2281238" y="3616325"/>
          <p14:tracePt t="42488" x="2297113" y="3632200"/>
          <p14:tracePt t="42505" x="2314575" y="3632200"/>
          <p14:tracePt t="42522" x="2330450" y="3632200"/>
          <p14:tracePt t="42604" x="2347913" y="3632200"/>
          <p14:tracePt t="42638" x="2347913" y="3648075"/>
          <p14:tracePt t="42655" x="2363788" y="3648075"/>
          <p14:tracePt t="42672" x="2397125" y="3665538"/>
          <p14:tracePt t="42688" x="2446338" y="3690938"/>
          <p14:tracePt t="42705" x="2513013" y="3706813"/>
          <p14:tracePt t="42722" x="2571750" y="3706813"/>
          <p14:tracePt t="42738" x="2603500" y="3722688"/>
          <p14:tracePt t="42755" x="2620963" y="3722688"/>
          <p14:tracePt t="42772" x="2636838" y="3722688"/>
          <p14:tracePt t="42804" x="2654300" y="3722688"/>
          <p14:tracePt t="42838" x="2670175" y="3722688"/>
          <p14:tracePt t="42887" x="2687638" y="3722688"/>
          <p14:tracePt t="42906" x="2720975" y="3722688"/>
          <p14:tracePt t="42938" x="2754313" y="3722688"/>
          <p14:tracePt t="42955" x="2795588" y="3722688"/>
          <p14:tracePt t="42972" x="2811463" y="3722688"/>
          <p14:tracePt t="42988" x="2828925" y="3722688"/>
          <p14:tracePt t="43005" x="2844800" y="3722688"/>
          <p14:tracePt t="43022" x="2860675" y="3722688"/>
          <p14:tracePt t="43038" x="2860675" y="3706813"/>
          <p14:tracePt t="43055" x="2878138" y="3706813"/>
          <p14:tracePt t="43072" x="2894013" y="3706813"/>
          <p14:tracePt t="43104" x="2911475" y="3706813"/>
          <p14:tracePt t="43205" x="2927350" y="3706813"/>
          <p14:tracePt t="43222" x="2944813" y="3706813"/>
          <p14:tracePt t="43238" x="2944813" y="3690938"/>
          <p14:tracePt t="43255" x="2960688" y="3690938"/>
          <p14:tracePt t="43272" x="2978150" y="3690938"/>
          <p14:tracePt t="43304" x="2994025" y="3690938"/>
          <p14:tracePt t="43322" x="3052763" y="3665538"/>
          <p14:tracePt t="43338" x="3101975" y="3665538"/>
          <p14:tracePt t="43355" x="3168650" y="3648075"/>
          <p14:tracePt t="43372" x="3235325" y="3632200"/>
          <p14:tracePt t="43388" x="3325813" y="3616325"/>
          <p14:tracePt t="43405" x="3392488" y="3598863"/>
          <p14:tracePt t="43422" x="3441700" y="3582988"/>
          <p14:tracePt t="43438" x="3475038" y="3582988"/>
          <p14:tracePt t="43455" x="3508375" y="3582988"/>
          <p14:tracePt t="43472" x="3524250" y="3582988"/>
          <p14:tracePt t="43488" x="3541713" y="3565525"/>
          <p14:tracePt t="43905" x="3557588" y="3565525"/>
          <p14:tracePt t="43922" x="3598863" y="3565525"/>
          <p14:tracePt t="43939" x="3798888" y="3565525"/>
          <p14:tracePt t="43955" x="3973513" y="3565525"/>
          <p14:tracePt t="43972" x="4056063" y="3549650"/>
          <p14:tracePt t="43988" x="4146550" y="3532188"/>
          <p14:tracePt t="44005" x="4197350" y="3532188"/>
          <p14:tracePt t="44022" x="4213225" y="3532188"/>
          <p14:tracePt t="44038" x="4229100" y="3532188"/>
          <p14:tracePt t="44404" x="4213225" y="3532188"/>
          <p14:tracePt t="44471" x="4197350" y="3532188"/>
          <p14:tracePt t="44504" x="4179888" y="3532188"/>
          <p14:tracePt t="44522" x="4113213" y="3532188"/>
          <p14:tracePt t="44538" x="4022725" y="3516313"/>
          <p14:tracePt t="44555" x="3956050" y="3498850"/>
          <p14:tracePt t="44572" x="3922713" y="3498850"/>
          <p14:tracePt t="44588" x="3889375" y="3498850"/>
          <p14:tracePt t="44605" x="3873500" y="3498850"/>
          <p14:tracePt t="44638" x="3873500" y="3482975"/>
          <p14:tracePt t="44732" x="3856038" y="3482975"/>
          <p14:tracePt t="44771" x="3856038" y="3467100"/>
          <p14:tracePt t="44804" x="3814763" y="3433763"/>
          <p14:tracePt t="44822" x="3798888" y="3390900"/>
          <p14:tracePt t="45927" x="3814763" y="3408363"/>
          <p14:tracePt t="45939" x="3832225" y="3433763"/>
          <p14:tracePt t="45955" x="3889375" y="3482975"/>
          <p14:tracePt t="45972" x="3922713" y="3516313"/>
          <p14:tracePt t="45988" x="3973513" y="3549650"/>
          <p14:tracePt t="46005" x="3989388" y="3565525"/>
          <p14:tracePt t="46022" x="4022725" y="3582988"/>
          <p14:tracePt t="46038" x="4038600" y="3598863"/>
          <p14:tracePt t="46055" x="4056063" y="3598863"/>
          <p14:tracePt t="46072" x="4089400" y="3616325"/>
          <p14:tracePt t="46104" x="4113213" y="3632200"/>
          <p14:tracePt t="46138" x="4130675" y="3648075"/>
          <p14:tracePt t="46155" x="4146550" y="3665538"/>
          <p14:tracePt t="46172" x="4164013" y="3706813"/>
          <p14:tracePt t="46188" x="4179888" y="3722688"/>
          <p14:tracePt t="46205" x="4197350" y="3740150"/>
          <p14:tracePt t="46222" x="4213225" y="3740150"/>
          <p14:tracePt t="46271" x="4229100" y="3740150"/>
          <p14:tracePt t="46304" x="4262438" y="3706813"/>
          <p14:tracePt t="46322" x="4313238" y="3690938"/>
          <p14:tracePt t="46338" x="4387850" y="3648075"/>
          <p14:tracePt t="46355" x="4437063" y="3632200"/>
          <p14:tracePt t="46372" x="4486275" y="3632200"/>
          <p14:tracePt t="46389" x="4503738" y="3632200"/>
          <p14:tracePt t="46405" x="4519613" y="3632200"/>
          <p14:tracePt t="46421" x="4537075" y="3632200"/>
          <p14:tracePt t="49190" x="4603750" y="3616325"/>
          <p14:tracePt t="49206" x="4760913" y="3598863"/>
          <p14:tracePt t="49222" x="4935538" y="3565525"/>
          <p14:tracePt t="49238" x="5118100" y="3532188"/>
          <p14:tracePt t="49255" x="5241925" y="3532188"/>
          <p14:tracePt t="49272" x="5357813" y="3516313"/>
          <p14:tracePt t="49288" x="5424488" y="3516313"/>
          <p14:tracePt t="49305" x="5465763" y="3516313"/>
          <p14:tracePt t="49322" x="5499100" y="3498850"/>
          <p14:tracePt t="49338" x="5514975" y="3498850"/>
          <p14:tracePt t="49355" x="5548313" y="3498850"/>
          <p14:tracePt t="49372" x="5581650" y="3498850"/>
          <p14:tracePt t="49388" x="5614988" y="3498850"/>
          <p14:tracePt t="49405" x="5664200" y="3498850"/>
          <p14:tracePt t="49422" x="5722938" y="3498850"/>
          <p14:tracePt t="49438" x="5772150" y="3498850"/>
          <p14:tracePt t="49455" x="5822950" y="3516313"/>
          <p14:tracePt t="49472" x="5888038" y="3532188"/>
          <p14:tracePt t="49488" x="5921375" y="3549650"/>
          <p14:tracePt t="49505" x="5980113" y="3549650"/>
          <p14:tracePt t="49522" x="6013450" y="3565525"/>
          <p14:tracePt t="49538" x="6046788" y="3565525"/>
          <p14:tracePt t="49555" x="6080125" y="3582988"/>
          <p14:tracePt t="49572" x="6129338" y="3598863"/>
          <p14:tracePt t="49588" x="6178550" y="3598863"/>
          <p14:tracePt t="49605" x="6253163" y="3632200"/>
          <p14:tracePt t="49622" x="6303963" y="3648075"/>
          <p14:tracePt t="49638" x="6353175" y="3648075"/>
          <p14:tracePt t="49655" x="6386513" y="3665538"/>
          <p14:tracePt t="49671" x="6419850" y="3690938"/>
          <p14:tracePt t="49688" x="6435725" y="3690938"/>
          <p14:tracePt t="49705" x="6453188" y="3690938"/>
          <p14:tracePt t="49722" x="6469063" y="3690938"/>
          <p14:tracePt t="49754" x="6486525" y="3690938"/>
          <p14:tracePt t="50056" x="6561138" y="3690938"/>
          <p14:tracePt t="50072" x="6610350" y="3690938"/>
          <p14:tracePt t="50088" x="6710363" y="3665538"/>
          <p14:tracePt t="50105" x="6850063" y="3648075"/>
          <p14:tracePt t="50122" x="7058025" y="3632200"/>
          <p14:tracePt t="50138" x="7315200" y="3616325"/>
          <p14:tracePt t="50155" x="7546975" y="3616325"/>
          <p14:tracePt t="50172" x="7688263" y="3616325"/>
          <p14:tracePt t="50188" x="7804150" y="3616325"/>
          <p14:tracePt t="50205" x="7878763" y="3616325"/>
          <p14:tracePt t="50222" x="7912100" y="3616325"/>
          <p14:tracePt t="50238" x="7912100" y="3598863"/>
          <p14:tracePt t="50255" x="7929563" y="3598863"/>
          <p14:tracePt t="51421" x="7978775" y="3598863"/>
          <p14:tracePt t="51439" x="8318500" y="3516313"/>
          <p14:tracePt t="51455" x="8716963" y="3449638"/>
          <p14:tracePt t="51472" x="8974138" y="3390900"/>
          <p14:tracePt t="51488" x="9488488" y="3325813"/>
          <p14:tracePt t="51505" x="9694863" y="3275013"/>
          <p14:tracePt t="51522" x="9877425" y="3259138"/>
          <p14:tracePt t="51538" x="9952038" y="3259138"/>
          <p14:tracePt t="51555" x="9985375" y="3259138"/>
          <p14:tracePt t="51572" x="10002838" y="3259138"/>
          <p14:tracePt t="51621" x="10018713" y="3259138"/>
          <p14:tracePt t="51638" x="10052050" y="3275013"/>
          <p14:tracePt t="51655" x="10085388" y="3275013"/>
          <p14:tracePt t="51672" x="10101263" y="3292475"/>
          <p14:tracePt t="51688" x="10134600" y="3292475"/>
          <p14:tracePt t="51705" x="10152063" y="3292475"/>
          <p14:tracePt t="51738" x="10167938" y="3292475"/>
          <p14:tracePt t="51755" x="10167938" y="3308350"/>
          <p14:tracePt t="51787" x="10085388" y="3341688"/>
          <p14:tracePt t="51805" x="9985375" y="3390900"/>
          <p14:tracePt t="51822" x="9794875" y="3449638"/>
          <p14:tracePt t="51839" x="9637713" y="3482975"/>
          <p14:tracePt t="51855" x="9571038" y="3498850"/>
          <p14:tracePt t="51872" x="9313863" y="3498850"/>
          <p14:tracePt t="51888" x="9148763" y="3467100"/>
          <p14:tracePt t="51906" x="9074150" y="3433763"/>
          <p14:tracePt t="51922" x="8990013" y="3390900"/>
          <p14:tracePt t="51938" x="8940800" y="3341688"/>
          <p14:tracePt t="51955" x="8891588" y="3308350"/>
          <p14:tracePt t="51988" x="8866188" y="3275013"/>
          <p14:tracePt t="52005" x="8850313" y="3259138"/>
          <p14:tracePt t="52022" x="8850313" y="3241675"/>
          <p14:tracePt t="52038" x="8850313" y="3225800"/>
          <p14:tracePt t="52055" x="8850313" y="3192463"/>
          <p14:tracePt t="52072" x="8924925" y="3135313"/>
          <p14:tracePt t="52088" x="9007475" y="3117850"/>
          <p14:tracePt t="52105" x="9123363" y="3101975"/>
          <p14:tracePt t="52122" x="9197975" y="3101975"/>
          <p14:tracePt t="52138" x="9280525" y="3101975"/>
          <p14:tracePt t="52155" x="9313863" y="3101975"/>
          <p14:tracePt t="52172" x="9331325" y="3117850"/>
          <p14:tracePt t="52188" x="9347200" y="3151188"/>
          <p14:tracePt t="52205" x="9347200" y="3192463"/>
          <p14:tracePt t="52222" x="9347200" y="3241675"/>
          <p14:tracePt t="52238" x="9297988" y="3325813"/>
          <p14:tracePt t="52255" x="9247188" y="3390900"/>
          <p14:tracePt t="52272" x="9213850" y="3449638"/>
          <p14:tracePt t="52288" x="9197975" y="3467100"/>
          <p14:tracePt t="52305" x="9182100" y="3482975"/>
          <p14:tracePt t="52322" x="9182100" y="3498850"/>
          <p14:tracePt t="53504" x="9231313" y="3498850"/>
          <p14:tracePt t="53522" x="9331325" y="3482975"/>
          <p14:tracePt t="53539" x="9488488" y="3467100"/>
          <p14:tracePt t="53555" x="9537700" y="3449638"/>
          <p14:tracePt t="53572" x="9604375" y="3433763"/>
          <p14:tracePt t="53588" x="9653588" y="3433763"/>
          <p14:tracePt t="53605" x="9678988" y="3433763"/>
          <p14:tracePt t="53637" x="9678988" y="3408363"/>
          <p14:tracePt t="53754" x="9653588" y="3408363"/>
          <p14:tracePt t="53804" x="9637713" y="3408363"/>
          <p14:tracePt t="53822" x="9588500" y="3408363"/>
          <p14:tracePt t="53838" x="9555163" y="3390900"/>
          <p14:tracePt t="53855" x="9504363" y="3375025"/>
          <p14:tracePt t="53872" x="9455150" y="3375025"/>
          <p14:tracePt t="53888" x="9437688" y="3375025"/>
          <p14:tracePt t="53906" x="9421813" y="3375025"/>
          <p14:tracePt t="57560" x="9380538" y="3375025"/>
          <p14:tracePt t="57576" x="9363075" y="3375025"/>
          <p14:tracePt t="57590" x="9313863" y="3375025"/>
          <p14:tracePt t="57605" x="9280525" y="3375025"/>
          <p14:tracePt t="57622" x="9164638" y="3390900"/>
          <p14:tracePt t="57638" x="9123363" y="3408363"/>
          <p14:tracePt t="57655" x="9007475" y="3482975"/>
          <p14:tracePt t="57672" x="8924925" y="3549650"/>
          <p14:tracePt t="57688" x="8891588" y="3616325"/>
          <p14:tracePt t="57705" x="8850313" y="3648075"/>
          <p14:tracePt t="57722" x="8832850" y="3722688"/>
          <p14:tracePt t="57738" x="8799513" y="3773488"/>
          <p14:tracePt t="57755" x="8799513" y="3806825"/>
          <p14:tracePt t="57772" x="8783638" y="3840163"/>
          <p14:tracePt t="57788" x="8766175" y="3871913"/>
          <p14:tracePt t="57805" x="8732838" y="3922713"/>
          <p14:tracePt t="57822" x="8699500" y="3979863"/>
          <p14:tracePt t="57838" x="8667750" y="4030663"/>
          <p14:tracePt t="57855" x="8609013" y="4097338"/>
          <p14:tracePt t="57872" x="8575675" y="4129088"/>
          <p14:tracePt t="57888" x="8493125" y="4203700"/>
          <p14:tracePt t="57906" x="8459788" y="4221163"/>
          <p14:tracePt t="57922" x="8251825" y="4303713"/>
          <p14:tracePt t="57938" x="8153400" y="4321175"/>
          <p14:tracePt t="57955" x="7862888" y="4337050"/>
          <p14:tracePt t="57972" x="7448550" y="4337050"/>
          <p14:tracePt t="57988" x="6967538" y="4337050"/>
          <p14:tracePt t="58005" x="6419850" y="4270375"/>
          <p14:tracePt t="58022" x="6096000" y="4237038"/>
          <p14:tracePt t="58038" x="5722938" y="4179888"/>
          <p14:tracePt t="58055" x="5448300" y="4146550"/>
          <p14:tracePt t="58072" x="5324475" y="4129088"/>
          <p14:tracePt t="58088" x="5175250" y="4097338"/>
          <p14:tracePt t="58483" x="5175250" y="4113213"/>
          <p14:tracePt t="58492" x="5175250" y="4129088"/>
          <p14:tracePt t="58505" x="5175250" y="4179888"/>
          <p14:tracePt t="58522" x="5175250" y="4270375"/>
          <p14:tracePt t="58538" x="5175250" y="4337050"/>
          <p14:tracePt t="58555" x="5175250" y="4403725"/>
          <p14:tracePt t="58571" x="5149850" y="4460875"/>
          <p14:tracePt t="58588" x="5118100" y="4494213"/>
          <p14:tracePt t="58605" x="5067300" y="4545013"/>
          <p14:tracePt t="58622" x="4967288" y="4594225"/>
          <p14:tracePt t="58638" x="4776788" y="4676775"/>
          <p14:tracePt t="58655" x="4537075" y="4735513"/>
          <p14:tracePt t="58671" x="4229100" y="4751388"/>
          <p14:tracePt t="58688" x="3889375" y="4784725"/>
          <p14:tracePt t="58705" x="3632200" y="4784725"/>
          <p14:tracePt t="58722" x="3184525" y="4784725"/>
          <p14:tracePt t="58738" x="2978150" y="4784725"/>
          <p14:tracePt t="58755" x="2703513" y="4784725"/>
          <p14:tracePt t="58772" x="2513013" y="4784725"/>
          <p14:tracePt t="58788" x="2363788" y="4784725"/>
          <p14:tracePt t="58805" x="2239963" y="4784725"/>
          <p14:tracePt t="58822" x="2173288" y="4784725"/>
          <p14:tracePt t="58838" x="2090738" y="4784725"/>
          <p14:tracePt t="58855" x="2039938" y="4784725"/>
          <p14:tracePt t="58871" x="1982788" y="4784725"/>
          <p14:tracePt t="58888" x="1965325" y="4784725"/>
          <p14:tracePt t="59160" x="1949450" y="4784725"/>
          <p14:tracePt t="59172" x="1931988" y="4784725"/>
          <p14:tracePt t="59188" x="1866900" y="4784725"/>
          <p14:tracePt t="59205" x="1782763" y="4784725"/>
          <p14:tracePt t="59222" x="1576388" y="4735513"/>
          <p14:tracePt t="59238" x="1384300" y="4694238"/>
          <p14:tracePt t="59255" x="1144588" y="4627563"/>
          <p14:tracePt t="59271" x="1028700" y="4610100"/>
          <p14:tracePt t="59288" x="946150" y="4594225"/>
          <p14:tracePt t="59305" x="887413" y="4576763"/>
          <p14:tracePt t="59322" x="871538" y="4576763"/>
          <p14:tracePt t="59338" x="854075" y="4576763"/>
          <p14:tracePt t="59371" x="838200" y="4576763"/>
          <p14:tracePt t="59388" x="820738" y="4576763"/>
          <p14:tracePt t="59405" x="787400" y="4576763"/>
          <p14:tracePt t="59422" x="771525" y="4576763"/>
          <p14:tracePt t="59438" x="754063" y="4576763"/>
          <p14:tracePt t="59455" x="738188" y="4576763"/>
          <p14:tracePt t="59472" x="722313" y="4560888"/>
          <p14:tracePt t="59488" x="688975" y="4545013"/>
          <p14:tracePt t="59505" x="647700" y="4527550"/>
          <p14:tracePt t="59522" x="614363" y="4511675"/>
          <p14:tracePt t="59538" x="596900" y="4494213"/>
          <p14:tracePt t="59555" x="581025" y="4478338"/>
          <p14:tracePt t="59572" x="581025" y="4460875"/>
          <p14:tracePt t="59588" x="581025" y="4437063"/>
          <p14:tracePt t="59605" x="581025" y="4419600"/>
          <p14:tracePt t="59622" x="581025" y="4403725"/>
          <p14:tracePt t="59638" x="581025" y="4370388"/>
          <p14:tracePt t="59655" x="581025" y="4352925"/>
          <p14:tracePt t="59743" x="563563" y="4352925"/>
          <p14:tracePt t="59771" x="563563" y="4370388"/>
          <p14:tracePt t="59788" x="563563" y="4386263"/>
          <p14:tracePt t="59805" x="563563" y="4419600"/>
          <p14:tracePt t="59822" x="563563" y="4460875"/>
          <p14:tracePt t="59838" x="563563" y="4511675"/>
          <p14:tracePt t="59855" x="563563" y="4545013"/>
          <p14:tracePt t="59872" x="563563" y="4610100"/>
          <p14:tracePt t="59888" x="563563" y="4643438"/>
          <p14:tracePt t="59906" x="563563" y="4694238"/>
          <p14:tracePt t="59922" x="563563" y="4718050"/>
          <p14:tracePt t="59938" x="563563" y="4751388"/>
          <p14:tracePt t="59955" x="581025" y="4768850"/>
          <p14:tracePt t="59971" x="581025" y="4784725"/>
          <p14:tracePt t="60004" x="581025" y="4802188"/>
          <p14:tracePt t="60021" x="596900" y="4802188"/>
          <p14:tracePt t="60038" x="614363" y="4818063"/>
          <p14:tracePt t="60055" x="630238" y="4833938"/>
          <p14:tracePt t="60072" x="647700" y="4833938"/>
          <p14:tracePt t="60088" x="671513" y="4851400"/>
          <p14:tracePt t="60105" x="688975" y="4851400"/>
          <p14:tracePt t="60121" x="704850" y="4851400"/>
          <p14:tracePt t="60138" x="738188" y="4851400"/>
          <p14:tracePt t="60155" x="787400" y="4851400"/>
          <p14:tracePt t="60172" x="838200" y="4851400"/>
          <p14:tracePt t="60188" x="854075" y="4851400"/>
          <p14:tracePt t="60205" x="887413" y="4851400"/>
          <p14:tracePt t="60238" x="903288" y="4851400"/>
          <p14:tracePt t="60563" x="903288" y="4833938"/>
          <p14:tracePt t="60621" x="887413" y="4833938"/>
          <p14:tracePt t="60638" x="887413" y="4818063"/>
          <p14:tracePt t="60687" x="854075" y="4802188"/>
          <p14:tracePt t="60705" x="820738" y="4784725"/>
          <p14:tracePt t="60722" x="787400" y="4751388"/>
          <p14:tracePt t="60738" x="738188" y="4718050"/>
          <p14:tracePt t="60755" x="704850" y="4694238"/>
          <p14:tracePt t="60771" x="688975" y="4676775"/>
          <p14:tracePt t="61404" x="671513" y="4660900"/>
          <p14:tracePt t="61437" x="630238" y="4627563"/>
          <p14:tracePt t="61455" x="596900" y="4576763"/>
          <p14:tracePt t="61472" x="563563" y="4545013"/>
          <p14:tracePt t="61488" x="514350" y="4494213"/>
          <p14:tracePt t="61505" x="481013" y="4437063"/>
          <p14:tracePt t="61522" x="465138" y="4386263"/>
          <p14:tracePt t="61538" x="447675" y="4352925"/>
          <p14:tracePt t="61555" x="447675" y="4337050"/>
          <p14:tracePt t="61572" x="447675" y="4287838"/>
          <p14:tracePt t="61588" x="465138" y="4254500"/>
          <p14:tracePt t="61605" x="481013" y="4203700"/>
          <p14:tracePt t="61621" x="530225" y="4162425"/>
          <p14:tracePt t="61638" x="596900" y="4113213"/>
          <p14:tracePt t="61655" x="704850" y="4079875"/>
          <p14:tracePt t="61672" x="838200" y="4064000"/>
          <p14:tracePt t="61688" x="920750" y="4046538"/>
          <p14:tracePt t="61705" x="995363" y="4046538"/>
          <p14:tracePt t="61721" x="1028700" y="4046538"/>
          <p14:tracePt t="61738" x="1062038" y="4046538"/>
          <p14:tracePt t="61929" x="1062038" y="4064000"/>
          <p14:tracePt t="61971" x="1044575" y="4079875"/>
          <p14:tracePt t="61988" x="1028700" y="4079875"/>
          <p14:tracePt t="62005" x="977900" y="4097338"/>
          <p14:tracePt t="62022" x="887413" y="4113213"/>
          <p14:tracePt t="62038" x="820738" y="4129088"/>
          <p14:tracePt t="62055" x="738188" y="4129088"/>
          <p14:tracePt t="62072" x="671513" y="4146550"/>
          <p14:tracePt t="62088" x="596900" y="4162425"/>
          <p14:tracePt t="62105" x="581025" y="4162425"/>
          <p14:tracePt t="62122" x="547688" y="4162425"/>
          <p14:tracePt t="62238" x="581025" y="4162425"/>
          <p14:tracePt t="62255" x="630238" y="4162425"/>
          <p14:tracePt t="62272" x="722313" y="4162425"/>
          <p14:tracePt t="62288" x="787400" y="4162425"/>
          <p14:tracePt t="62305" x="871538" y="4162425"/>
          <p14:tracePt t="62321" x="920750" y="4162425"/>
          <p14:tracePt t="62338" x="962025" y="4162425"/>
          <p14:tracePt t="62355" x="977900" y="4162425"/>
          <p14:tracePt t="62371" x="995363" y="4162425"/>
          <p14:tracePt t="62496" x="977900" y="4162425"/>
          <p14:tracePt t="62537" x="962025" y="4162425"/>
          <p14:tracePt t="62571" x="946150" y="4162425"/>
          <p14:tracePt t="62588" x="903288" y="4162425"/>
          <p14:tracePt t="62605" x="871538" y="4162425"/>
          <p14:tracePt t="62622" x="820738" y="4162425"/>
          <p14:tracePt t="62638" x="754063" y="4162425"/>
          <p14:tracePt t="62655" x="738188" y="4162425"/>
          <p14:tracePt t="62672" x="722313" y="4162425"/>
          <p14:tracePt t="62688" x="704850" y="4162425"/>
          <p14:tracePt t="62793" x="722313" y="4162425"/>
          <p14:tracePt t="62805" x="738188" y="4162425"/>
          <p14:tracePt t="62822" x="820738" y="4162425"/>
          <p14:tracePt t="62838" x="977900" y="4179888"/>
          <p14:tracePt t="62855" x="1177925" y="4179888"/>
          <p14:tracePt t="62871" x="1368425" y="4179888"/>
          <p14:tracePt t="62888" x="1450975" y="4179888"/>
          <p14:tracePt t="62906" x="1543050" y="4203700"/>
          <p14:tracePt t="62922" x="1576388" y="4203700"/>
          <p14:tracePt t="62938" x="1592263" y="4203700"/>
          <p14:tracePt t="63026" x="1576388" y="4203700"/>
          <p14:tracePt t="63327" x="1592263" y="4203700"/>
          <p14:tracePt t="63338" x="1625600" y="4203700"/>
          <p14:tracePt t="63355" x="1749425" y="4203700"/>
          <p14:tracePt t="63372" x="1898650" y="4221163"/>
          <p14:tracePt t="63388" x="2090738" y="4237038"/>
          <p14:tracePt t="63405" x="2281238" y="4237038"/>
          <p14:tracePt t="63421" x="2397125" y="4237038"/>
          <p14:tracePt t="63438" x="2497138" y="4237038"/>
          <p14:tracePt t="63455" x="2587625" y="4237038"/>
          <p14:tracePt t="63471" x="2670175" y="4237038"/>
          <p14:tracePt t="63488" x="2754313" y="4221163"/>
          <p14:tracePt t="63505" x="2878138" y="4179888"/>
          <p14:tracePt t="63522" x="3068638" y="4146550"/>
          <p14:tracePt t="63538" x="3284538" y="4129088"/>
          <p14:tracePt t="63555" x="3524250" y="4113213"/>
          <p14:tracePt t="63571" x="3748088" y="4097338"/>
          <p14:tracePt t="63588" x="3873500" y="4097338"/>
          <p14:tracePt t="63605" x="3989388" y="4097338"/>
          <p14:tracePt t="63622" x="4005263" y="4097338"/>
          <p14:tracePt t="63638" x="4022725" y="4097338"/>
          <p14:tracePt t="63655" x="4038600" y="4097338"/>
          <p14:tracePt t="63694" x="4022725" y="4097338"/>
          <p14:tracePt t="63721" x="3989388" y="4097338"/>
          <p14:tracePt t="63738" x="3956050" y="4097338"/>
          <p14:tracePt t="63755" x="3873500" y="4097338"/>
          <p14:tracePt t="63772" x="3765550" y="4113213"/>
          <p14:tracePt t="63788" x="3616325" y="4129088"/>
          <p14:tracePt t="63805" x="3392488" y="4146550"/>
          <p14:tracePt t="63822" x="3201988" y="4146550"/>
          <p14:tracePt t="63838" x="3101975" y="4146550"/>
          <p14:tracePt t="63855" x="2978150" y="4146550"/>
          <p14:tracePt t="63872" x="2911475" y="4146550"/>
          <p14:tracePt t="63888" x="2844800" y="4146550"/>
          <p14:tracePt t="63906" x="2754313" y="4146550"/>
          <p14:tracePt t="63922" x="2703513" y="4146550"/>
          <p14:tracePt t="63938" x="2636838" y="4129088"/>
          <p14:tracePt t="63955" x="2603500" y="4129088"/>
          <p14:tracePt t="63971" x="2603500" y="4113213"/>
          <p14:tracePt t="64087" x="2654300" y="4113213"/>
          <p14:tracePt t="64105" x="2720975" y="4129088"/>
          <p14:tracePt t="64121" x="2770188" y="4146550"/>
          <p14:tracePt t="64138" x="2844800" y="4162425"/>
          <p14:tracePt t="64155" x="2927350" y="4162425"/>
          <p14:tracePt t="64172" x="2944813" y="4162425"/>
          <p14:tracePt t="64204" x="2960688" y="4162425"/>
          <p14:tracePt t="64271" x="2978150" y="4162425"/>
          <p14:tracePt t="64288" x="2994025" y="4162425"/>
          <p14:tracePt t="64305" x="3101975" y="4162425"/>
          <p14:tracePt t="64322" x="3235325" y="4162425"/>
          <p14:tracePt t="64338" x="3524250" y="4146550"/>
          <p14:tracePt t="64355" x="3832225" y="4129088"/>
          <p14:tracePt t="64372" x="4056063" y="4129088"/>
          <p14:tracePt t="64388" x="4470400" y="4129088"/>
          <p14:tracePt t="64405" x="4678363" y="4129088"/>
          <p14:tracePt t="64422" x="4935538" y="4129088"/>
          <p14:tracePt t="64438" x="5133975" y="4129088"/>
          <p14:tracePt t="64455" x="5324475" y="4129088"/>
          <p14:tracePt t="64472" x="5499100" y="4129088"/>
          <p14:tracePt t="64488" x="5599113" y="4129088"/>
          <p14:tracePt t="64505" x="5705475" y="4129088"/>
          <p14:tracePt t="64522" x="5805488" y="4129088"/>
          <p14:tracePt t="64538" x="5921375" y="4129088"/>
          <p14:tracePt t="64555" x="6029325" y="4129088"/>
          <p14:tracePt t="64572" x="6162675" y="4113213"/>
          <p14:tracePt t="64588" x="6286500" y="4097338"/>
          <p14:tracePt t="64605" x="6353175" y="4097338"/>
          <p14:tracePt t="64622" x="6402388" y="4097338"/>
          <p14:tracePt t="64638" x="6435725" y="4079875"/>
          <p14:tracePt t="64655" x="6469063" y="4079875"/>
          <p14:tracePt t="64671" x="6510338" y="4079875"/>
          <p14:tracePt t="64688" x="6561138" y="4079875"/>
          <p14:tracePt t="64705" x="6577013" y="4079875"/>
          <p14:tracePt t="64722" x="6592888" y="4079875"/>
          <p14:tracePt t="65137" x="6561138" y="4079875"/>
          <p14:tracePt t="65155" x="6402388" y="3979863"/>
          <p14:tracePt t="65172" x="6319838" y="3922713"/>
          <p14:tracePt t="65188" x="6237288" y="3856038"/>
          <p14:tracePt t="65205" x="6178550" y="3840163"/>
          <p14:tracePt t="65221" x="6162675" y="3822700"/>
          <p14:tracePt t="65317" x="6145213" y="3822700"/>
          <p14:tracePt t="65554" x="6162675" y="3822700"/>
          <p14:tracePt t="65638" x="6178550" y="3822700"/>
          <p14:tracePt t="65687" x="6196013" y="3822700"/>
          <p14:tracePt t="65737" x="6237288" y="3822700"/>
          <p14:tracePt t="65755" x="6270625" y="3840163"/>
          <p14:tracePt t="65772" x="6319838" y="3840163"/>
          <p14:tracePt t="65788" x="6402388" y="3856038"/>
          <p14:tracePt t="65805" x="6469063" y="3871913"/>
          <p14:tracePt t="65821" x="6527800" y="3889375"/>
          <p14:tracePt t="65838" x="6577013" y="3905250"/>
          <p14:tracePt t="65855" x="6610350" y="3922713"/>
          <p14:tracePt t="65872" x="6643688" y="3946525"/>
          <p14:tracePt t="65949" x="6643688" y="3963988"/>
          <p14:tracePt t="66047" x="6643688" y="3979863"/>
          <p14:tracePt t="66088" x="6626225" y="3979863"/>
          <p14:tracePt t="66105" x="6626225" y="3997325"/>
          <p14:tracePt t="66154" x="6626225" y="4013200"/>
          <p14:tracePt t="66172" x="6610350" y="4030663"/>
          <p14:tracePt t="66188" x="6610350" y="4079875"/>
          <p14:tracePt t="66205" x="6610350" y="4146550"/>
          <p14:tracePt t="66222" x="6610350" y="4237038"/>
          <p14:tracePt t="66238" x="6610350" y="4303713"/>
          <p14:tracePt t="66255" x="6610350" y="4352925"/>
          <p14:tracePt t="66272" x="6610350" y="4386263"/>
          <p14:tracePt t="66288" x="6610350" y="4403725"/>
          <p14:tracePt t="66305" x="6610350" y="4419600"/>
          <p14:tracePt t="66437" x="6592888" y="4419600"/>
          <p14:tracePt t="66471" x="6577013" y="4419600"/>
          <p14:tracePt t="66488" x="6527800" y="4419600"/>
          <p14:tracePt t="66505" x="6419850" y="4419600"/>
          <p14:tracePt t="66521" x="6303963" y="4419600"/>
          <p14:tracePt t="66538" x="6196013" y="4419600"/>
          <p14:tracePt t="66555" x="6129338" y="4419600"/>
          <p14:tracePt t="66572" x="6096000" y="4419600"/>
          <p14:tracePt t="66588" x="6080125" y="4419600"/>
          <p14:tracePt t="66688" x="6096000" y="4419600"/>
          <p14:tracePt t="66705" x="6111875" y="4419600"/>
          <p14:tracePt t="66722" x="6178550" y="4419600"/>
          <p14:tracePt t="66738" x="6286500" y="4419600"/>
          <p14:tracePt t="66755" x="6419850" y="4419600"/>
          <p14:tracePt t="66771" x="6577013" y="4419600"/>
          <p14:tracePt t="66788" x="6677025" y="4419600"/>
          <p14:tracePt t="66805" x="6743700" y="4419600"/>
          <p14:tracePt t="66821" x="6784975" y="4419600"/>
          <p14:tracePt t="66838" x="6800850" y="4419600"/>
          <p14:tracePt t="66871" x="6818313" y="4419600"/>
          <p14:tracePt t="66906" x="6818313" y="4403725"/>
          <p14:tracePt t="66937" x="6818313" y="4386263"/>
          <p14:tracePt t="66955" x="6767513" y="4303713"/>
          <p14:tracePt t="66971" x="6643688" y="4064000"/>
          <p14:tracePt t="66988" x="6561138" y="3822700"/>
          <p14:tracePt t="67005" x="6486525" y="3648075"/>
          <p14:tracePt t="67021" x="6453188" y="3516313"/>
          <p14:tracePt t="67038" x="6419850" y="3449638"/>
          <p14:tracePt t="67055" x="6419850" y="3433763"/>
          <p14:tracePt t="67104" x="6402388" y="3433763"/>
          <p14:tracePt t="67137" x="6386513" y="3433763"/>
          <p14:tracePt t="67155" x="6337300" y="3467100"/>
          <p14:tracePt t="67171" x="6253163" y="3482975"/>
          <p14:tracePt t="67188" x="6145213" y="3516313"/>
          <p14:tracePt t="67205" x="6062663" y="3532188"/>
          <p14:tracePt t="67222" x="5980113" y="3549650"/>
          <p14:tracePt t="67238" x="5938838" y="3565525"/>
          <p14:tracePt t="67255" x="5921375" y="3582988"/>
          <p14:tracePt t="67337" x="5938838" y="3598863"/>
          <p14:tracePt t="67356" x="6029325" y="3616325"/>
          <p14:tracePt t="67370" x="6080125" y="3616325"/>
          <p14:tracePt t="67389" x="6270625" y="3665538"/>
          <p14:tracePt t="67405" x="6419850" y="3706813"/>
          <p14:tracePt t="67422" x="6435725" y="3722688"/>
          <p14:tracePt t="67438" x="6527800" y="3756025"/>
          <p14:tracePt t="67455" x="6577013" y="3773488"/>
          <p14:tracePt t="67471" x="6592888" y="3773488"/>
          <p14:tracePt t="67488" x="6610350" y="3789363"/>
          <p14:tracePt t="67505" x="6610350" y="3806825"/>
          <p14:tracePt t="67522" x="6610350" y="3840163"/>
          <p14:tracePt t="67538" x="6626225" y="3905250"/>
          <p14:tracePt t="67555" x="6643688" y="4013200"/>
          <p14:tracePt t="67571" x="6659563" y="4097338"/>
          <p14:tracePt t="67588" x="6677025" y="4221163"/>
          <p14:tracePt t="67605" x="6677025" y="4254500"/>
          <p14:tracePt t="67622" x="6677025" y="4287838"/>
          <p14:tracePt t="67638" x="6677025" y="4337050"/>
          <p14:tracePt t="67727" x="6677025" y="4352925"/>
          <p14:tracePt t="67738" x="6659563" y="4352925"/>
          <p14:tracePt t="67755" x="6626225" y="4352925"/>
          <p14:tracePt t="67771" x="6577013" y="4370388"/>
          <p14:tracePt t="67788" x="6469063" y="4386263"/>
          <p14:tracePt t="67805" x="6386513" y="4403725"/>
          <p14:tracePt t="67821" x="6319838" y="4419600"/>
          <p14:tracePt t="67838" x="6270625" y="4437063"/>
          <p14:tracePt t="67855" x="6237288" y="4437063"/>
          <p14:tracePt t="68104" x="6129338" y="4437063"/>
          <p14:tracePt t="68121" x="5938838" y="4460875"/>
          <p14:tracePt t="68138" x="5614988" y="4494213"/>
          <p14:tracePt t="68155" x="5018088" y="4527550"/>
          <p14:tracePt t="68172" x="3973513" y="4527550"/>
          <p14:tracePt t="68188" x="3217863" y="4527550"/>
          <p14:tracePt t="68205" x="2479675" y="4527550"/>
          <p14:tracePt t="68222" x="2122488" y="4527550"/>
          <p14:tracePt t="68238" x="1882775" y="4527550"/>
          <p14:tracePt t="68255" x="1692275" y="4527550"/>
          <p14:tracePt t="68272" x="1576388" y="4527550"/>
          <p14:tracePt t="68288" x="1492250" y="4527550"/>
          <p14:tracePt t="68305" x="1417638" y="4545013"/>
          <p14:tracePt t="68321" x="1352550" y="4545013"/>
          <p14:tracePt t="68338" x="1301750" y="4545013"/>
          <p14:tracePt t="68355" x="1235075" y="4560888"/>
          <p14:tracePt t="68372" x="1160463" y="4576763"/>
          <p14:tracePt t="68388" x="1062038" y="4594225"/>
          <p14:tracePt t="68405" x="962025" y="4627563"/>
          <p14:tracePt t="68422" x="887413" y="4643438"/>
          <p14:tracePt t="68438" x="820738" y="4660900"/>
          <p14:tracePt t="68455" x="787400" y="4676775"/>
          <p14:tracePt t="68471" x="771525" y="4676775"/>
          <p14:tracePt t="68488" x="754063" y="4676775"/>
          <p14:tracePt t="68505" x="738188" y="4676775"/>
          <p14:tracePt t="68522" x="722313" y="4676775"/>
          <p14:tracePt t="68538" x="704850" y="4676775"/>
          <p14:tracePt t="68555" x="688975" y="4676775"/>
          <p14:tracePt t="68637" x="704850" y="4676775"/>
          <p14:tracePt t="68670" x="722313" y="4676775"/>
          <p14:tracePt t="68688" x="722313" y="4694238"/>
          <p14:tracePt t="68705" x="754063" y="4694238"/>
          <p14:tracePt t="68721" x="804863" y="4694238"/>
          <p14:tracePt t="68738" x="871538" y="4718050"/>
          <p14:tracePt t="68755" x="903288" y="4735513"/>
          <p14:tracePt t="68771" x="1011238" y="4784725"/>
          <p14:tracePt t="68788" x="1077913" y="4802188"/>
          <p14:tracePt t="68805" x="1144588" y="4833938"/>
          <p14:tracePt t="68821" x="1219200" y="4833938"/>
          <p14:tracePt t="68838" x="1285875" y="4851400"/>
          <p14:tracePt t="68855" x="1319213" y="4851400"/>
          <p14:tracePt t="68872" x="1352550" y="4851400"/>
          <p14:tracePt t="68888" x="1401763" y="4851400"/>
          <p14:tracePt t="68906" x="1492250" y="4851400"/>
          <p14:tracePt t="68922" x="1558925" y="4851400"/>
          <p14:tracePt t="68938" x="1658938" y="4851400"/>
          <p14:tracePt t="68955" x="1692275" y="4851400"/>
          <p14:tracePt t="68971" x="1733550" y="4851400"/>
          <p14:tracePt t="68988" x="1766888" y="4851400"/>
          <p14:tracePt t="69333" x="1782763" y="4851400"/>
          <p14:tracePt t="69341" x="1816100" y="4851400"/>
          <p14:tracePt t="69355" x="1882775" y="4851400"/>
          <p14:tracePt t="69372" x="2057400" y="4851400"/>
          <p14:tracePt t="69388" x="2463800" y="4851400"/>
          <p14:tracePt t="69405" x="2911475" y="4851400"/>
          <p14:tracePt t="69421" x="3598863" y="4851400"/>
          <p14:tracePt t="69438" x="4179888" y="4851400"/>
          <p14:tracePt t="69455" x="4519613" y="4851400"/>
          <p14:tracePt t="69471" x="4760913" y="4851400"/>
          <p14:tracePt t="69488" x="4951413" y="4851400"/>
          <p14:tracePt t="69505" x="5033963" y="4851400"/>
          <p14:tracePt t="69522" x="5051425" y="4851400"/>
          <p14:tracePt t="69538" x="5084763" y="4851400"/>
          <p14:tracePt t="69555" x="5118100" y="4851400"/>
          <p14:tracePt t="69572" x="5149850" y="4851400"/>
          <p14:tracePt t="69589" x="5175250" y="4867275"/>
          <p14:tracePt t="69605" x="5208588" y="4867275"/>
          <p14:tracePt t="69621" x="5224463" y="4867275"/>
          <p14:tracePt t="69638" x="5257800" y="4867275"/>
          <p14:tracePt t="69655" x="5308600" y="4867275"/>
          <p14:tracePt t="69671" x="5341938" y="4867275"/>
          <p14:tracePt t="69688" x="5373688" y="4867275"/>
          <p14:tracePt t="69721" x="5391150" y="4867275"/>
          <p14:tracePt t="69738" x="5391150" y="4851400"/>
          <p14:tracePt t="70243" x="5341938" y="4851400"/>
          <p14:tracePt t="70255" x="5257800" y="4851400"/>
          <p14:tracePt t="70271" x="5084763" y="4851400"/>
          <p14:tracePt t="70288" x="4860925" y="4818063"/>
          <p14:tracePt t="70305" x="4678363" y="4818063"/>
          <p14:tracePt t="70322" x="4503738" y="4802188"/>
          <p14:tracePt t="70338" x="4346575" y="4802188"/>
          <p14:tracePt t="70355" x="4197350" y="4802188"/>
          <p14:tracePt t="70372" x="4056063" y="4802188"/>
          <p14:tracePt t="70388" x="3889375" y="4802188"/>
          <p14:tracePt t="70405" x="3798888" y="4802188"/>
          <p14:tracePt t="70422" x="3716338" y="4802188"/>
          <p14:tracePt t="70438" x="3649663" y="4802188"/>
          <p14:tracePt t="70455" x="3598863" y="4802188"/>
          <p14:tracePt t="70471" x="3524250" y="4802188"/>
          <p14:tracePt t="70488" x="3441700" y="4802188"/>
          <p14:tracePt t="70505" x="3375025" y="4802188"/>
          <p14:tracePt t="70521" x="3325813" y="4802188"/>
          <p14:tracePt t="70538" x="3267075" y="4802188"/>
          <p14:tracePt t="70555" x="3251200" y="4802188"/>
          <p14:tracePt t="70571" x="3217863" y="4802188"/>
          <p14:tracePt t="70588" x="3201988" y="4802188"/>
          <p14:tracePt t="70605" x="3184525" y="4784725"/>
          <p14:tracePt t="70622" x="3168650" y="4784725"/>
          <p14:tracePt t="70638" x="3168650" y="4768850"/>
          <p14:tracePt t="70704" x="3184525" y="4768850"/>
          <p14:tracePt t="70722" x="3267075" y="4768850"/>
          <p14:tracePt t="70738" x="3392488" y="4768850"/>
          <p14:tracePt t="70755" x="3616325" y="4768850"/>
          <p14:tracePt t="70771" x="3814763" y="4768850"/>
          <p14:tracePt t="70788" x="3973513" y="4768850"/>
          <p14:tracePt t="70805" x="4146550" y="4768850"/>
          <p14:tracePt t="70821" x="4246563" y="4768850"/>
          <p14:tracePt t="70838" x="4313238" y="4768850"/>
          <p14:tracePt t="70855" x="4329113" y="4768850"/>
          <p14:tracePt t="70871" x="4362450" y="4768850"/>
          <p14:tracePt t="70888" x="4403725" y="4768850"/>
          <p14:tracePt t="70906" x="4470400" y="4768850"/>
          <p14:tracePt t="70921" x="4570413" y="4784725"/>
          <p14:tracePt t="70938" x="4678363" y="4802188"/>
          <p14:tracePt t="70955" x="4776788" y="4802188"/>
          <p14:tracePt t="70972" x="4843463" y="4818063"/>
          <p14:tracePt t="70988" x="4876800" y="4818063"/>
          <p14:tracePt t="71005" x="4892675" y="4833938"/>
          <p14:tracePt t="71074" x="4860925" y="4833938"/>
          <p14:tracePt t="71088" x="4794250" y="4833938"/>
          <p14:tracePt t="71105" x="4570413" y="4833938"/>
          <p14:tracePt t="71121" x="4179888" y="4833938"/>
          <p14:tracePt t="71138" x="3541713" y="4718050"/>
          <p14:tracePt t="71155" x="3284538" y="4643438"/>
          <p14:tracePt t="71171" x="2860675" y="4545013"/>
          <p14:tracePt t="71188" x="2571750" y="4478338"/>
          <p14:tracePt t="71205" x="2463800" y="4437063"/>
          <p14:tracePt t="71221" x="2363788" y="4419600"/>
          <p14:tracePt t="71238" x="2314575" y="4403725"/>
          <p14:tracePt t="71255" x="2297113" y="4403725"/>
          <p14:tracePt t="71271" x="2297113" y="4386263"/>
          <p14:tracePt t="71315" x="2314575" y="4386263"/>
          <p14:tracePt t="71323" x="2330450" y="4386263"/>
          <p14:tracePt t="71338" x="2363788" y="4403725"/>
          <p14:tracePt t="71355" x="2513013" y="4403725"/>
          <p14:tracePt t="71371" x="2754313" y="4419600"/>
          <p14:tracePt t="71388" x="3052763" y="4460875"/>
          <p14:tracePt t="71405" x="3251200" y="4478338"/>
          <p14:tracePt t="71422" x="3492500" y="4511675"/>
          <p14:tracePt t="71438" x="3748088" y="4560888"/>
          <p14:tracePt t="71455" x="3832225" y="4576763"/>
          <p14:tracePt t="71472" x="3940175" y="4594225"/>
          <p14:tracePt t="71488" x="4022725" y="4594225"/>
          <p14:tracePt t="71505" x="4146550" y="4610100"/>
          <p14:tracePt t="71521" x="4213225" y="4610100"/>
          <p14:tracePt t="71538" x="4295775" y="4627563"/>
          <p14:tracePt t="71555" x="4346575" y="4627563"/>
          <p14:tracePt t="71571" x="4387850" y="4627563"/>
          <p14:tracePt t="71588" x="4403725" y="4627563"/>
          <p14:tracePt t="71605" x="4421188" y="4643438"/>
          <p14:tracePt t="71621" x="4470400" y="4643438"/>
          <p14:tracePt t="71638" x="4519613" y="4643438"/>
          <p14:tracePt t="71655" x="4586288" y="4643438"/>
          <p14:tracePt t="71671" x="4645025" y="4643438"/>
          <p14:tracePt t="71688" x="4678363" y="4643438"/>
          <p14:tracePt t="71721" x="4694238" y="4643438"/>
          <p14:tracePt t="71787" x="4552950" y="4660900"/>
          <p14:tracePt t="71805" x="4295775" y="4660900"/>
          <p14:tracePt t="71821" x="4038600" y="4660900"/>
          <p14:tracePt t="71838" x="3716338" y="4660900"/>
          <p14:tracePt t="71855" x="3475038" y="4660900"/>
          <p14:tracePt t="71871" x="3341688" y="4660900"/>
          <p14:tracePt t="71888" x="3267075" y="4676775"/>
          <p14:tracePt t="71905" x="3101975" y="4676775"/>
          <p14:tracePt t="71921" x="2994025" y="4676775"/>
          <p14:tracePt t="71938" x="2927350" y="4676775"/>
          <p14:tracePt t="71955" x="2878138" y="4676775"/>
          <p14:tracePt t="71971" x="2860675" y="4676775"/>
          <p14:tracePt t="72054" x="2894013" y="4676775"/>
          <p14:tracePt t="72072" x="3009900" y="4694238"/>
          <p14:tracePt t="72087" x="3284538" y="4694238"/>
          <p14:tracePt t="72105" x="3632200" y="4694238"/>
          <p14:tracePt t="72121" x="4146550" y="4643438"/>
          <p14:tracePt t="72138" x="4537075" y="4594225"/>
          <p14:tracePt t="72155" x="4951413" y="4545013"/>
          <p14:tracePt t="72171" x="5100638" y="4527550"/>
          <p14:tracePt t="72188" x="5241925" y="4527550"/>
          <p14:tracePt t="72205" x="5275263" y="4527550"/>
          <p14:tracePt t="72221" x="5291138" y="4527550"/>
          <p14:tracePt t="72575" x="5308600" y="4527550"/>
          <p14:tracePt t="72588" x="5357813" y="4527550"/>
          <p14:tracePt t="72605" x="5514975" y="4560888"/>
          <p14:tracePt t="72622" x="5664200" y="4594225"/>
          <p14:tracePt t="72638" x="5772150" y="4627563"/>
          <p14:tracePt t="72655" x="5854700" y="4643438"/>
          <p14:tracePt t="72671" x="5888038" y="4660900"/>
          <p14:tracePt t="72688" x="5905500" y="4660900"/>
          <p14:tracePt t="72721" x="5905500" y="4676775"/>
          <p14:tracePt t="72754" x="5888038" y="4676775"/>
          <p14:tracePt t="72772" x="5838825" y="4676775"/>
          <p14:tracePt t="72788" x="5805488" y="4694238"/>
          <p14:tracePt t="72805" x="5756275" y="4694238"/>
          <p14:tracePt t="72821" x="5722938" y="4718050"/>
          <p14:tracePt t="72838" x="5681663" y="4718050"/>
          <p14:tracePt t="72855" x="5614988" y="4735513"/>
          <p14:tracePt t="72872" x="5565775" y="4751388"/>
          <p14:tracePt t="72888" x="5465763" y="4751388"/>
          <p14:tracePt t="72905" x="5391150" y="4751388"/>
          <p14:tracePt t="72921" x="5324475" y="4751388"/>
          <p14:tracePt t="72938" x="5275263" y="4751388"/>
          <p14:tracePt t="72955" x="5224463" y="4751388"/>
          <p14:tracePt t="72971" x="5175250" y="4751388"/>
          <p14:tracePt t="72988" x="5118100" y="4735513"/>
          <p14:tracePt t="73005" x="5084763" y="4718050"/>
          <p14:tracePt t="73021" x="5051425" y="4676775"/>
          <p14:tracePt t="73038" x="5000625" y="4660900"/>
          <p14:tracePt t="73055" x="4967288" y="4627563"/>
          <p14:tracePt t="73071" x="4951413" y="4610100"/>
          <p14:tracePt t="73088" x="4935538" y="4594225"/>
          <p14:tracePt t="73121" x="4935538" y="4576763"/>
          <p14:tracePt t="73138" x="4935538" y="4545013"/>
          <p14:tracePt t="73155" x="4967288" y="4460875"/>
          <p14:tracePt t="73171" x="5033963" y="4370388"/>
          <p14:tracePt t="73188" x="5118100" y="4287838"/>
          <p14:tracePt t="73205" x="5241925" y="4203700"/>
          <p14:tracePt t="73221" x="5324475" y="4162425"/>
          <p14:tracePt t="73238" x="5407025" y="4113213"/>
          <p14:tracePt t="73255" x="5465763" y="4113213"/>
          <p14:tracePt t="73271" x="5514975" y="4097338"/>
          <p14:tracePt t="73288" x="5548313" y="4097338"/>
          <p14:tracePt t="73305" x="5581650" y="4097338"/>
          <p14:tracePt t="73321" x="5630863" y="4113213"/>
          <p14:tracePt t="73338" x="5664200" y="4113213"/>
          <p14:tracePt t="73355" x="5789613" y="4162425"/>
          <p14:tracePt t="73372" x="5838825" y="4203700"/>
          <p14:tracePt t="73388" x="5905500" y="4221163"/>
          <p14:tracePt t="73405" x="5954713" y="4254500"/>
          <p14:tracePt t="73421" x="5980113" y="4270375"/>
          <p14:tracePt t="73438" x="5995988" y="4270375"/>
          <p14:tracePt t="73455" x="6013450" y="4287838"/>
          <p14:tracePt t="73471" x="6029325" y="4321175"/>
          <p14:tracePt t="73488" x="6046788" y="4352925"/>
          <p14:tracePt t="73505" x="6046788" y="4403725"/>
          <p14:tracePt t="73521" x="6062663" y="4460875"/>
          <p14:tracePt t="73538" x="6062663" y="4494213"/>
          <p14:tracePt t="73555" x="6062663" y="4545013"/>
          <p14:tracePt t="73571" x="6046788" y="4576763"/>
          <p14:tracePt t="73588" x="6013450" y="4610100"/>
          <p14:tracePt t="73605" x="5938838" y="4660900"/>
          <p14:tracePt t="73623" x="5854700" y="4694238"/>
          <p14:tracePt t="73638" x="5805488" y="4718050"/>
          <p14:tracePt t="73655" x="5722938" y="4735513"/>
          <p14:tracePt t="73671" x="5648325" y="4751388"/>
          <p14:tracePt t="73688" x="5548313" y="4751388"/>
          <p14:tracePt t="73705" x="5465763" y="4751388"/>
          <p14:tracePt t="73721" x="5357813" y="4751388"/>
          <p14:tracePt t="73738" x="5175250" y="4751388"/>
          <p14:tracePt t="73755" x="5100638" y="4735513"/>
          <p14:tracePt t="73771" x="5018088" y="4694238"/>
          <p14:tracePt t="73788" x="4984750" y="4694238"/>
          <p14:tracePt t="73805" x="4951413" y="4660900"/>
          <p14:tracePt t="73821" x="4918075" y="4627563"/>
          <p14:tracePt t="73838" x="4892675" y="4610100"/>
          <p14:tracePt t="73855" x="4892675" y="4594225"/>
          <p14:tracePt t="73871" x="4892675" y="4576763"/>
          <p14:tracePt t="73888" x="4892675" y="4511675"/>
          <p14:tracePt t="73905" x="4935538" y="4437063"/>
          <p14:tracePt t="73922" x="4967288" y="4352925"/>
          <p14:tracePt t="73938" x="5033963" y="4270375"/>
          <p14:tracePt t="73955" x="5084763" y="4237038"/>
          <p14:tracePt t="73971" x="5118100" y="4221163"/>
          <p14:tracePt t="73988" x="5149850" y="4221163"/>
          <p14:tracePt t="74005" x="5208588" y="4221163"/>
          <p14:tracePt t="74021" x="5241925" y="4221163"/>
          <p14:tracePt t="74038" x="5291138" y="4221163"/>
          <p14:tracePt t="74055" x="5357813" y="4221163"/>
          <p14:tracePt t="74071" x="5424488" y="4237038"/>
          <p14:tracePt t="74088" x="5465763" y="4254500"/>
          <p14:tracePt t="74105" x="5532438" y="4270375"/>
          <p14:tracePt t="74121" x="5614988" y="4303713"/>
          <p14:tracePt t="74138" x="5664200" y="4321175"/>
          <p14:tracePt t="74155" x="5681663" y="4337050"/>
          <p14:tracePt t="74171" x="5705475" y="4337050"/>
          <p14:tracePt t="74188" x="5722938" y="4337050"/>
          <p14:tracePt t="74205" x="5738813" y="4352925"/>
          <p14:tracePt t="74221" x="5772150" y="4386263"/>
          <p14:tracePt t="74238" x="5789613" y="4419600"/>
          <p14:tracePt t="74255" x="5822950" y="4460875"/>
          <p14:tracePt t="74271" x="5854700" y="4511675"/>
          <p14:tracePt t="74288" x="5872163" y="4527550"/>
          <p14:tracePt t="74305" x="5872163" y="4560888"/>
          <p14:tracePt t="74321" x="5872163" y="4576763"/>
          <p14:tracePt t="74354" x="5872163" y="4594225"/>
          <p14:tracePt t="74371" x="5872163" y="4610100"/>
          <p14:tracePt t="74388" x="5822950" y="4627563"/>
          <p14:tracePt t="74405" x="5756275" y="4660900"/>
          <p14:tracePt t="74421" x="5630863" y="4694238"/>
          <p14:tracePt t="74438" x="5514975" y="4718050"/>
          <p14:tracePt t="74455" x="5424488" y="4735513"/>
          <p14:tracePt t="74471" x="5373688" y="4735513"/>
          <p14:tracePt t="74488" x="5241925" y="4735513"/>
          <p14:tracePt t="74505" x="5067300" y="4718050"/>
          <p14:tracePt t="74521" x="5000625" y="4676775"/>
          <p14:tracePt t="74538" x="4935538" y="4627563"/>
          <p14:tracePt t="74555" x="4892675" y="4610100"/>
          <p14:tracePt t="74571" x="4892675" y="4594225"/>
          <p14:tracePt t="74621" x="4892675" y="4560888"/>
          <p14:tracePt t="74638" x="4951413" y="4527550"/>
          <p14:tracePt t="74655" x="5033963" y="4478338"/>
          <p14:tracePt t="74671" x="5133975" y="4419600"/>
          <p14:tracePt t="74688" x="5224463" y="4403725"/>
          <p14:tracePt t="74705" x="5308600" y="4386263"/>
          <p14:tracePt t="74721" x="5373688" y="4386263"/>
          <p14:tracePt t="74738" x="5391150" y="4386263"/>
          <p14:tracePt t="74755" x="5407025" y="4386263"/>
          <p14:tracePt t="75107" x="5424488" y="4386263"/>
          <p14:tracePt t="75121" x="5465763" y="4386263"/>
          <p14:tracePt t="75138" x="5581650" y="4370388"/>
          <p14:tracePt t="75155" x="5756275" y="4352925"/>
          <p14:tracePt t="75171" x="5921375" y="4337050"/>
          <p14:tracePt t="75188" x="6062663" y="4337050"/>
          <p14:tracePt t="75205" x="6162675" y="4337050"/>
          <p14:tracePt t="75221" x="6237288" y="4337050"/>
          <p14:tracePt t="75238" x="6270625" y="4337050"/>
          <p14:tracePt t="75255" x="6286500" y="4337050"/>
          <p14:tracePt t="75287" x="6319838" y="4303713"/>
          <p14:tracePt t="75305" x="6337300" y="4270375"/>
          <p14:tracePt t="75321" x="6402388" y="4179888"/>
          <p14:tracePt t="75338" x="6510338" y="4064000"/>
          <p14:tracePt t="75354" x="6592888" y="3963988"/>
          <p14:tracePt t="75372" x="6677025" y="3840163"/>
          <p14:tracePt t="75388" x="6726238" y="3773488"/>
          <p14:tracePt t="75405" x="6784975" y="3722688"/>
          <p14:tracePt t="75421" x="6800850" y="3706813"/>
          <p14:tracePt t="75438" x="6818313" y="3690938"/>
          <p14:tracePt t="75490" x="6800850" y="3690938"/>
          <p14:tracePt t="75521" x="6710363" y="3690938"/>
          <p14:tracePt t="75538" x="6561138" y="3665538"/>
          <p14:tracePt t="75555" x="6337300" y="3648075"/>
          <p14:tracePt t="75571" x="6129338" y="3598863"/>
          <p14:tracePt t="75588" x="5938838" y="3565525"/>
          <p14:tracePt t="75605" x="5722938" y="3532188"/>
          <p14:tracePt t="75622" x="5664200" y="3516313"/>
          <p14:tracePt t="75638" x="5614988" y="3516313"/>
          <p14:tracePt t="75655" x="5532438" y="3498850"/>
          <p14:tracePt t="75671" x="5448300" y="3498850"/>
          <p14:tracePt t="75688" x="5341938" y="3482975"/>
          <p14:tracePt t="75705" x="5241925" y="3482975"/>
          <p14:tracePt t="75721" x="5133975" y="3482975"/>
          <p14:tracePt t="75738" x="5084763" y="3482975"/>
          <p14:tracePt t="75755" x="5051425" y="3482975"/>
          <p14:tracePt t="75787" x="5033963" y="3482975"/>
          <p14:tracePt t="75874" x="5051425" y="3482975"/>
          <p14:tracePt t="75921" x="5100638" y="3498850"/>
          <p14:tracePt t="75938" x="5175250" y="3498850"/>
          <p14:tracePt t="75955" x="5291138" y="3516313"/>
          <p14:tracePt t="75971" x="5448300" y="3565525"/>
          <p14:tracePt t="75988" x="5648325" y="3632200"/>
          <p14:tracePt t="76005" x="5838825" y="3706813"/>
          <p14:tracePt t="76021" x="5980113" y="3773488"/>
          <p14:tracePt t="76038" x="6029325" y="3806825"/>
          <p14:tracePt t="76055" x="6062663" y="3822700"/>
          <p14:tracePt t="76071" x="6080125" y="3822700"/>
          <p14:tracePt t="76088" x="6080125" y="3840163"/>
          <p14:tracePt t="76105" x="6096000" y="3840163"/>
          <p14:tracePt t="76121" x="6129338" y="3856038"/>
          <p14:tracePt t="76138" x="6178550" y="3871913"/>
          <p14:tracePt t="76155" x="6237288" y="3905250"/>
          <p14:tracePt t="76171" x="6270625" y="3922713"/>
          <p14:tracePt t="76188" x="6303963" y="3946525"/>
          <p14:tracePt t="76205" x="6319838" y="3963988"/>
          <p14:tracePt t="76221" x="6319838" y="3979863"/>
          <p14:tracePt t="76238" x="6337300" y="3979863"/>
          <p14:tracePt t="76421" x="6386513" y="3979863"/>
          <p14:tracePt t="76438" x="6435725" y="3946525"/>
          <p14:tracePt t="76455" x="6626225" y="3840163"/>
          <p14:tracePt t="76471" x="6900863" y="3690938"/>
          <p14:tracePt t="76488" x="7240588" y="3498850"/>
          <p14:tracePt t="76505" x="7639050" y="3292475"/>
          <p14:tracePt t="76522" x="8012113" y="3135313"/>
          <p14:tracePt t="76538" x="8269288" y="3051175"/>
          <p14:tracePt t="76555" x="8526463" y="2968625"/>
          <p14:tracePt t="76571" x="8716963" y="2911475"/>
          <p14:tracePt t="76588" x="8866188" y="2894013"/>
          <p14:tracePt t="76605" x="8956675" y="2878138"/>
          <p14:tracePt t="76621" x="9007475" y="2878138"/>
          <p14:tracePt t="76638" x="9023350" y="2878138"/>
          <p14:tracePt t="76655" x="9040813" y="2878138"/>
          <p14:tracePt t="76704" x="9040813" y="2911475"/>
          <p14:tracePt t="76721" x="9056688" y="2986088"/>
          <p14:tracePt t="76738" x="9074150" y="3101975"/>
          <p14:tracePt t="76755" x="9074150" y="3225800"/>
          <p14:tracePt t="76772" x="9056688" y="3341688"/>
          <p14:tracePt t="76788" x="8974138" y="3482975"/>
          <p14:tracePt t="76805" x="8850313" y="3582988"/>
          <p14:tracePt t="76821" x="8716963" y="3665538"/>
          <p14:tracePt t="76838" x="8575675" y="3740150"/>
          <p14:tracePt t="76855" x="8475663" y="3773488"/>
          <p14:tracePt t="76871" x="8359775" y="3806825"/>
          <p14:tracePt t="76888" x="8235950" y="3806825"/>
          <p14:tracePt t="76906" x="8102600" y="3822700"/>
          <p14:tracePt t="76921" x="8027988" y="3822700"/>
          <p14:tracePt t="76938" x="7878763" y="3822700"/>
          <p14:tracePt t="76955" x="7770813" y="3806825"/>
          <p14:tracePt t="76971" x="7688263" y="3756025"/>
          <p14:tracePt t="76988" x="7621588" y="3722688"/>
          <p14:tracePt t="77005" x="7605713" y="3706813"/>
          <p14:tracePt t="77021" x="7605713" y="3648075"/>
          <p14:tracePt t="77038" x="7605713" y="3582988"/>
          <p14:tracePt t="77055" x="7639050" y="3449638"/>
          <p14:tracePt t="77071" x="7804150" y="3241675"/>
          <p14:tracePt t="77088" x="7978775" y="3068638"/>
          <p14:tracePt t="77105" x="8335963" y="2794000"/>
          <p14:tracePt t="77121" x="8493125" y="2728913"/>
          <p14:tracePt t="77138" x="8732838" y="2587625"/>
          <p14:tracePt t="77155" x="9090025" y="2454275"/>
          <p14:tracePt t="77171" x="9213850" y="2420938"/>
          <p14:tracePt t="77188" x="9297988" y="2420938"/>
          <p14:tracePt t="77204" x="9331325" y="2397125"/>
          <p14:tracePt t="77221" x="9347200" y="2397125"/>
          <p14:tracePt t="77238" x="9363075" y="2397125"/>
          <p14:tracePt t="77321" x="9363075" y="2420938"/>
          <p14:tracePt t="77338" x="9347200" y="2420938"/>
          <p14:tracePt t="77371" x="9331325" y="2420938"/>
          <p14:tracePt t="77404" x="9313863" y="2438400"/>
          <p14:tracePt t="77421" x="9280525" y="2438400"/>
          <p14:tracePt t="77438" x="9247188" y="2454275"/>
          <p14:tracePt t="77455" x="9231313" y="2471738"/>
          <p14:tracePt t="77471" x="9197975" y="2487613"/>
          <p14:tracePt t="77488" x="9182100" y="2487613"/>
          <p14:tracePt t="77505" x="9164638" y="2505075"/>
          <p14:tracePt t="77537" x="9148763" y="2520950"/>
          <p14:tracePt t="77555" x="9123363" y="2520950"/>
          <p14:tracePt t="77741" x="9105900" y="2520950"/>
          <p14:tracePt t="77755" x="9074150" y="2520950"/>
          <p14:tracePt t="77771" x="8990013" y="2520950"/>
          <p14:tracePt t="77788" x="8850313" y="2520950"/>
          <p14:tracePt t="77805" x="8750300" y="2505075"/>
          <p14:tracePt t="77821" x="8667750" y="2487613"/>
          <p14:tracePt t="77838" x="8634413" y="2471738"/>
          <p14:tracePt t="77855" x="8593138" y="2454275"/>
          <p14:tracePt t="77871" x="8593138" y="2420938"/>
          <p14:tracePt t="77888" x="8575675" y="2379663"/>
          <p14:tracePt t="77905" x="8575675" y="2346325"/>
          <p14:tracePt t="77921" x="8575675" y="2312988"/>
          <p14:tracePt t="77938" x="8575675" y="2281238"/>
          <p14:tracePt t="77955" x="8609013" y="2263775"/>
          <p14:tracePt t="77971" x="8716963" y="2247900"/>
          <p14:tracePt t="77988" x="8832850" y="2230438"/>
          <p14:tracePt t="78005" x="9023350" y="2214563"/>
          <p14:tracePt t="78021" x="9148763" y="2214563"/>
          <p14:tracePt t="78038" x="9264650" y="2197100"/>
          <p14:tracePt t="78055" x="9313863" y="2197100"/>
          <p14:tracePt t="78071" x="9347200" y="2181225"/>
          <p14:tracePt t="78104" x="9363075" y="2181225"/>
          <p14:tracePt t="78638" x="9347200" y="2181225"/>
          <p14:tracePt t="78655" x="9331325" y="2181225"/>
          <p14:tracePt t="78672" x="9297988" y="2181225"/>
          <p14:tracePt t="78688" x="9280525" y="2181225"/>
          <p14:tracePt t="78705" x="9164638" y="2181225"/>
          <p14:tracePt t="78721" x="8990013" y="2181225"/>
          <p14:tracePt t="78738" x="8816975" y="2181225"/>
          <p14:tracePt t="78755" x="8650288" y="2139950"/>
          <p14:tracePt t="78771" x="8493125" y="2122488"/>
          <p14:tracePt t="78788" x="8410575" y="2106613"/>
          <p14:tracePt t="78805" x="8359775" y="2106613"/>
          <p14:tracePt t="78821" x="8335963" y="2106613"/>
          <p14:tracePt t="79364" x="8359775" y="2106613"/>
          <p14:tracePt t="79376" x="8393113" y="2106613"/>
          <p14:tracePt t="79388" x="8443913" y="2122488"/>
          <p14:tracePt t="79405" x="8559800" y="2197100"/>
          <p14:tracePt t="79421" x="8716963" y="2281238"/>
          <p14:tracePt t="79438" x="8783638" y="2312988"/>
          <p14:tracePt t="79455" x="8850313" y="2363788"/>
          <p14:tracePt t="79471" x="8866188" y="2379663"/>
          <p14:tracePt t="79488" x="8891588" y="2379663"/>
          <p14:tracePt t="79554" x="8850313" y="2379663"/>
          <p14:tracePt t="79571" x="8783638" y="2379663"/>
          <p14:tracePt t="79588" x="8667750" y="2330450"/>
          <p14:tracePt t="79605" x="8526463" y="2312988"/>
          <p14:tracePt t="79621" x="8493125" y="2297113"/>
          <p14:tracePt t="79638" x="8410575" y="2281238"/>
          <p14:tracePt t="79655" x="8393113" y="2281238"/>
          <p14:tracePt t="80339" x="8410575" y="2281238"/>
          <p14:tracePt t="80355" x="8475663" y="2281238"/>
          <p14:tracePt t="80372" x="8716963" y="2247900"/>
          <p14:tracePt t="80388" x="8750300" y="2247900"/>
          <p14:tracePt t="80405" x="8907463" y="2214563"/>
          <p14:tracePt t="80421" x="9023350" y="2197100"/>
          <p14:tracePt t="80438" x="9056688" y="2197100"/>
          <p14:tracePt t="80455" x="9074150" y="2197100"/>
          <p14:tracePt t="80471" x="9090025" y="2197100"/>
          <p14:tracePt t="80608" x="9074150" y="2197100"/>
          <p14:tracePt t="80637" x="9040813" y="2230438"/>
          <p14:tracePt t="80655" x="9023350" y="2247900"/>
          <p14:tracePt t="80671" x="8990013" y="2263775"/>
          <p14:tracePt t="80688" x="8974138" y="2263775"/>
          <p14:tracePt t="80705" x="8956675" y="2281238"/>
          <p14:tracePt t="80721" x="8940800" y="2281238"/>
          <p14:tracePt t="80738" x="8924925" y="2297113"/>
          <p14:tracePt t="80771" x="8907463" y="2297113"/>
          <p14:tracePt t="80820" x="8891588" y="2297113"/>
          <p14:tracePt t="80854" x="8866188" y="2297113"/>
          <p14:tracePt t="80887" x="8850313" y="2297113"/>
          <p14:tracePt t="80906" x="8832850" y="2297113"/>
          <p14:tracePt t="80937" x="8816975" y="2297113"/>
          <p14:tracePt t="81195" x="8850313" y="2297113"/>
          <p14:tracePt t="81205" x="8891588" y="2297113"/>
          <p14:tracePt t="81220" x="9007475" y="2297113"/>
          <p14:tracePt t="81238" x="9182100" y="2312988"/>
          <p14:tracePt t="81255" x="9363075" y="2346325"/>
          <p14:tracePt t="81271" x="9471025" y="2379663"/>
          <p14:tracePt t="81288" x="9537700" y="2397125"/>
          <p14:tracePt t="81305" x="9555163" y="2420938"/>
          <p14:tracePt t="81321" x="9571038" y="2420938"/>
          <p14:tracePt t="81338" x="9571038" y="2438400"/>
          <p14:tracePt t="81355" x="9537700" y="2471738"/>
          <p14:tracePt t="81371" x="9363075" y="2536825"/>
          <p14:tracePt t="81388" x="9197975" y="2603500"/>
          <p14:tracePt t="81405" x="9105900" y="2636838"/>
          <p14:tracePt t="81421" x="8990013" y="2678113"/>
          <p14:tracePt t="81438" x="8891588" y="2728913"/>
          <p14:tracePt t="81455" x="8816975" y="2744788"/>
          <p14:tracePt t="81471" x="8799513" y="2760663"/>
          <p14:tracePt t="81504" x="8799513" y="2778125"/>
          <p14:tracePt t="81521" x="8816975" y="2778125"/>
          <p14:tracePt t="81538" x="8940800" y="2811463"/>
          <p14:tracePt t="81555" x="9056688" y="2844800"/>
          <p14:tracePt t="81571" x="9347200" y="2911475"/>
          <p14:tracePt t="81588" x="9571038" y="2952750"/>
          <p14:tracePt t="81605" x="9728200" y="2968625"/>
          <p14:tracePt t="81621" x="9861550" y="2986088"/>
          <p14:tracePt t="81638" x="9928225" y="3001963"/>
          <p14:tracePt t="81655" x="9969500" y="3017838"/>
          <p14:tracePt t="81687" x="9969500" y="3051175"/>
          <p14:tracePt t="81704" x="9861550" y="3135313"/>
          <p14:tracePt t="81721" x="9712325" y="3241675"/>
          <p14:tracePt t="81738" x="9471025" y="3375025"/>
          <p14:tracePt t="81755" x="9247188" y="3498850"/>
          <p14:tracePt t="81771" x="9074150" y="3598863"/>
          <p14:tracePt t="81788" x="8924925" y="3706813"/>
          <p14:tracePt t="81805" x="8850313" y="3773488"/>
          <p14:tracePt t="81821" x="8783638" y="3856038"/>
          <p14:tracePt t="81838" x="8750300" y="3946525"/>
          <p14:tracePt t="81855" x="8750300" y="3997325"/>
          <p14:tracePt t="81871" x="8732838" y="4113213"/>
          <p14:tracePt t="81888" x="8732838" y="4221163"/>
          <p14:tracePt t="81905" x="8732838" y="4303713"/>
          <p14:tracePt t="81922" x="8766175" y="4386263"/>
          <p14:tracePt t="81938" x="8832850" y="4437063"/>
          <p14:tracePt t="81954" x="8907463" y="4460875"/>
          <p14:tracePt t="81971" x="9023350" y="4478338"/>
          <p14:tracePt t="81988" x="9182100" y="4494213"/>
          <p14:tracePt t="82005" x="9363075" y="4527550"/>
          <p14:tracePt t="82021" x="9471025" y="4545013"/>
          <p14:tracePt t="82038" x="9537700" y="4560888"/>
          <p14:tracePt t="82055" x="9588500" y="4560888"/>
          <p14:tracePt t="82071" x="9604375" y="4576763"/>
          <p14:tracePt t="82088" x="9620250" y="4594225"/>
          <p14:tracePt t="82121" x="9620250" y="4610100"/>
          <p14:tracePt t="82138" x="9620250" y="4660900"/>
          <p14:tracePt t="82154" x="9604375" y="4735513"/>
          <p14:tracePt t="82171" x="9588500" y="4818063"/>
          <p14:tracePt t="82188" x="9555163" y="4884738"/>
          <p14:tracePt t="82205" x="9537700" y="4959350"/>
          <p14:tracePt t="82221" x="9537700" y="4992688"/>
          <p14:tracePt t="82238" x="9537700" y="5008563"/>
          <p14:tracePt t="82255" x="9537700" y="5041900"/>
          <p14:tracePt t="82271" x="9620250" y="5057775"/>
          <p14:tracePt t="82288" x="9694863" y="5075238"/>
          <p14:tracePt t="82305" x="9779000" y="5091113"/>
          <p14:tracePt t="82321" x="9828213" y="5108575"/>
          <p14:tracePt t="82338" x="9877425" y="5124450"/>
          <p14:tracePt t="82354" x="9894888" y="5124450"/>
          <p14:tracePt t="82371" x="9910763" y="5124450"/>
          <p14:tracePt t="82771" x="10018713" y="5041900"/>
          <p14:tracePt t="82788" x="10209213" y="4884738"/>
          <p14:tracePt t="82805" x="10425113" y="4735513"/>
          <p14:tracePt t="82821" x="10666413" y="4576763"/>
          <p14:tracePt t="82838" x="10790238" y="4511675"/>
          <p14:tracePt t="82855" x="10890250" y="4460875"/>
          <p14:tracePt t="82871" x="10939463" y="4437063"/>
          <p14:tracePt t="82888" x="10956925" y="4437063"/>
          <p14:tracePt t="82932" x="10939463" y="4437063"/>
          <p14:tracePt t="82940" x="10906125" y="4437063"/>
          <p14:tracePt t="82955" x="10856913" y="4437063"/>
          <p14:tracePt t="82971" x="10741025" y="4437063"/>
          <p14:tracePt t="82988" x="10533063" y="4460875"/>
          <p14:tracePt t="83005" x="10185400" y="4511675"/>
          <p14:tracePt t="83021" x="9861550" y="4545013"/>
          <p14:tracePt t="83038" x="9264650" y="4594225"/>
          <p14:tracePt t="83055" x="8799513" y="4594225"/>
          <p14:tracePt t="83071" x="7845425" y="4594225"/>
          <p14:tracePt t="83088" x="7240588" y="4576763"/>
          <p14:tracePt t="83105" x="6900863" y="4527550"/>
          <p14:tracePt t="83121" x="6592888" y="4460875"/>
          <p14:tracePt t="83138" x="6419850" y="4403725"/>
          <p14:tracePt t="83154" x="6303963" y="4352925"/>
          <p14:tracePt t="83171" x="6237288" y="4321175"/>
          <p14:tracePt t="83188" x="6211888" y="4303713"/>
          <p14:tracePt t="83205" x="6196013" y="4287838"/>
          <p14:tracePt t="83221" x="6196013" y="4270375"/>
          <p14:tracePt t="83238" x="6196013" y="4254500"/>
          <p14:tracePt t="83254" x="6196013" y="4237038"/>
          <p14:tracePt t="83271" x="6196013" y="4203700"/>
          <p14:tracePt t="83288" x="6196013" y="4129088"/>
          <p14:tracePt t="83305" x="6253163" y="4030663"/>
          <p14:tracePt t="83321" x="6369050" y="3840163"/>
          <p14:tracePt t="83338" x="6592888" y="3665538"/>
          <p14:tracePt t="83355" x="6916738" y="3467100"/>
          <p14:tracePt t="83371" x="7381875" y="3275013"/>
          <p14:tracePt t="83388" x="7912100" y="3117850"/>
          <p14:tracePt t="83405" x="8393113" y="3001963"/>
          <p14:tracePt t="83421" x="8699500" y="2952750"/>
          <p14:tracePt t="83438" x="9023350" y="2911475"/>
          <p14:tracePt t="83454" x="9182100" y="2894013"/>
          <p14:tracePt t="83471" x="9297988" y="2860675"/>
          <p14:tracePt t="83488" x="9363075" y="2860675"/>
          <p14:tracePt t="83505" x="9380538" y="2844800"/>
          <p14:tracePt t="83521" x="9421813" y="2844800"/>
          <p14:tracePt t="83538" x="9455150" y="2844800"/>
          <p14:tracePt t="83555" x="9488488" y="2844800"/>
          <p14:tracePt t="83571" x="9555163" y="2844800"/>
          <p14:tracePt t="83588" x="9653588" y="2844800"/>
          <p14:tracePt t="83605" x="9761538" y="2844800"/>
          <p14:tracePt t="83621" x="9894888" y="2844800"/>
          <p14:tracePt t="83638" x="10018713" y="2844800"/>
          <p14:tracePt t="83655" x="10085388" y="2844800"/>
          <p14:tracePt t="83671" x="10101263" y="2844800"/>
          <p14:tracePt t="83688" x="10118725" y="2844800"/>
          <p14:tracePt t="83747" x="10101263" y="2844800"/>
          <p14:tracePt t="83770" x="10085388" y="2844800"/>
          <p14:tracePt t="83854" x="10085388" y="2860675"/>
          <p14:tracePt t="83871" x="10134600" y="2911475"/>
          <p14:tracePt t="83888" x="10242550" y="3017838"/>
          <p14:tracePt t="83905" x="10375900" y="3117850"/>
          <p14:tracePt t="83921" x="10458450" y="3192463"/>
          <p14:tracePt t="83938" x="10550525" y="3259138"/>
          <p14:tracePt t="83955" x="10599738" y="3292475"/>
          <p14:tracePt t="83971" x="10633075" y="3292475"/>
          <p14:tracePt t="83988" x="10648950" y="3308350"/>
          <p14:tracePt t="84021" x="10648950" y="3325813"/>
          <p14:tracePt t="84038" x="10615613" y="3341688"/>
          <p14:tracePt t="84055" x="10533063" y="3390900"/>
          <p14:tracePt t="84071" x="10358438" y="3467100"/>
          <p14:tracePt t="84088" x="10152063" y="3549650"/>
          <p14:tracePt t="84105" x="10018713" y="3598863"/>
          <p14:tracePt t="84121" x="9877425" y="3632200"/>
          <p14:tracePt t="84138" x="9828213" y="3665538"/>
          <p14:tracePt t="84155" x="9812338" y="3665538"/>
          <p14:tracePt t="84192" x="9828213" y="3665538"/>
          <p14:tracePt t="84205" x="9877425" y="3665538"/>
          <p14:tracePt t="84221" x="10101263" y="3665538"/>
          <p14:tracePt t="84238" x="10409238" y="3665538"/>
          <p14:tracePt t="84255" x="10648950" y="3665538"/>
          <p14:tracePt t="84271" x="10823575" y="3690938"/>
          <p14:tracePt t="84288" x="10939463" y="3690938"/>
          <p14:tracePt t="84305" x="10988675" y="3690938"/>
          <p14:tracePt t="84321" x="11014075" y="3706813"/>
          <p14:tracePt t="84338" x="11014075" y="3740150"/>
          <p14:tracePt t="84355" x="10956925" y="3773488"/>
          <p14:tracePt t="84371" x="10856913" y="3822700"/>
          <p14:tracePt t="84388" x="10699750" y="3889375"/>
          <p14:tracePt t="84405" x="10533063" y="3963988"/>
          <p14:tracePt t="84421" x="10409238" y="3979863"/>
          <p14:tracePt t="84438" x="10309225" y="4013200"/>
          <p14:tracePt t="84454" x="10226675" y="4030663"/>
          <p14:tracePt t="84471" x="10209213" y="4046538"/>
          <p14:tracePt t="84488" x="10185400" y="4046538"/>
          <p14:tracePt t="84555" x="10209213" y="4046538"/>
          <p14:tracePt t="84571" x="10242550" y="4064000"/>
          <p14:tracePt t="84588" x="10499725" y="4064000"/>
          <p14:tracePt t="84605" x="10682288" y="4064000"/>
          <p14:tracePt t="84621" x="10872788" y="4064000"/>
          <p14:tracePt t="84638" x="11080750" y="4064000"/>
          <p14:tracePt t="84655" x="11214100" y="4064000"/>
          <p14:tracePt t="84671" x="11320463" y="4079875"/>
          <p14:tracePt t="84688" x="11353800" y="4079875"/>
          <p14:tracePt t="84705" x="11371263" y="4079875"/>
          <p14:tracePt t="84775" x="11353800" y="4079875"/>
          <p14:tracePt t="85056" x="11337925" y="4079875"/>
          <p14:tracePt t="85404" x="11320463" y="4079875"/>
          <p14:tracePt t="85422" x="11180763" y="4046538"/>
          <p14:tracePt t="85438" x="11031538" y="3979863"/>
          <p14:tracePt t="85455" x="10872788" y="3889375"/>
          <p14:tracePt t="85471" x="10648950" y="3773488"/>
          <p14:tracePt t="85488" x="10409238" y="3632200"/>
          <p14:tracePt t="85505" x="10325100" y="3565525"/>
          <p14:tracePt t="85521" x="10226675" y="3516313"/>
          <p14:tracePt t="85538" x="10152063" y="3482975"/>
          <p14:tracePt t="85555" x="10085388" y="3408363"/>
          <p14:tracePt t="85571" x="10018713" y="3359150"/>
          <p14:tracePt t="85588" x="9928225" y="3275013"/>
          <p14:tracePt t="85604" x="9877425" y="3225800"/>
          <p14:tracePt t="85621" x="9828213" y="3167063"/>
          <p14:tracePt t="85638" x="9794875" y="3135313"/>
          <p14:tracePt t="85655" x="9779000" y="3101975"/>
          <p14:tracePt t="85671" x="9779000" y="3084513"/>
          <p14:tracePt t="85688" x="9761538" y="2968625"/>
          <p14:tracePt t="85705" x="9761538" y="2935288"/>
          <p14:tracePt t="85721" x="9761538" y="2811463"/>
          <p14:tracePt t="85738" x="9761538" y="2794000"/>
          <p14:tracePt t="85755" x="9812338" y="2744788"/>
          <p14:tracePt t="85771" x="9894888" y="2728913"/>
          <p14:tracePt t="85788" x="9985375" y="2728913"/>
          <p14:tracePt t="85805" x="10085388" y="2728913"/>
          <p14:tracePt t="85821" x="10242550" y="2728913"/>
          <p14:tracePt t="85838" x="10342563" y="2744788"/>
          <p14:tracePt t="85854" x="10391775" y="2744788"/>
          <p14:tracePt t="85871" x="10483850" y="2760663"/>
          <p14:tracePt t="85888" x="10517188" y="2778125"/>
          <p14:tracePt t="85906" x="10533063" y="2778125"/>
          <p14:tracePt t="85921" x="10533063" y="2794000"/>
          <p14:tracePt t="85938" x="10533063" y="2894013"/>
          <p14:tracePt t="85955" x="10533063" y="3051175"/>
          <p14:tracePt t="85971" x="10517188" y="3241675"/>
          <p14:tracePt t="85988" x="10458450" y="3408363"/>
          <p14:tracePt t="86005" x="10391775" y="3565525"/>
          <p14:tracePt t="86021" x="10342563" y="3648075"/>
          <p14:tracePt t="86038" x="10309225" y="3740150"/>
          <p14:tracePt t="86055" x="10293350" y="3789363"/>
          <p14:tracePt t="86071" x="10275888" y="3806825"/>
          <p14:tracePt t="86104" x="10275888" y="3822700"/>
          <p14:tracePt t="86447" x="10260013" y="3822700"/>
          <p14:tracePt t="86455" x="10226675" y="3822700"/>
          <p14:tracePt t="86472" x="10185400" y="3822700"/>
          <p14:tracePt t="86488" x="10134600" y="3856038"/>
          <p14:tracePt t="86505" x="10069513" y="3871913"/>
          <p14:tracePt t="86521" x="10052050" y="3889375"/>
          <p14:tracePt t="86538" x="10036175" y="3889375"/>
          <p14:tracePt t="86618" x="10036175" y="3871913"/>
          <p14:tracePt t="86637" x="10036175" y="3856038"/>
          <p14:tracePt t="86655" x="10036175" y="3840163"/>
          <p14:tracePt t="86940" x="10018713" y="3840163"/>
          <p14:tracePt t="86955" x="9969500" y="3840163"/>
          <p14:tracePt t="86970" x="9779000" y="3840163"/>
          <p14:tracePt t="86988" x="9555163" y="3822700"/>
          <p14:tracePt t="87005" x="9197975" y="3822700"/>
          <p14:tracePt t="87021" x="8699500" y="3822700"/>
          <p14:tracePt t="87038" x="8251825" y="3822700"/>
          <p14:tracePt t="87055" x="7978775" y="3822700"/>
          <p14:tracePt t="87071" x="7705725" y="3822700"/>
          <p14:tracePt t="87088" x="7588250" y="3840163"/>
          <p14:tracePt t="87105" x="7546975" y="3856038"/>
          <p14:tracePt t="87121" x="7497763" y="3856038"/>
          <p14:tracePt t="87138" x="7448550" y="3806825"/>
          <p14:tracePt t="87354" x="7415213" y="3806825"/>
          <p14:tracePt t="87371" x="7348538" y="3856038"/>
          <p14:tracePt t="87388" x="7224713" y="3946525"/>
          <p14:tracePt t="87405" x="7042150" y="4030663"/>
          <p14:tracePt t="87421" x="6692900" y="4179888"/>
          <p14:tracePt t="87438" x="6453188" y="4270375"/>
          <p14:tracePt t="87455" x="6162675" y="4321175"/>
          <p14:tracePt t="87471" x="5921375" y="4386263"/>
          <p14:tracePt t="87488" x="5681663" y="4437063"/>
          <p14:tracePt t="87504" x="5499100" y="4511675"/>
          <p14:tracePt t="87521" x="5341938" y="4560888"/>
          <p14:tracePt t="87538" x="5208588" y="4610100"/>
          <p14:tracePt t="87555" x="5067300" y="4643438"/>
          <p14:tracePt t="87571" x="4935538" y="4694238"/>
          <p14:tracePt t="87588" x="4843463" y="4718050"/>
          <p14:tracePt t="87604" x="4711700" y="4751388"/>
          <p14:tracePt t="87621" x="4586288" y="4768850"/>
          <p14:tracePt t="87638" x="4470400" y="4802188"/>
          <p14:tracePt t="87655" x="4362450" y="4818063"/>
          <p14:tracePt t="87671" x="4229100" y="4833938"/>
          <p14:tracePt t="87688" x="4089400" y="4851400"/>
          <p14:tracePt t="87705" x="3922713" y="4867275"/>
          <p14:tracePt t="87721" x="3748088" y="4867275"/>
          <p14:tracePt t="87738" x="3541713" y="4867275"/>
          <p14:tracePt t="87754" x="3359150" y="4867275"/>
          <p14:tracePt t="87771" x="3201988" y="4867275"/>
          <p14:tracePt t="87788" x="3027363" y="4867275"/>
          <p14:tracePt t="87805" x="2811463" y="4867275"/>
          <p14:tracePt t="87821" x="2603500" y="4867275"/>
          <p14:tracePt t="87838" x="2463800" y="4867275"/>
          <p14:tracePt t="87855" x="2281238" y="4833938"/>
          <p14:tracePt t="87871" x="2189163" y="4818063"/>
          <p14:tracePt t="87888" x="2073275" y="4802188"/>
          <p14:tracePt t="87905" x="1965325" y="4802188"/>
          <p14:tracePt t="87921" x="1866900" y="4784725"/>
          <p14:tracePt t="87938" x="1782763" y="4768850"/>
          <p14:tracePt t="87955" x="1674813" y="4694238"/>
          <p14:tracePt t="88171" x="1658938" y="4694238"/>
          <p14:tracePt t="88188" x="1609725" y="4718050"/>
          <p14:tracePt t="88205" x="1525588" y="4784725"/>
          <p14:tracePt t="88221" x="1401763" y="4884738"/>
          <p14:tracePt t="88238" x="1285875" y="5008563"/>
          <p14:tracePt t="88255" x="1219200" y="5108575"/>
          <p14:tracePt t="88271" x="1160463" y="5191125"/>
          <p14:tracePt t="88288" x="1144588" y="5281613"/>
          <p14:tracePt t="88305" x="1128713" y="5314950"/>
          <p14:tracePt t="88321" x="1128713" y="5348288"/>
          <p14:tracePt t="88338" x="1128713" y="5432425"/>
          <p14:tracePt t="88355" x="1160463" y="5622925"/>
          <p14:tracePt t="88371" x="1252538" y="5846763"/>
          <p14:tracePt t="88388" x="1319213" y="6019800"/>
          <p14:tracePt t="88405" x="1384300" y="6153150"/>
          <p14:tracePt t="88421" x="1435100" y="6227763"/>
          <p14:tracePt t="88438" x="1450975" y="6261100"/>
          <p14:tracePt t="88454" x="1450975" y="6276975"/>
          <p14:tracePt t="88471" x="1476375" y="6276975"/>
          <p14:tracePt t="88588" x="1492250" y="6261100"/>
          <p14:tracePt t="88605" x="1558925" y="6227763"/>
          <p14:tracePt t="88621" x="1592263" y="6202363"/>
          <p14:tracePt t="88638" x="1625600" y="6202363"/>
          <p14:tracePt t="88655" x="1641475" y="6202363"/>
          <p14:tracePt t="88687" x="1658938" y="6202363"/>
          <p14:tracePt t="88704" x="1766888" y="6202363"/>
          <p14:tracePt t="88721" x="1916113" y="6243638"/>
          <p14:tracePt t="88738" x="2090738" y="6294438"/>
          <p14:tracePt t="88755" x="2122488" y="6294438"/>
          <p14:tracePt t="88771" x="2263775" y="6327775"/>
          <p14:tracePt t="88788" x="2363788" y="6343650"/>
          <p14:tracePt t="88804" x="2463800" y="6343650"/>
          <p14:tracePt t="88821" x="2603500" y="6343650"/>
          <p14:tracePt t="88838" x="2770188" y="6327775"/>
          <p14:tracePt t="88854" x="2978150" y="6310313"/>
          <p14:tracePt t="88871" x="3184525" y="6261100"/>
          <p14:tracePt t="88888" x="3392488" y="6227763"/>
          <p14:tracePt t="88905" x="3598863" y="6169025"/>
          <p14:tracePt t="88921" x="3856038" y="6103938"/>
          <p14:tracePt t="88938" x="4089400" y="6037263"/>
          <p14:tracePt t="88955" x="4313238" y="5988050"/>
          <p14:tracePt t="88971" x="4503738" y="5945188"/>
          <p14:tracePt t="88988" x="4603750" y="5929313"/>
          <p14:tracePt t="89004" x="4694238" y="5911850"/>
          <p14:tracePt t="89021" x="4743450" y="5895975"/>
          <p14:tracePt t="89038" x="4760913" y="5895975"/>
          <p14:tracePt t="89054" x="4760913" y="5880100"/>
          <p14:tracePt t="89072" x="4743450" y="5880100"/>
          <p14:tracePt t="89088" x="4678363" y="5895975"/>
          <p14:tracePt t="89105" x="4537075" y="5962650"/>
          <p14:tracePt t="89121" x="4329113" y="6037263"/>
          <p14:tracePt t="89138" x="4089400" y="6103938"/>
          <p14:tracePt t="89155" x="3732213" y="6153150"/>
          <p14:tracePt t="89171" x="3359150" y="6169025"/>
          <p14:tracePt t="89188" x="3027363" y="6169025"/>
          <p14:tracePt t="89204" x="2795588" y="6169025"/>
          <p14:tracePt t="89221" x="2538413" y="6169025"/>
          <p14:tracePt t="89238" x="2314575" y="6186488"/>
          <p14:tracePt t="89255" x="2106613" y="6186488"/>
          <p14:tracePt t="89271" x="1916113" y="6186488"/>
          <p14:tracePt t="89288" x="1816100" y="6186488"/>
          <p14:tracePt t="89305" x="1749425" y="6186488"/>
          <p14:tracePt t="89321" x="1658938" y="6186488"/>
          <p14:tracePt t="89338" x="1609725" y="6169025"/>
          <p14:tracePt t="89354" x="1558925" y="6169025"/>
          <p14:tracePt t="89371" x="1509713" y="6153150"/>
          <p14:tracePt t="89388" x="1450975" y="6119813"/>
          <p14:tracePt t="89404" x="1384300" y="6103938"/>
          <p14:tracePt t="89421" x="1335088" y="6070600"/>
          <p14:tracePt t="89438" x="1301750" y="6053138"/>
          <p14:tracePt t="89455" x="1301750" y="6037263"/>
          <p14:tracePt t="89471" x="1285875" y="6037263"/>
          <p14:tracePt t="89488" x="1285875" y="6019800"/>
          <p14:tracePt t="89505" x="1285875" y="6003925"/>
          <p14:tracePt t="89537" x="1268413" y="5988050"/>
          <p14:tracePt t="89570" x="1268413" y="5962650"/>
          <p14:tracePt t="89588" x="1235075" y="5929313"/>
          <p14:tracePt t="89605" x="1203325" y="5895975"/>
          <p14:tracePt t="89621" x="1160463" y="5862638"/>
          <p14:tracePt t="89638" x="1111250" y="5813425"/>
          <p14:tracePt t="89655" x="1062038" y="5795963"/>
          <p14:tracePt t="89671" x="1028700" y="5762625"/>
          <p14:tracePt t="89688" x="995363" y="5746750"/>
          <p14:tracePt t="89704" x="977900" y="5730875"/>
          <p14:tracePt t="89721" x="920750" y="5705475"/>
          <p14:tracePt t="89738" x="871538" y="5688013"/>
          <p14:tracePt t="89755" x="754063" y="5638800"/>
          <p14:tracePt t="89771" x="704850" y="5589588"/>
          <p14:tracePt t="89788" x="647700" y="5556250"/>
          <p14:tracePt t="89805" x="614363" y="5538788"/>
          <p14:tracePt t="89821" x="596900" y="5507038"/>
          <p14:tracePt t="89838" x="596900" y="5489575"/>
          <p14:tracePt t="89855" x="581025" y="5448300"/>
          <p14:tracePt t="89871" x="581025" y="5399088"/>
          <p14:tracePt t="89888" x="581025" y="5348288"/>
          <p14:tracePt t="89905" x="563563" y="5299075"/>
          <p14:tracePt t="89921" x="563563" y="5265738"/>
          <p14:tracePt t="89938" x="563563" y="5175250"/>
          <p14:tracePt t="89955" x="563563" y="5108575"/>
          <p14:tracePt t="89971" x="647700" y="4992688"/>
          <p14:tracePt t="89988" x="771525" y="4867275"/>
          <p14:tracePt t="90004" x="920750" y="4751388"/>
          <p14:tracePt t="90021" x="1160463" y="4627563"/>
          <p14:tracePt t="90038" x="1417638" y="4560888"/>
          <p14:tracePt t="90055" x="1641475" y="4545013"/>
          <p14:tracePt t="90071" x="1898650" y="4511675"/>
          <p14:tracePt t="90088" x="2139950" y="4511675"/>
          <p14:tracePt t="90104" x="2330450" y="4511675"/>
          <p14:tracePt t="90121" x="2463800" y="4511675"/>
          <p14:tracePt t="90138" x="2554288" y="4511675"/>
          <p14:tracePt t="90154" x="2687638" y="4527550"/>
          <p14:tracePt t="90171" x="2811463" y="4545013"/>
          <p14:tracePt t="90188" x="2944813" y="4594225"/>
          <p14:tracePt t="90204" x="3117850" y="4643438"/>
          <p14:tracePt t="90221" x="3284538" y="4718050"/>
          <p14:tracePt t="90238" x="3408363" y="4768850"/>
          <p14:tracePt t="90255" x="3508375" y="4802188"/>
          <p14:tracePt t="90271" x="3557588" y="4833938"/>
          <p14:tracePt t="90288" x="3582988" y="4833938"/>
          <p14:tracePt t="90304" x="3598863" y="4851400"/>
          <p14:tracePt t="90321" x="3616325" y="4867275"/>
          <p14:tracePt t="90338" x="3616325" y="4900613"/>
          <p14:tracePt t="90354" x="3598863" y="4933950"/>
          <p14:tracePt t="90371" x="3524250" y="5008563"/>
          <p14:tracePt t="90388" x="3392488" y="5091113"/>
          <p14:tracePt t="90404" x="3251200" y="5157788"/>
          <p14:tracePt t="90421" x="3086100" y="5216525"/>
          <p14:tracePt t="90438" x="2894013" y="5249863"/>
          <p14:tracePt t="90454" x="2703513" y="5249863"/>
          <p14:tracePt t="90471" x="2497138" y="5232400"/>
          <p14:tracePt t="90488" x="2330450" y="5175250"/>
          <p14:tracePt t="90505" x="2222500" y="5124450"/>
          <p14:tracePt t="90521" x="2090738" y="5057775"/>
          <p14:tracePt t="90538" x="2006600" y="5008563"/>
          <p14:tracePt t="90555" x="1898650" y="4959350"/>
          <p14:tracePt t="90571" x="1849438" y="4900613"/>
          <p14:tracePt t="90588" x="1800225" y="4867275"/>
          <p14:tracePt t="90605" x="1782763" y="4851400"/>
          <p14:tracePt t="90621" x="1766888" y="4833938"/>
          <p14:tracePt t="90687" x="1800225" y="4818063"/>
          <p14:tracePt t="90705" x="1866900" y="4818063"/>
          <p14:tracePt t="90721" x="2039938" y="4802188"/>
          <p14:tracePt t="90738" x="2222500" y="4784725"/>
          <p14:tracePt t="90754" x="2636838" y="4768850"/>
          <p14:tracePt t="90771" x="3117850" y="4768850"/>
          <p14:tracePt t="90788" x="3632200" y="4768850"/>
          <p14:tracePt t="90805" x="3989388" y="4768850"/>
          <p14:tracePt t="90821" x="4246563" y="4784725"/>
          <p14:tracePt t="90838" x="4537075" y="4802188"/>
          <p14:tracePt t="90855" x="4660900" y="4833938"/>
          <p14:tracePt t="90871" x="4694238" y="4833938"/>
          <p14:tracePt t="90888" x="4760913" y="4851400"/>
          <p14:tracePt t="90905" x="4794250" y="4867275"/>
          <p14:tracePt t="90921" x="4827588" y="4884738"/>
          <p14:tracePt t="90938" x="4860925" y="4884738"/>
          <p14:tracePt t="90955" x="4876800" y="4900613"/>
          <p14:tracePt t="90987" x="4876800" y="4918075"/>
          <p14:tracePt t="91004" x="4810125" y="4975225"/>
          <p14:tracePt t="91021" x="4727575" y="5008563"/>
          <p14:tracePt t="91038" x="4421188" y="5091113"/>
          <p14:tracePt t="91055" x="3665538" y="5216525"/>
          <p14:tracePt t="91071" x="3101975" y="5265738"/>
          <p14:tracePt t="91088" x="2795588" y="5281613"/>
          <p14:tracePt t="91105" x="2446338" y="5348288"/>
          <p14:tracePt t="91121" x="2314575" y="5365750"/>
          <p14:tracePt t="91138" x="2139950" y="5399088"/>
          <p14:tracePt t="91155" x="2039938" y="5432425"/>
          <p14:tracePt t="91171" x="1916113" y="5473700"/>
          <p14:tracePt t="91188" x="1833563" y="5522913"/>
          <p14:tracePt t="91205" x="1766888" y="5556250"/>
          <p14:tracePt t="91221" x="1674813" y="5589588"/>
          <p14:tracePt t="91238" x="1592263" y="5622925"/>
          <p14:tracePt t="91255" x="1476375" y="5656263"/>
          <p14:tracePt t="91271" x="1352550" y="5688013"/>
          <p14:tracePt t="91288" x="1252538" y="5705475"/>
          <p14:tracePt t="91305" x="1144588" y="5730875"/>
          <p14:tracePt t="91321" x="1111250" y="5730875"/>
          <p14:tracePt t="91338" x="1077913" y="5730875"/>
          <p14:tracePt t="91354" x="1044575" y="5730875"/>
          <p14:tracePt t="91371" x="1044575" y="5746750"/>
          <p14:tracePt t="91404" x="1028700" y="5746750"/>
          <p14:tracePt t="91490" x="1044575" y="5746750"/>
          <p14:tracePt t="91520" x="1062038" y="5746750"/>
          <p14:tracePt t="91538" x="1077913" y="5746750"/>
          <p14:tracePt t="91555" x="1111250" y="5746750"/>
          <p14:tracePt t="91571" x="1177925" y="5762625"/>
          <p14:tracePt t="91588" x="1252538" y="5780088"/>
          <p14:tracePt t="91605" x="1352550" y="5795963"/>
          <p14:tracePt t="91621" x="1435100" y="5795963"/>
          <p14:tracePt t="91638" x="1509713" y="5795963"/>
          <p14:tracePt t="91655" x="1576388" y="5795963"/>
          <p14:tracePt t="91671" x="1609725" y="5795963"/>
          <p14:tracePt t="91688" x="1625600" y="5795963"/>
          <p14:tracePt t="91705" x="1641475" y="5795963"/>
          <p14:tracePt t="91721" x="1658938" y="5795963"/>
          <p14:tracePt t="91738" x="1692275" y="5795963"/>
          <p14:tracePt t="91754" x="1782763" y="5795963"/>
          <p14:tracePt t="91771" x="1882775" y="5795963"/>
          <p14:tracePt t="91788" x="2006600" y="5813425"/>
          <p14:tracePt t="91805" x="2090738" y="5813425"/>
          <p14:tracePt t="91821" x="2189163" y="5813425"/>
          <p14:tracePt t="91838" x="2263775" y="5813425"/>
          <p14:tracePt t="91855" x="2314575" y="5813425"/>
          <p14:tracePt t="91871" x="2330450" y="5813425"/>
          <p14:tracePt t="91888" x="2347913" y="5813425"/>
          <p14:tracePt t="91920" x="2363788" y="5813425"/>
          <p14:tracePt t="91970" x="2379663" y="5813425"/>
          <p14:tracePt t="92440" x="2397125" y="5813425"/>
          <p14:tracePt t="92455" x="2430463" y="5813425"/>
          <p14:tracePt t="92471" x="2479675" y="5813425"/>
          <p14:tracePt t="92488" x="2538413" y="5829300"/>
          <p14:tracePt t="92505" x="2571750" y="5829300"/>
          <p14:tracePt t="92521" x="2603500" y="5829300"/>
          <p14:tracePt t="92538" x="2636838" y="5846763"/>
          <p14:tracePt t="92555" x="2654300" y="5846763"/>
          <p14:tracePt t="92571" x="2670175" y="5846763"/>
          <p14:tracePt t="92588" x="2687638" y="5846763"/>
          <p14:tracePt t="92604" x="2703513" y="5846763"/>
          <p14:tracePt t="92621" x="2736850" y="5846763"/>
          <p14:tracePt t="92638" x="2770188" y="5846763"/>
          <p14:tracePt t="92654" x="2811463" y="5846763"/>
          <p14:tracePt t="92671" x="2828925" y="5846763"/>
          <p14:tracePt t="92688" x="2860675" y="5846763"/>
          <p14:tracePt t="92720" x="2878138" y="5846763"/>
          <p14:tracePt t="92754" x="2894013" y="5846763"/>
          <p14:tracePt t="92787" x="2927350" y="5846763"/>
          <p14:tracePt t="92805" x="2944813" y="5846763"/>
          <p14:tracePt t="92821" x="2994025" y="5846763"/>
          <p14:tracePt t="92838" x="3052763" y="5846763"/>
          <p14:tracePt t="92854" x="3117850" y="5846763"/>
          <p14:tracePt t="92871" x="3184525" y="5829300"/>
          <p14:tracePt t="92888" x="3267075" y="5813425"/>
          <p14:tracePt t="92905" x="3375025" y="5813425"/>
          <p14:tracePt t="92921" x="3408363" y="5795963"/>
          <p14:tracePt t="92938" x="3441700" y="5795963"/>
          <p14:tracePt t="92954" x="3459163" y="5795963"/>
          <p14:tracePt t="92971" x="3475038" y="5795963"/>
          <p14:tracePt t="92988" x="3492500" y="5795963"/>
          <p14:tracePt t="93005" x="3508375" y="5795963"/>
          <p14:tracePt t="93021" x="3524250" y="5795963"/>
          <p14:tracePt t="93038" x="3582988" y="5795963"/>
          <p14:tracePt t="93054" x="3632200" y="5795963"/>
          <p14:tracePt t="93071" x="3698875" y="5795963"/>
          <p14:tracePt t="93088" x="3748088" y="5795963"/>
          <p14:tracePt t="93104" x="3814763" y="5795963"/>
          <p14:tracePt t="93121" x="3873500" y="5795963"/>
          <p14:tracePt t="93138" x="3922713" y="5795963"/>
          <p14:tracePt t="93154" x="3973513" y="5795963"/>
          <p14:tracePt t="93171" x="3989388" y="5795963"/>
          <p14:tracePt t="93188" x="4005263" y="5795963"/>
          <p14:tracePt t="93220" x="4022725" y="5795963"/>
          <p14:tracePt t="93837" x="4038600" y="5795963"/>
          <p14:tracePt t="93855" x="4179888" y="5795963"/>
          <p14:tracePt t="93871" x="4346575" y="5795963"/>
          <p14:tracePt t="93888" x="4727575" y="5795963"/>
          <p14:tracePt t="93905" x="5018088" y="5829300"/>
          <p14:tracePt t="93921" x="5224463" y="5829300"/>
          <p14:tracePt t="93938" x="5391150" y="5846763"/>
          <p14:tracePt t="93954" x="5465763" y="5862638"/>
          <p14:tracePt t="93971" x="5499100" y="5862638"/>
          <p14:tracePt t="93988" x="5514975" y="5862638"/>
          <p14:tracePt t="94047" x="5499100" y="5862638"/>
          <p14:tracePt t="94337" x="5357813" y="5862638"/>
          <p14:tracePt t="94354" x="5257800" y="5862638"/>
          <p14:tracePt t="94371" x="5033963" y="5813425"/>
          <p14:tracePt t="94388" x="4645025" y="5688013"/>
          <p14:tracePt t="94405" x="3873500" y="5399088"/>
          <p14:tracePt t="94421" x="3235325" y="5041900"/>
          <p14:tracePt t="94438" x="2754313" y="4751388"/>
          <p14:tracePt t="94455" x="2413000" y="4560888"/>
          <p14:tracePt t="94471" x="2206625" y="4460875"/>
          <p14:tracePt t="94488" x="1800225" y="4254500"/>
          <p14:tracePt t="94505" x="1766888" y="4237038"/>
          <p14:tracePt t="94521" x="1492250" y="4079875"/>
          <p14:tracePt t="94538" x="1352550" y="3997325"/>
          <p14:tracePt t="94554" x="1219200" y="3871913"/>
          <p14:tracePt t="94571" x="1062038" y="3740150"/>
          <p14:tracePt t="94588" x="920750" y="3616325"/>
          <p14:tracePt t="94604" x="787400" y="3516313"/>
          <p14:tracePt t="94621" x="688975" y="3433763"/>
          <p14:tracePt t="94638" x="614363" y="3375025"/>
          <p14:tracePt t="94654" x="547688" y="3308350"/>
          <p14:tracePt t="94671" x="514350" y="3292475"/>
          <p14:tracePt t="94688" x="496888" y="3275013"/>
          <p14:tracePt t="94705" x="481013" y="3259138"/>
          <p14:tracePt t="94721" x="465138" y="3259138"/>
          <p14:tracePt t="94821" x="481013" y="3259138"/>
          <p14:tracePt t="94838" x="481013" y="3275013"/>
          <p14:tracePt t="94855" x="496888" y="3275013"/>
          <p14:tracePt t="94871" x="514350" y="3292475"/>
          <p14:tracePt t="94888" x="530225" y="3308350"/>
          <p14:tracePt t="94905" x="614363" y="3341688"/>
          <p14:tracePt t="94921" x="704850" y="3390900"/>
          <p14:tracePt t="94938" x="838200" y="3467100"/>
          <p14:tracePt t="94954" x="920750" y="3516313"/>
          <p14:tracePt t="94971" x="995363" y="3565525"/>
          <p14:tracePt t="94988" x="1044575" y="3598863"/>
          <p14:tracePt t="95005" x="1077913" y="3616325"/>
          <p14:tracePt t="95037" x="1095375" y="3632200"/>
          <p14:tracePt t="95070" x="1111250" y="3648075"/>
          <p14:tracePt t="95088" x="1111250" y="3665538"/>
          <p14:tracePt t="95104" x="1128713" y="3665538"/>
          <p14:tracePt t="95121" x="1128713" y="3690938"/>
          <p14:tracePt t="95154" x="1144588" y="3690938"/>
          <p14:tracePt t="95287" x="1144588" y="3665538"/>
          <p14:tracePt t="95320" x="1144588" y="3648075"/>
          <p14:tracePt t="95354" x="1111250" y="3632200"/>
          <p14:tracePt t="95371" x="1077913" y="3616325"/>
          <p14:tracePt t="95388" x="1044575" y="3616325"/>
          <p14:tracePt t="95405" x="977900" y="3598863"/>
          <p14:tracePt t="95421" x="854075" y="3565525"/>
          <p14:tracePt t="95438" x="820738" y="3532188"/>
          <p14:tracePt t="95455" x="754063" y="3516313"/>
          <p14:tracePt t="95471" x="704850" y="3498850"/>
          <p14:tracePt t="95488" x="688975" y="3482975"/>
          <p14:tracePt t="95554" x="704850" y="3482975"/>
          <p14:tracePt t="95571" x="754063" y="3498850"/>
          <p14:tracePt t="95588" x="804863" y="3516313"/>
          <p14:tracePt t="95604" x="887413" y="3532188"/>
          <p14:tracePt t="95621" x="995363" y="3565525"/>
          <p14:tracePt t="95638" x="1044575" y="3565525"/>
          <p14:tracePt t="95654" x="1177925" y="3598863"/>
          <p14:tracePt t="95671" x="1435100" y="3632200"/>
          <p14:tracePt t="95688" x="1658938" y="3648075"/>
          <p14:tracePt t="95704" x="1882775" y="3665538"/>
          <p14:tracePt t="95721" x="2263775" y="3665538"/>
          <p14:tracePt t="95738" x="2413000" y="3665538"/>
          <p14:tracePt t="95755" x="2795588" y="3665538"/>
          <p14:tracePt t="95771" x="3068638" y="3665538"/>
          <p14:tracePt t="95788" x="3408363" y="3648075"/>
          <p14:tracePt t="95804" x="3649663" y="3632200"/>
          <p14:tracePt t="95821" x="3856038" y="3616325"/>
          <p14:tracePt t="95838" x="3906838" y="3616325"/>
          <p14:tracePt t="95854" x="3989388" y="3616325"/>
          <p14:tracePt t="95871" x="4005263" y="3616325"/>
          <p14:tracePt t="95888" x="4022725" y="3616325"/>
          <p14:tracePt t="96355" x="4038600" y="3616325"/>
          <p14:tracePt t="96371" x="4071938" y="3616325"/>
          <p14:tracePt t="96388" x="4146550" y="3632200"/>
          <p14:tracePt t="96404" x="4262438" y="3690938"/>
          <p14:tracePt t="96421" x="4454525" y="3740150"/>
          <p14:tracePt t="96438" x="4660900" y="3789363"/>
          <p14:tracePt t="96455" x="4876800" y="3822700"/>
          <p14:tracePt t="96471" x="5051425" y="3856038"/>
          <p14:tracePt t="96488" x="5149850" y="3871913"/>
          <p14:tracePt t="96504" x="5241925" y="3871913"/>
          <p14:tracePt t="96521" x="5291138" y="3871913"/>
          <p14:tracePt t="96538" x="5324475" y="3871913"/>
          <p14:tracePt t="96555" x="5391150" y="3889375"/>
          <p14:tracePt t="96571" x="5499100" y="3905250"/>
          <p14:tracePt t="96588" x="5648325" y="3963988"/>
          <p14:tracePt t="96605" x="5921375" y="4046538"/>
          <p14:tracePt t="96621" x="6029325" y="4064000"/>
          <p14:tracePt t="96638" x="6129338" y="4097338"/>
          <p14:tracePt t="96654" x="6196013" y="4113213"/>
          <p14:tracePt t="96671" x="6237288" y="4129088"/>
          <p14:tracePt t="96688" x="6303963" y="4146550"/>
          <p14:tracePt t="96705" x="6337300" y="4146550"/>
          <p14:tracePt t="96721" x="6402388" y="4146550"/>
          <p14:tracePt t="96738" x="6486525" y="4162425"/>
          <p14:tracePt t="96754" x="6592888" y="4179888"/>
          <p14:tracePt t="96771" x="6692900" y="4203700"/>
          <p14:tracePt t="96788" x="6800850" y="4237038"/>
          <p14:tracePt t="96804" x="6934200" y="4254500"/>
          <p14:tracePt t="96821" x="7058025" y="4287838"/>
          <p14:tracePt t="96838" x="7140575" y="4303713"/>
          <p14:tracePt t="96854" x="7207250" y="4321175"/>
          <p14:tracePt t="96871" x="7256463" y="4321175"/>
          <p14:tracePt t="96888" x="7273925" y="4337050"/>
          <p14:tracePt t="96905" x="7315200" y="4337050"/>
          <p14:tracePt t="96921" x="7348538" y="4352925"/>
          <p14:tracePt t="96938" x="7381875" y="4352925"/>
          <p14:tracePt t="97428" x="7381875" y="4370388"/>
          <p14:tracePt t="97438" x="7381875" y="4403725"/>
          <p14:tracePt t="97454" x="7381875" y="4545013"/>
          <p14:tracePt t="97471" x="7381875" y="4718050"/>
          <p14:tracePt t="97488" x="7381875" y="4818063"/>
          <p14:tracePt t="97504" x="7381875" y="4900613"/>
          <p14:tracePt t="97521" x="7381875" y="4933950"/>
          <p14:tracePt t="97538" x="7381875" y="4975225"/>
          <p14:tracePt t="97555" x="7348538" y="4992688"/>
          <p14:tracePt t="97571" x="7299325" y="5026025"/>
          <p14:tracePt t="97588" x="7207250" y="5057775"/>
          <p14:tracePt t="97604" x="7073900" y="5075238"/>
          <p14:tracePt t="97621" x="6883400" y="5108575"/>
          <p14:tracePt t="97638" x="6784975" y="5124450"/>
          <p14:tracePt t="97654" x="6659563" y="5124450"/>
          <p14:tracePt t="97671" x="6592888" y="5141913"/>
          <p14:tracePt t="97688" x="6543675" y="5141913"/>
          <p14:tracePt t="97704" x="6510338" y="5141913"/>
          <p14:tracePt t="97721" x="6486525" y="5157788"/>
          <p14:tracePt t="97738" x="6453188" y="5175250"/>
          <p14:tracePt t="97755" x="6435725" y="5191125"/>
          <p14:tracePt t="97771" x="6402388" y="5216525"/>
          <p14:tracePt t="97788" x="6369050" y="5249863"/>
          <p14:tracePt t="97805" x="6353175" y="5281613"/>
          <p14:tracePt t="97821" x="6319838" y="5332413"/>
          <p14:tracePt t="97838" x="6286500" y="5399088"/>
          <p14:tracePt t="97854" x="6253163" y="5489575"/>
          <p14:tracePt t="97871" x="6237288" y="5538788"/>
          <p14:tracePt t="97888" x="6211888" y="5605463"/>
          <p14:tracePt t="97905" x="6211888" y="5638800"/>
          <p14:tracePt t="97921" x="6211888" y="5705475"/>
          <p14:tracePt t="97938" x="6211888" y="5730875"/>
          <p14:tracePt t="97955" x="6211888" y="5795963"/>
          <p14:tracePt t="97971" x="6211888" y="5813425"/>
          <p14:tracePt t="97988" x="6211888" y="5829300"/>
          <p14:tracePt t="98005" x="6211888" y="5846763"/>
          <p14:tracePt t="98021" x="6211888" y="5862638"/>
          <p14:tracePt t="98120" x="6196013" y="5862638"/>
          <p14:tracePt t="98153" x="6162675" y="5862638"/>
          <p14:tracePt t="98171" x="6145213" y="5862638"/>
          <p14:tracePt t="98188" x="6111875" y="5862638"/>
          <p14:tracePt t="98204" x="6080125" y="5862638"/>
          <p14:tracePt t="98221" x="6046788" y="5846763"/>
          <p14:tracePt t="98238" x="6013450" y="5846763"/>
          <p14:tracePt t="98970" x="6029325" y="5846763"/>
          <p14:tracePt t="98988" x="6096000" y="5846763"/>
          <p14:tracePt t="99004" x="6196013" y="5846763"/>
          <p14:tracePt t="99021" x="6286500" y="5846763"/>
          <p14:tracePt t="99038" x="6386513" y="5846763"/>
          <p14:tracePt t="99054" x="6435725" y="5846763"/>
          <p14:tracePt t="99071" x="6469063" y="5846763"/>
          <p14:tracePt t="99104" x="6486525" y="5846763"/>
          <p14:tracePt t="99121" x="6510338" y="5846763"/>
          <p14:tracePt t="99418" x="6486525" y="5846763"/>
          <p14:tracePt t="99488" x="6469063" y="5846763"/>
          <p14:tracePt t="99504" x="6453188" y="5846763"/>
          <p14:tracePt t="99521" x="6435725" y="5846763"/>
          <p14:tracePt t="99538" x="6386513" y="5846763"/>
          <p14:tracePt t="99555" x="6319838" y="5846763"/>
          <p14:tracePt t="99571" x="6270625" y="5829300"/>
          <p14:tracePt t="99588" x="6211888" y="5813425"/>
          <p14:tracePt t="99604" x="6196013" y="5813425"/>
          <p14:tracePt t="99621" x="6178550" y="5795963"/>
          <p14:tracePt t="99638" x="6162675" y="5795963"/>
          <p14:tracePt t="99671" x="6145213" y="5795963"/>
          <p14:tracePt t="100070" x="6162675" y="5795963"/>
          <p14:tracePt t="100120" x="6178550" y="5813425"/>
          <p14:tracePt t="100138" x="6211888" y="5813425"/>
          <p14:tracePt t="100154" x="6270625" y="5862638"/>
          <p14:tracePt t="100171" x="6319838" y="5880100"/>
          <p14:tracePt t="100188" x="6369050" y="5929313"/>
          <p14:tracePt t="100204" x="6419850" y="5945188"/>
          <p14:tracePt t="100221" x="6435725" y="5962650"/>
          <p14:tracePt t="100238" x="6453188" y="5988050"/>
          <p14:tracePt t="100270" x="6469063" y="5988050"/>
          <p14:tracePt t="100371" x="6486525" y="6003925"/>
          <p14:tracePt t="100404" x="6510338" y="6019800"/>
          <p14:tracePt t="100421" x="6543675" y="6037263"/>
          <p14:tracePt t="100438" x="6577013" y="6053138"/>
          <p14:tracePt t="100454" x="6610350" y="6070600"/>
          <p14:tracePt t="100471" x="6643688" y="6086475"/>
          <p14:tracePt t="100488" x="6677025" y="6103938"/>
          <p14:tracePt t="100504" x="6743700" y="6119813"/>
          <p14:tracePt t="100521" x="6800850" y="6137275"/>
          <p14:tracePt t="100538" x="6867525" y="6169025"/>
          <p14:tracePt t="100554" x="6950075" y="6186488"/>
          <p14:tracePt t="100571" x="6999288" y="6227763"/>
          <p14:tracePt t="100588" x="7042150" y="6227763"/>
          <p14:tracePt t="100604" x="7058025" y="6243638"/>
          <p14:tracePt t="100621" x="7073900" y="6243638"/>
          <p14:tracePt t="100654" x="7091363" y="6243638"/>
          <p14:tracePt t="100671" x="7107238" y="6243638"/>
          <p14:tracePt t="100688" x="7158038" y="6243638"/>
          <p14:tracePt t="100704" x="7256463" y="6227763"/>
          <p14:tracePt t="100721" x="7480300" y="6186488"/>
          <p14:tracePt t="100738" x="7754938" y="6137275"/>
          <p14:tracePt t="100754" x="7978775" y="6103938"/>
          <p14:tracePt t="100771" x="8269288" y="6070600"/>
          <p14:tracePt t="100788" x="8509000" y="6053138"/>
          <p14:tracePt t="100804" x="8850313" y="6019800"/>
          <p14:tracePt t="100821" x="9074150" y="6019800"/>
          <p14:tracePt t="100837" x="9331325" y="6019800"/>
          <p14:tracePt t="100854" x="9471025" y="6003925"/>
          <p14:tracePt t="100871" x="9588500" y="6003925"/>
          <p14:tracePt t="100888" x="9653588" y="5988050"/>
          <p14:tracePt t="100905" x="9694863" y="5988050"/>
          <p14:tracePt t="100921" x="9712325" y="5962650"/>
          <p14:tracePt t="100970" x="9678988" y="5945188"/>
          <p14:tracePt t="100988" x="9521825" y="5929313"/>
          <p14:tracePt t="101004" x="9437688" y="5929313"/>
          <p14:tracePt t="101021" x="9164638" y="5929313"/>
          <p14:tracePt t="101038" x="8990013" y="5929313"/>
          <p14:tracePt t="101054" x="8799513" y="5929313"/>
          <p14:tracePt t="101071" x="8609013" y="5929313"/>
          <p14:tracePt t="101087" x="8393113" y="5945188"/>
          <p14:tracePt t="101104" x="8186738" y="5945188"/>
          <p14:tracePt t="101121" x="8045450" y="5962650"/>
          <p14:tracePt t="101138" x="7945438" y="5988050"/>
          <p14:tracePt t="101154" x="7862888" y="5988050"/>
          <p14:tracePt t="101171" x="7829550" y="5988050"/>
          <p14:tracePt t="101288" x="7896225" y="5988050"/>
          <p14:tracePt t="101304" x="8078788" y="5962650"/>
          <p14:tracePt t="101321" x="8359775" y="5929313"/>
          <p14:tracePt t="101338" x="8732838" y="5880100"/>
          <p14:tracePt t="101354" x="9007475" y="5829300"/>
          <p14:tracePt t="101371" x="9313863" y="5780088"/>
          <p14:tracePt t="101388" x="9521825" y="5730875"/>
          <p14:tracePt t="101404" x="9712325" y="5688013"/>
          <p14:tracePt t="101421" x="9794875" y="5656263"/>
          <p14:tracePt t="101438" x="9877425" y="5638800"/>
          <p14:tracePt t="101454" x="9910763" y="5622925"/>
          <p14:tracePt t="101471" x="9952038" y="5605463"/>
          <p14:tracePt t="101487" x="9969500" y="5605463"/>
          <p14:tracePt t="101504" x="9969500" y="5589588"/>
          <p14:tracePt t="101537" x="9969500" y="5556250"/>
          <p14:tracePt t="101554" x="9969500" y="5522913"/>
          <p14:tracePt t="101571" x="9969500" y="5473700"/>
          <p14:tracePt t="101588" x="9969500" y="5414963"/>
          <p14:tracePt t="101605" x="9952038" y="5365750"/>
          <p14:tracePt t="101621" x="9928225" y="5332413"/>
          <p14:tracePt t="101638" x="9910763" y="5299075"/>
          <p14:tracePt t="101654" x="9894888" y="5281613"/>
          <p14:tracePt t="101671" x="9861550" y="5265738"/>
          <p14:tracePt t="101688" x="9844088" y="5232400"/>
          <p14:tracePt t="101704" x="9812338" y="5216525"/>
          <p14:tracePt t="101721" x="9779000" y="5157788"/>
          <p14:tracePt t="101738" x="9745663" y="5124450"/>
          <p14:tracePt t="101754" x="9694863" y="5075238"/>
          <p14:tracePt t="101771" x="9678988" y="5041900"/>
          <p14:tracePt t="101788" x="9653588" y="5026025"/>
          <p14:tracePt t="101804" x="9653588" y="4992688"/>
          <p14:tracePt t="101821" x="9637713" y="4992688"/>
          <p14:tracePt t="101838" x="9637713" y="4975225"/>
          <p14:tracePt t="101854" x="9620250" y="4959350"/>
          <p14:tracePt t="101871" x="9620250" y="4933950"/>
          <p14:tracePt t="101888" x="9620250" y="4918075"/>
          <p14:tracePt t="101906" x="9620250" y="4900613"/>
          <p14:tracePt t="101921" x="9620250" y="4884738"/>
          <p14:tracePt t="102647" x="9620250" y="4867275"/>
          <p14:tracePt t="102655" x="9620250" y="4851400"/>
          <p14:tracePt t="102671" x="9620250" y="4818063"/>
          <p14:tracePt t="102688" x="9637713" y="4768850"/>
          <p14:tracePt t="102704" x="9678988" y="4694238"/>
          <p14:tracePt t="102721" x="9728200" y="4576763"/>
          <p14:tracePt t="102738" x="9779000" y="4478338"/>
          <p14:tracePt t="102754" x="9828213" y="4352925"/>
          <p14:tracePt t="102771" x="9828213" y="4303713"/>
          <p14:tracePt t="102788" x="9844088" y="4270375"/>
          <p14:tracePt t="102804" x="9844088" y="4237038"/>
          <p14:tracePt t="102821" x="9844088" y="4162425"/>
          <p14:tracePt t="102838" x="9844088" y="4129088"/>
          <p14:tracePt t="102854" x="9844088" y="4079875"/>
          <p14:tracePt t="102871" x="9844088" y="4064000"/>
          <p14:tracePt t="102888" x="9844088" y="4046538"/>
          <p14:tracePt t="102905" x="9844088" y="4030663"/>
          <p14:tracePt t="103544" x="9844088" y="4013200"/>
          <p14:tracePt t="103555" x="9844088" y="3946525"/>
          <p14:tracePt t="103571" x="9844088" y="3722688"/>
          <p14:tracePt t="103588" x="9861550" y="3433763"/>
          <p14:tracePt t="103604" x="9877425" y="3192463"/>
          <p14:tracePt t="103621" x="9894888" y="2894013"/>
          <p14:tracePt t="103638" x="9910763" y="2636838"/>
          <p14:tracePt t="103654" x="9910763" y="2297113"/>
          <p14:tracePt t="103671" x="9910763" y="2024063"/>
          <p14:tracePt t="103688" x="9877425" y="1716088"/>
          <p14:tracePt t="103704" x="9844088" y="1509713"/>
          <p14:tracePt t="103721" x="9828213" y="1350963"/>
          <p14:tracePt t="103738" x="9794875" y="1219200"/>
          <p14:tracePt t="103754" x="9745663" y="1044575"/>
          <p14:tracePt t="103771" x="9694863" y="854075"/>
          <p14:tracePt t="103787" x="9620250" y="671513"/>
          <p14:tracePt t="103804" x="9571038" y="547688"/>
          <p14:tracePt t="103821" x="9537700" y="431800"/>
          <p14:tracePt t="103838" x="9488488" y="306388"/>
          <p14:tracePt t="103854" x="9421813" y="207963"/>
          <p14:tracePt t="103871" x="9396413" y="157163"/>
          <p14:tracePt t="103888" x="9280525" y="33338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오디오 5">
            <a:extLst>
              <a:ext uri="{FF2B5EF4-FFF2-40B4-BE49-F238E27FC236}">
                <a16:creationId xmlns:a16="http://schemas.microsoft.com/office/drawing/2014/main" id="{228E3D26-D93B-8036-D9A8-99BE7A42F9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99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47"/>
    </mc:Choice>
    <mc:Fallback>
      <p:transition spd="slow" advTm="37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1901</Words>
  <Application>Microsoft Macintosh PowerPoint</Application>
  <PresentationFormat>와이드스크린</PresentationFormat>
  <Paragraphs>338</Paragraphs>
  <Slides>17</Slides>
  <Notes>1</Notes>
  <HiddenSlides>0</HiddenSlides>
  <MMClips>17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5" baseType="lpstr">
      <vt:lpstr>맑은 고딕</vt:lpstr>
      <vt:lpstr>G마켓 산스 Medium</vt:lpstr>
      <vt:lpstr>Gmarket Sans Medium</vt:lpstr>
      <vt:lpstr>Arial</vt:lpstr>
      <vt:lpstr>Cambria Math</vt:lpstr>
      <vt:lpstr>Wingdings</vt:lpstr>
      <vt:lpstr>CryptoCraft 테마</vt:lpstr>
      <vt:lpstr>제목 테마</vt:lpstr>
      <vt:lpstr>AIMer전자서명 AVX512 최적화</vt:lpstr>
      <vt:lpstr>0. 프로젝트 구현 목표</vt:lpstr>
      <vt:lpstr>1. Open Quantum Safe 라이브러리</vt:lpstr>
      <vt:lpstr>1. Open Quantum Safe 라이브러리</vt:lpstr>
      <vt:lpstr>2. AIMer 표준화 변경 사항</vt:lpstr>
      <vt:lpstr>3. AIMer AVX2 적용</vt:lpstr>
      <vt:lpstr>4. AIMer 최적화 포인트</vt:lpstr>
      <vt:lpstr>4. AIMer 최적화 포인트</vt:lpstr>
      <vt:lpstr>5. 최적화 구현 방법 - VPCLMULQDQ</vt:lpstr>
      <vt:lpstr>최적화 구현 방법 - VPTERNLOGQ</vt:lpstr>
      <vt:lpstr>최적화 구현 방법 – Keccak(YMM기반 최적화)</vt:lpstr>
      <vt:lpstr>최적화 구현 방법 – Keccak</vt:lpstr>
      <vt:lpstr>최적화 구현 방법 – Keccak state 병렬배치 후 XOR</vt:lpstr>
      <vt:lpstr>최적화 구현 방법 – Keccak Permutation</vt:lpstr>
      <vt:lpstr>6. AVX512 성능결과</vt:lpstr>
      <vt:lpstr>7. 결론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HD</dc:creator>
  <cp:lastModifiedBy>Lee Lee</cp:lastModifiedBy>
  <cp:revision>71</cp:revision>
  <dcterms:created xsi:type="dcterms:W3CDTF">2019-03-05T04:29:07Z</dcterms:created>
  <dcterms:modified xsi:type="dcterms:W3CDTF">2026-06-21T17:53:28Z</dcterms:modified>
</cp:coreProperties>
</file>