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2"/>
  </p:notesMasterIdLst>
  <p:handoutMasterIdLst>
    <p:handoutMasterId r:id="rId13"/>
  </p:handoutMasterIdLst>
  <p:sldIdLst>
    <p:sldId id="269" r:id="rId3"/>
    <p:sldId id="283" r:id="rId4"/>
    <p:sldId id="284" r:id="rId5"/>
    <p:sldId id="280" r:id="rId6"/>
    <p:sldId id="281" r:id="rId7"/>
    <p:sldId id="286" r:id="rId8"/>
    <p:sldId id="287" r:id="rId9"/>
    <p:sldId id="288" r:id="rId10"/>
    <p:sldId id="27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0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2845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  <p:sldLayoutId id="2147483671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Hashcat</a:t>
            </a:r>
            <a:r>
              <a:rPr lang="en-US" altLang="ko-KR" dirty="0"/>
              <a:t> </a:t>
            </a:r>
            <a:r>
              <a:rPr lang="ko-KR" altLang="en-US" dirty="0"/>
              <a:t>연산 검증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송민호</a:t>
            </a:r>
            <a:endParaRPr lang="en-US" altLang="ko-KR" dirty="0"/>
          </a:p>
          <a:p>
            <a:r>
              <a:rPr lang="ko-KR" altLang="en-US" dirty="0"/>
              <a:t>유튜브</a:t>
            </a:r>
            <a:r>
              <a:rPr lang="en-US" altLang="ko-KR"/>
              <a:t>:https://youtu.be/VuGcrSjm8kM</a:t>
            </a:r>
            <a:r>
              <a:rPr lang="ko-KR" altLang="en-US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8667-97BA-942C-BFB4-1BBE2A22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CAB5B-B33D-A798-8B16-B76EEAB6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Hashcat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9F7CB-7B20-352F-D9AC-88F9D295A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정상 작동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CD4A97-0226-4E97-D37C-AD16A0DA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27" y="1838971"/>
            <a:ext cx="5166911" cy="43713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D51943-E943-9270-6B12-D0BE73CC5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64" y="1838970"/>
            <a:ext cx="4426265" cy="437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76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A974-8BF0-E916-EFF8-9D2E1773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AB0B8-34CD-D460-7341-B1373572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28B976-B977-A053-566A-4011984D22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Self-test</a:t>
            </a:r>
            <a:r>
              <a:rPr lang="ko-KR" altLang="en-US" dirty="0"/>
              <a:t>는 </a:t>
            </a:r>
            <a:r>
              <a:rPr lang="en-US" altLang="ko-KR" dirty="0" err="1"/>
              <a:t>hashcat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selftest.c</a:t>
            </a:r>
            <a:r>
              <a:rPr lang="ko-KR" altLang="en-US" dirty="0"/>
              <a:t>에서 진행</a:t>
            </a:r>
            <a:endParaRPr lang="en-US" altLang="ko-KR" dirty="0"/>
          </a:p>
          <a:p>
            <a:r>
              <a:rPr lang="en-US" altLang="ko-KR" dirty="0"/>
              <a:t>Self-test</a:t>
            </a:r>
            <a:r>
              <a:rPr lang="ko-KR" altLang="en-US" dirty="0"/>
              <a:t>는 본 작업을 시작하기 전에 디바이스가 계산을 똑바로 수행하는지 점검하는 과정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Hashcat</a:t>
            </a:r>
            <a:r>
              <a:rPr lang="en-US" altLang="ko-KR" dirty="0"/>
              <a:t> </a:t>
            </a:r>
            <a:r>
              <a:rPr lang="ko-KR" altLang="en-US" dirty="0"/>
              <a:t>실행 시 </a:t>
            </a:r>
            <a:r>
              <a:rPr lang="en-US" altLang="ko-KR" dirty="0"/>
              <a:t>Self-test </a:t>
            </a:r>
            <a:r>
              <a:rPr lang="ko-KR" altLang="en-US" dirty="0"/>
              <a:t>진행</a:t>
            </a:r>
            <a:endParaRPr lang="en-US" altLang="ko-KR" dirty="0"/>
          </a:p>
          <a:p>
            <a:r>
              <a:rPr lang="en-US" altLang="ko-KR" dirty="0"/>
              <a:t>KAT</a:t>
            </a:r>
            <a:r>
              <a:rPr lang="ko-KR" altLang="en-US" dirty="0"/>
              <a:t>을 통해 </a:t>
            </a:r>
            <a:r>
              <a:rPr lang="en-US" altLang="ko-KR" dirty="0"/>
              <a:t>Self-test </a:t>
            </a:r>
            <a:r>
              <a:rPr lang="ko-KR" altLang="en-US" dirty="0"/>
              <a:t>진행</a:t>
            </a:r>
            <a:endParaRPr lang="en-US" altLang="ko-KR" dirty="0"/>
          </a:p>
          <a:p>
            <a:pPr lvl="1"/>
            <a:r>
              <a:rPr lang="en-US" altLang="ko-KR" dirty="0"/>
              <a:t>ST_PASS, ST_HASH	</a:t>
            </a:r>
          </a:p>
          <a:p>
            <a:endParaRPr lang="en-US" altLang="ko-KR" dirty="0"/>
          </a:p>
          <a:p>
            <a:r>
              <a:rPr lang="en-US" altLang="ko-KR" dirty="0"/>
              <a:t>MD5</a:t>
            </a:r>
            <a:r>
              <a:rPr lang="ko-KR" altLang="en-US" dirty="0"/>
              <a:t> 예시</a:t>
            </a:r>
            <a:endParaRPr lang="en-US" altLang="ko-KR" dirty="0"/>
          </a:p>
          <a:p>
            <a:pPr lvl="1"/>
            <a:r>
              <a:rPr lang="en-US" altLang="ko-KR" dirty="0" err="1"/>
              <a:t>Hashcat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/modules/module_00000.c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2832ED-B55F-CA87-D861-FB81AD79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303" y="2570676"/>
            <a:ext cx="4505097" cy="36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3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/>
              <a:t>과정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Process_selftest</a:t>
            </a:r>
            <a:r>
              <a:rPr lang="ko-KR" altLang="en-US" dirty="0" err="1"/>
              <a:t>를</a:t>
            </a:r>
            <a:r>
              <a:rPr lang="ko-KR" altLang="en-US" dirty="0"/>
              <a:t> 통해 </a:t>
            </a:r>
            <a:r>
              <a:rPr lang="en-US" altLang="ko-KR" dirty="0" err="1"/>
              <a:t>init</a:t>
            </a:r>
            <a:r>
              <a:rPr lang="en-US" altLang="ko-KR" dirty="0"/>
              <a:t>, </a:t>
            </a:r>
            <a:r>
              <a:rPr lang="en-US" altLang="ko-KR" dirty="0" err="1"/>
              <a:t>run_kernel</a:t>
            </a:r>
            <a:r>
              <a:rPr lang="en-US" altLang="ko-KR" dirty="0"/>
              <a:t>, cleanup</a:t>
            </a:r>
            <a:r>
              <a:rPr lang="ko-KR" altLang="en-US" dirty="0"/>
              <a:t> 순서대로 진행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init</a:t>
            </a:r>
            <a:r>
              <a:rPr lang="ko-KR" altLang="en-US" dirty="0"/>
              <a:t>은 </a:t>
            </a:r>
            <a:r>
              <a:rPr lang="en-US" altLang="ko-KR" dirty="0"/>
              <a:t>self-test</a:t>
            </a:r>
            <a:r>
              <a:rPr lang="ko-KR" altLang="en-US" dirty="0"/>
              <a:t>용으로 상태를 설정</a:t>
            </a:r>
            <a:endParaRPr lang="en-US" altLang="ko-KR" dirty="0"/>
          </a:p>
          <a:p>
            <a:pPr lvl="1"/>
            <a:r>
              <a:rPr lang="ko-KR" altLang="en-US" dirty="0"/>
              <a:t>실제 해시 목록 대신 </a:t>
            </a:r>
            <a:r>
              <a:rPr lang="en-US" altLang="ko-KR" dirty="0"/>
              <a:t>self-test</a:t>
            </a:r>
            <a:r>
              <a:rPr lang="ko-KR" altLang="en-US" dirty="0"/>
              <a:t>용 해시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run_kernel</a:t>
            </a:r>
            <a:r>
              <a:rPr lang="ko-KR" altLang="en-US" dirty="0"/>
              <a:t>은 실제와 같은 커널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cleanup</a:t>
            </a:r>
            <a:r>
              <a:rPr lang="ko-KR" altLang="en-US" dirty="0"/>
              <a:t>은 결과를 읽음</a:t>
            </a:r>
            <a:endParaRPr lang="en-US" altLang="ko-KR" dirty="0"/>
          </a:p>
          <a:p>
            <a:pPr lvl="1"/>
            <a:r>
              <a:rPr lang="ko-KR" altLang="en-US" dirty="0"/>
              <a:t>이후 설정 초기화</a:t>
            </a:r>
            <a:r>
              <a:rPr lang="en-US" altLang="ko-KR" dirty="0"/>
              <a:t>(</a:t>
            </a:r>
            <a:r>
              <a:rPr lang="ko-KR" altLang="en-US" dirty="0"/>
              <a:t>버퍼 등</a:t>
            </a:r>
            <a:r>
              <a:rPr lang="en-US" altLang="ko-KR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B57B6C-3A95-F39D-BDB2-6C4EDB819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48" y="3211226"/>
            <a:ext cx="5330119" cy="233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9E9A-12AD-22A8-EDA6-8CC1D5A0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7DEA6-BD73-2FC6-8367-923E9347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/>
              <a:t>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5208C-A864-BBDB-7844-D24E01DC41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 err="1"/>
              <a:t>실패시</a:t>
            </a:r>
            <a:r>
              <a:rPr lang="en-US" altLang="ko-KR" dirty="0"/>
              <a:t> (</a:t>
            </a:r>
            <a:r>
              <a:rPr lang="ko-KR" altLang="en-US" dirty="0" err="1"/>
              <a:t>해시값</a:t>
            </a:r>
            <a:r>
              <a:rPr lang="ko-KR" altLang="en-US" dirty="0"/>
              <a:t> 형식이 틀린 경우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Self-test hash parsing error </a:t>
            </a:r>
            <a:r>
              <a:rPr lang="ko-KR" altLang="en-US" dirty="0"/>
              <a:t>뜨고 </a:t>
            </a:r>
            <a:r>
              <a:rPr lang="en-US" altLang="ko-KR" dirty="0" err="1"/>
              <a:t>hashcat</a:t>
            </a:r>
            <a:r>
              <a:rPr lang="en-US" altLang="ko-KR" dirty="0"/>
              <a:t> </a:t>
            </a:r>
            <a:r>
              <a:rPr lang="ko-KR" altLang="en-US" dirty="0"/>
              <a:t>중단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27C0A4-C8D2-7EE4-C6C2-FFAE7C1C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454"/>
          <a:stretch/>
        </p:blipFill>
        <p:spPr>
          <a:xfrm>
            <a:off x="6400779" y="2522864"/>
            <a:ext cx="5078797" cy="3860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808841-5127-4A3A-3975-915DCAE0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863" y="3860575"/>
            <a:ext cx="5197347" cy="23497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298B0A-23F2-23F0-7D52-B9DBF5DFB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03" y="2416098"/>
            <a:ext cx="4922472" cy="3976817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915BED3-572B-0F39-2A02-658F22BCF522}"/>
              </a:ext>
            </a:extLst>
          </p:cNvPr>
          <p:cNvSpPr/>
          <p:nvPr/>
        </p:nvSpPr>
        <p:spPr>
          <a:xfrm>
            <a:off x="9099932" y="2644048"/>
            <a:ext cx="2357610" cy="24283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8EEE5F6F-18E3-3528-7F94-289F5B7956BD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089793" y="2776251"/>
            <a:ext cx="4010139" cy="3474100"/>
          </a:xfrm>
          <a:prstGeom prst="bentConnector3">
            <a:avLst>
              <a:gd name="adj1" fmla="val 1868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FE8B30B-1E78-11A4-BCCE-861FE75A1550}"/>
              </a:ext>
            </a:extLst>
          </p:cNvPr>
          <p:cNvSpPr/>
          <p:nvPr/>
        </p:nvSpPr>
        <p:spPr>
          <a:xfrm>
            <a:off x="2950330" y="6143968"/>
            <a:ext cx="2139463" cy="21276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5071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F3CBF-6F18-3B75-9BB2-0044FE5C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A386567-D135-A84F-1BD8-5964B61C4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77" y="2522839"/>
            <a:ext cx="5071023" cy="3838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297B657-D02B-07CF-ACE1-6991ECEB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/>
              <a:t>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76E7A-DBBB-0D18-13E1-4863C64AE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 err="1"/>
              <a:t>실패시</a:t>
            </a:r>
            <a:r>
              <a:rPr lang="en-US" altLang="ko-KR" dirty="0"/>
              <a:t>(</a:t>
            </a:r>
            <a:r>
              <a:rPr lang="ko-KR" altLang="en-US" dirty="0" err="1"/>
              <a:t>해시값이</a:t>
            </a:r>
            <a:r>
              <a:rPr lang="ko-KR" altLang="en-US" dirty="0"/>
              <a:t> 일치하지 않은 경우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Self-test failed </a:t>
            </a:r>
            <a:r>
              <a:rPr lang="ko-KR" altLang="en-US" dirty="0"/>
              <a:t>뜨고 </a:t>
            </a:r>
            <a:r>
              <a:rPr lang="en-US" altLang="ko-KR" dirty="0" err="1"/>
              <a:t>hashcat</a:t>
            </a:r>
            <a:r>
              <a:rPr lang="en-US" altLang="ko-KR" dirty="0"/>
              <a:t> </a:t>
            </a:r>
            <a:r>
              <a:rPr lang="ko-KR" altLang="en-US" dirty="0"/>
              <a:t>중단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251561-77C9-4E96-03FE-DEECB727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03" y="2416098"/>
            <a:ext cx="4922472" cy="3976817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184E496-6B53-106B-5DB3-BA7F804CAE7A}"/>
              </a:ext>
            </a:extLst>
          </p:cNvPr>
          <p:cNvSpPr/>
          <p:nvPr/>
        </p:nvSpPr>
        <p:spPr>
          <a:xfrm>
            <a:off x="9099932" y="2644048"/>
            <a:ext cx="2357610" cy="24283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C2434EA7-7044-5CD1-ADBA-8864FECB656F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089793" y="2776251"/>
            <a:ext cx="4010139" cy="3474100"/>
          </a:xfrm>
          <a:prstGeom prst="bentConnector3">
            <a:avLst>
              <a:gd name="adj1" fmla="val 1868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57855A2-3096-0556-C784-85BD0283DAB5}"/>
              </a:ext>
            </a:extLst>
          </p:cNvPr>
          <p:cNvSpPr/>
          <p:nvPr/>
        </p:nvSpPr>
        <p:spPr>
          <a:xfrm>
            <a:off x="2950330" y="6143968"/>
            <a:ext cx="2139463" cy="21276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2D98A9-B24A-FA98-C2C8-C41390CA3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078" y="3822853"/>
            <a:ext cx="5684582" cy="218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9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B89A-811E-5480-2BD0-4147028D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66CE3-9653-2511-8024-0F8BB570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Chech_cracked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C89A36-46C8-8DBA-69E6-BF393A5CD5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ore-KR" dirty="0"/>
              <a:t>Crack</a:t>
            </a:r>
            <a:r>
              <a:rPr lang="ko-KR" altLang="en-US" dirty="0"/>
              <a:t>의 결과는 </a:t>
            </a:r>
            <a:r>
              <a:rPr lang="en-US" altLang="ko-KR" dirty="0" err="1"/>
              <a:t>hashcat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hashes.c</a:t>
            </a:r>
            <a:r>
              <a:rPr lang="ko-KR" altLang="en-US" dirty="0"/>
              <a:t>에서 진행</a:t>
            </a:r>
            <a:endParaRPr lang="en-US" altLang="ko-KR" dirty="0"/>
          </a:p>
          <a:p>
            <a:r>
              <a:rPr lang="ko-KR" altLang="en-US" dirty="0"/>
              <a:t>후보 비밀번호마다 해시를 계산해서 내가 넣은 </a:t>
            </a:r>
            <a:r>
              <a:rPr lang="ko-KR" altLang="en-US" dirty="0" err="1"/>
              <a:t>해시값과</a:t>
            </a:r>
            <a:r>
              <a:rPr lang="ko-KR" altLang="en-US" dirty="0"/>
              <a:t> </a:t>
            </a:r>
            <a:r>
              <a:rPr lang="ko-KR" altLang="en-US" dirty="0" err="1"/>
              <a:t>같은지</a:t>
            </a:r>
            <a:r>
              <a:rPr lang="ko-KR" altLang="en-US" dirty="0"/>
              <a:t> 확인</a:t>
            </a:r>
            <a:endParaRPr lang="en-US" altLang="ko-KR" dirty="0"/>
          </a:p>
          <a:p>
            <a:pPr lvl="1"/>
            <a:r>
              <a:rPr lang="ko-KR" altLang="en-US" dirty="0"/>
              <a:t>디바이스에서 진행되며 값을 찾으면 </a:t>
            </a:r>
            <a:r>
              <a:rPr lang="en-US" altLang="ko-KR" dirty="0" err="1"/>
              <a:t>num_cracked</a:t>
            </a:r>
            <a:r>
              <a:rPr lang="ko-KR" altLang="en-US" dirty="0" err="1"/>
              <a:t>에</a:t>
            </a:r>
            <a:r>
              <a:rPr lang="ko-KR" altLang="en-US" dirty="0"/>
              <a:t> 결과 개수를 기록</a:t>
            </a:r>
            <a:endParaRPr lang="en-US" altLang="ko-KR" dirty="0"/>
          </a:p>
          <a:p>
            <a:endParaRPr lang="en-US" altLang="ko-Kore-KR" dirty="0"/>
          </a:p>
          <a:p>
            <a:r>
              <a:rPr lang="en-US" altLang="ko-Kore-KR" dirty="0" err="1"/>
              <a:t>check_cracked</a:t>
            </a:r>
            <a:r>
              <a:rPr lang="ko-Kore-KR" altLang="en-US" dirty="0"/>
              <a:t>는 디바이스의 결과를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26D2206-1839-8950-CC98-7ABFE144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594" y="4119716"/>
            <a:ext cx="5805634" cy="19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2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156D-0A06-DA4B-618F-30D1E7C1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AEF09-72B2-530D-D284-9CB6DA54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Chech_hash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195FFE-EA39-DFDD-A982-4440BAC0A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ore-KR" dirty="0"/>
              <a:t>Crack</a:t>
            </a:r>
            <a:r>
              <a:rPr lang="ko-Kore-KR" altLang="en-US" dirty="0"/>
              <a:t>이라면 </a:t>
            </a:r>
            <a:r>
              <a:rPr lang="en-US" altLang="ko-Kore-KR" dirty="0" err="1"/>
              <a:t>check_hash</a:t>
            </a:r>
            <a:r>
              <a:rPr lang="en-US" altLang="ko-Kore-KR" dirty="0"/>
              <a:t> </a:t>
            </a:r>
            <a:r>
              <a:rPr lang="ko-Kore-KR" altLang="en-US" dirty="0"/>
              <a:t>진행</a:t>
            </a:r>
            <a:endParaRPr lang="en-US" altLang="ko-Kore-KR" dirty="0"/>
          </a:p>
          <a:p>
            <a:endParaRPr lang="en-US" altLang="ko-Kore-KR" dirty="0"/>
          </a:p>
          <a:p>
            <a:r>
              <a:rPr lang="ko-Kore-KR" altLang="en-US" dirty="0"/>
              <a:t>디바이스가 넘긴 크랙 정보로 호스트에서 해시 문자열과 평문을 조립</a:t>
            </a:r>
            <a:endParaRPr lang="en-US" altLang="ko-Kore-KR" dirty="0"/>
          </a:p>
          <a:p>
            <a:pPr lvl="1"/>
            <a:r>
              <a:rPr lang="ko-Kore-KR" altLang="en-US" dirty="0"/>
              <a:t>이후 </a:t>
            </a:r>
            <a:r>
              <a:rPr lang="en-US" altLang="ko-Kore-KR" dirty="0" err="1"/>
              <a:t>potfile</a:t>
            </a:r>
            <a:r>
              <a:rPr lang="ko-Kore-KR" altLang="en-US" dirty="0"/>
              <a:t>이나 아웃파일에 저장 후 터미널에 표시</a:t>
            </a:r>
            <a:endParaRPr lang="en-US" altLang="ko-Kore-KR" dirty="0"/>
          </a:p>
          <a:p>
            <a:pPr lvl="1"/>
            <a:endParaRPr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7016F7-D985-EA46-D7F5-1C1B7943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240" y="3681412"/>
            <a:ext cx="5863520" cy="198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9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10961</TotalTime>
  <Words>223</Words>
  <Application>Microsoft Office PowerPoint</Application>
  <PresentationFormat>와이드스크린</PresentationFormat>
  <Paragraphs>40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CryptoCraft 테마</vt:lpstr>
      <vt:lpstr>제목 테마</vt:lpstr>
      <vt:lpstr>Hashcat 연산 검증</vt:lpstr>
      <vt:lpstr>Hashcat</vt:lpstr>
      <vt:lpstr>Self-test</vt:lpstr>
      <vt:lpstr>Self-test 과정</vt:lpstr>
      <vt:lpstr>Self-test 결과</vt:lpstr>
      <vt:lpstr>Self-test 결과</vt:lpstr>
      <vt:lpstr>Chech_cracked</vt:lpstr>
      <vt:lpstr>Chech_hash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송민호</cp:lastModifiedBy>
  <cp:revision>101</cp:revision>
  <dcterms:created xsi:type="dcterms:W3CDTF">2019-03-05T04:29:07Z</dcterms:created>
  <dcterms:modified xsi:type="dcterms:W3CDTF">2026-04-21T17:19:42Z</dcterms:modified>
</cp:coreProperties>
</file>